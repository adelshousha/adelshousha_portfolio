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19"/>
  </p:notesMasterIdLst>
  <p:sldIdLst>
    <p:sldId id="351" r:id="rId4"/>
    <p:sldId id="294" r:id="rId5"/>
    <p:sldId id="308" r:id="rId6"/>
    <p:sldId id="298" r:id="rId7"/>
    <p:sldId id="310" r:id="rId8"/>
    <p:sldId id="353" r:id="rId9"/>
    <p:sldId id="307" r:id="rId10"/>
    <p:sldId id="355" r:id="rId11"/>
    <p:sldId id="360" r:id="rId12"/>
    <p:sldId id="359" r:id="rId13"/>
    <p:sldId id="361" r:id="rId14"/>
    <p:sldId id="362" r:id="rId15"/>
    <p:sldId id="363" r:id="rId16"/>
    <p:sldId id="282" r:id="rId17"/>
    <p:sldId id="34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9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B3A"/>
    <a:srgbClr val="5CBE7A"/>
    <a:srgbClr val="71A4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2" d="100"/>
          <a:sy n="72" d="100"/>
        </p:scale>
        <p:origin x="660" y="66"/>
      </p:cViewPr>
      <p:guideLst>
        <p:guide orient="horz" pos="249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7E410B-8CE6-4EEB-BEAB-F0032451EA1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8052010-512E-4C3B-AAEC-BEFF6BE33188}">
      <dgm:prSet/>
      <dgm:spPr/>
      <dgm:t>
        <a:bodyPr/>
        <a:lstStyle/>
        <a:p>
          <a:pPr>
            <a:lnSpc>
              <a:spcPct val="100000"/>
            </a:lnSpc>
          </a:pPr>
          <a:r>
            <a:rPr lang="en-GB" b="1" i="0" dirty="0"/>
            <a:t>A new way to deliver energy to any electric vehicle.</a:t>
          </a:r>
          <a:endParaRPr lang="en-US" dirty="0"/>
        </a:p>
      </dgm:t>
    </dgm:pt>
    <dgm:pt modelId="{C1733985-AFC5-4889-A998-93FB3D8F9C3C}" type="parTrans" cxnId="{B74C6F72-4DE9-4948-8014-14C307706D41}">
      <dgm:prSet/>
      <dgm:spPr/>
      <dgm:t>
        <a:bodyPr/>
        <a:lstStyle/>
        <a:p>
          <a:endParaRPr lang="en-US"/>
        </a:p>
      </dgm:t>
    </dgm:pt>
    <dgm:pt modelId="{90EB4DCF-79AB-4070-A0FD-9AB6F6606A53}" type="sibTrans" cxnId="{B74C6F72-4DE9-4948-8014-14C307706D41}">
      <dgm:prSet/>
      <dgm:spPr/>
      <dgm:t>
        <a:bodyPr/>
        <a:lstStyle/>
        <a:p>
          <a:endParaRPr lang="en-US"/>
        </a:p>
      </dgm:t>
    </dgm:pt>
    <dgm:pt modelId="{98D492B3-684D-4D6F-B0D5-D05A0F94420A}">
      <dgm:prSet/>
      <dgm:spPr/>
      <dgm:t>
        <a:bodyPr/>
        <a:lstStyle/>
        <a:p>
          <a:pPr>
            <a:lnSpc>
              <a:spcPct val="100000"/>
            </a:lnSpc>
          </a:pPr>
          <a:r>
            <a:rPr lang="en-GB" b="1" i="0" dirty="0"/>
            <a:t>MODULAR BATTERY SWAPPING</a:t>
          </a:r>
          <a:endParaRPr lang="en-US" dirty="0"/>
        </a:p>
      </dgm:t>
    </dgm:pt>
    <dgm:pt modelId="{200026A3-5012-470D-AFC9-37DAF8F11594}" type="parTrans" cxnId="{7C401599-B8B7-4B51-8691-FB6E297AD956}">
      <dgm:prSet/>
      <dgm:spPr/>
      <dgm:t>
        <a:bodyPr/>
        <a:lstStyle/>
        <a:p>
          <a:endParaRPr lang="en-US"/>
        </a:p>
      </dgm:t>
    </dgm:pt>
    <dgm:pt modelId="{F8E958BF-F861-41C8-93DC-047004897E9D}" type="sibTrans" cxnId="{7C401599-B8B7-4B51-8691-FB6E297AD956}">
      <dgm:prSet/>
      <dgm:spPr/>
      <dgm:t>
        <a:bodyPr/>
        <a:lstStyle/>
        <a:p>
          <a:endParaRPr lang="en-US"/>
        </a:p>
      </dgm:t>
    </dgm:pt>
    <dgm:pt modelId="{7FEF8CC8-5609-4E49-8B88-B1350D2CA19A}" type="pres">
      <dgm:prSet presAssocID="{787E410B-8CE6-4EEB-BEAB-F0032451EA16}" presName="root" presStyleCnt="0">
        <dgm:presLayoutVars>
          <dgm:dir/>
          <dgm:resizeHandles val="exact"/>
        </dgm:presLayoutVars>
      </dgm:prSet>
      <dgm:spPr/>
    </dgm:pt>
    <dgm:pt modelId="{F7895124-E3AC-48FB-9E7A-72AA4AEBD933}" type="pres">
      <dgm:prSet presAssocID="{F8052010-512E-4C3B-AAEC-BEFF6BE33188}" presName="compNode" presStyleCnt="0"/>
      <dgm:spPr/>
    </dgm:pt>
    <dgm:pt modelId="{1E965865-57A0-4E97-880D-A14875A6F41A}" type="pres">
      <dgm:prSet presAssocID="{F8052010-512E-4C3B-AAEC-BEFF6BE3318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lectric Car"/>
        </a:ext>
      </dgm:extLst>
    </dgm:pt>
    <dgm:pt modelId="{36EF191C-C7F6-4376-8C09-8F2ABF423561}" type="pres">
      <dgm:prSet presAssocID="{F8052010-512E-4C3B-AAEC-BEFF6BE33188}" presName="spaceRect" presStyleCnt="0"/>
      <dgm:spPr/>
    </dgm:pt>
    <dgm:pt modelId="{3808CBD2-6BFB-404C-B77C-5BFE6428EFA2}" type="pres">
      <dgm:prSet presAssocID="{F8052010-512E-4C3B-AAEC-BEFF6BE33188}" presName="textRect" presStyleLbl="revTx" presStyleIdx="0" presStyleCnt="2" custLinFactNeighborX="512" custLinFactNeighborY="-14983">
        <dgm:presLayoutVars>
          <dgm:chMax val="1"/>
          <dgm:chPref val="1"/>
        </dgm:presLayoutVars>
      </dgm:prSet>
      <dgm:spPr/>
    </dgm:pt>
    <dgm:pt modelId="{8910EE89-D42D-4F96-BC31-8F0B33382207}" type="pres">
      <dgm:prSet presAssocID="{90EB4DCF-79AB-4070-A0FD-9AB6F6606A53}" presName="sibTrans" presStyleCnt="0"/>
      <dgm:spPr/>
    </dgm:pt>
    <dgm:pt modelId="{82495BF0-C2C5-4C30-9B66-295679033BBE}" type="pres">
      <dgm:prSet presAssocID="{98D492B3-684D-4D6F-B0D5-D05A0F94420A}" presName="compNode" presStyleCnt="0"/>
      <dgm:spPr/>
    </dgm:pt>
    <dgm:pt modelId="{73399F52-8C52-4B1A-9A1B-A1E09D739DC5}" type="pres">
      <dgm:prSet presAssocID="{98D492B3-684D-4D6F-B0D5-D05A0F94420A}" presName="iconRect" presStyleLbl="node1" presStyleIdx="1" presStyleCnt="2" custScaleX="89685" custScaleY="85441" custLinFactNeighborX="-1487" custLinFactNeighborY="690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ull Battery"/>
        </a:ext>
      </dgm:extLst>
    </dgm:pt>
    <dgm:pt modelId="{95E94A57-2E5A-4BFE-8CF0-34DBFE2B50BA}" type="pres">
      <dgm:prSet presAssocID="{98D492B3-684D-4D6F-B0D5-D05A0F94420A}" presName="spaceRect" presStyleCnt="0"/>
      <dgm:spPr/>
    </dgm:pt>
    <dgm:pt modelId="{EA04E2C4-694E-461B-90A7-9593C0D94C91}" type="pres">
      <dgm:prSet presAssocID="{98D492B3-684D-4D6F-B0D5-D05A0F94420A}" presName="textRect" presStyleLbl="revTx" presStyleIdx="1" presStyleCnt="2">
        <dgm:presLayoutVars>
          <dgm:chMax val="1"/>
          <dgm:chPref val="1"/>
        </dgm:presLayoutVars>
      </dgm:prSet>
      <dgm:spPr/>
    </dgm:pt>
  </dgm:ptLst>
  <dgm:cxnLst>
    <dgm:cxn modelId="{B74C6F72-4DE9-4948-8014-14C307706D41}" srcId="{787E410B-8CE6-4EEB-BEAB-F0032451EA16}" destId="{F8052010-512E-4C3B-AAEC-BEFF6BE33188}" srcOrd="0" destOrd="0" parTransId="{C1733985-AFC5-4889-A998-93FB3D8F9C3C}" sibTransId="{90EB4DCF-79AB-4070-A0FD-9AB6F6606A53}"/>
    <dgm:cxn modelId="{0A694A57-B8EA-4AC3-BA69-C04B1ADBEC52}" type="presOf" srcId="{98D492B3-684D-4D6F-B0D5-D05A0F94420A}" destId="{EA04E2C4-694E-461B-90A7-9593C0D94C91}" srcOrd="0" destOrd="0" presId="urn:microsoft.com/office/officeart/2018/2/layout/IconLabelList"/>
    <dgm:cxn modelId="{2A370A89-4A4E-4D20-9FAE-F1905E34CE55}" type="presOf" srcId="{F8052010-512E-4C3B-AAEC-BEFF6BE33188}" destId="{3808CBD2-6BFB-404C-B77C-5BFE6428EFA2}" srcOrd="0" destOrd="0" presId="urn:microsoft.com/office/officeart/2018/2/layout/IconLabelList"/>
    <dgm:cxn modelId="{7C401599-B8B7-4B51-8691-FB6E297AD956}" srcId="{787E410B-8CE6-4EEB-BEAB-F0032451EA16}" destId="{98D492B3-684D-4D6F-B0D5-D05A0F94420A}" srcOrd="1" destOrd="0" parTransId="{200026A3-5012-470D-AFC9-37DAF8F11594}" sibTransId="{F8E958BF-F861-41C8-93DC-047004897E9D}"/>
    <dgm:cxn modelId="{5609029A-F3C4-4D57-A12E-0838AD6512E4}" type="presOf" srcId="{787E410B-8CE6-4EEB-BEAB-F0032451EA16}" destId="{7FEF8CC8-5609-4E49-8B88-B1350D2CA19A}" srcOrd="0" destOrd="0" presId="urn:microsoft.com/office/officeart/2018/2/layout/IconLabelList"/>
    <dgm:cxn modelId="{41DDA100-A556-4587-8276-A3383E071C14}" type="presParOf" srcId="{7FEF8CC8-5609-4E49-8B88-B1350D2CA19A}" destId="{F7895124-E3AC-48FB-9E7A-72AA4AEBD933}" srcOrd="0" destOrd="0" presId="urn:microsoft.com/office/officeart/2018/2/layout/IconLabelList"/>
    <dgm:cxn modelId="{85908FFF-B344-4D5A-9F03-A4EE68FAA3FA}" type="presParOf" srcId="{F7895124-E3AC-48FB-9E7A-72AA4AEBD933}" destId="{1E965865-57A0-4E97-880D-A14875A6F41A}" srcOrd="0" destOrd="0" presId="urn:microsoft.com/office/officeart/2018/2/layout/IconLabelList"/>
    <dgm:cxn modelId="{FC18B9EC-09DE-4806-8373-6B4D28F77B3A}" type="presParOf" srcId="{F7895124-E3AC-48FB-9E7A-72AA4AEBD933}" destId="{36EF191C-C7F6-4376-8C09-8F2ABF423561}" srcOrd="1" destOrd="0" presId="urn:microsoft.com/office/officeart/2018/2/layout/IconLabelList"/>
    <dgm:cxn modelId="{31AD8ECD-0FA7-4B99-9389-A30889FBBB5B}" type="presParOf" srcId="{F7895124-E3AC-48FB-9E7A-72AA4AEBD933}" destId="{3808CBD2-6BFB-404C-B77C-5BFE6428EFA2}" srcOrd="2" destOrd="0" presId="urn:microsoft.com/office/officeart/2018/2/layout/IconLabelList"/>
    <dgm:cxn modelId="{BCE1F7D6-64CC-4386-91EB-F3A8C2A751CB}" type="presParOf" srcId="{7FEF8CC8-5609-4E49-8B88-B1350D2CA19A}" destId="{8910EE89-D42D-4F96-BC31-8F0B33382207}" srcOrd="1" destOrd="0" presId="urn:microsoft.com/office/officeart/2018/2/layout/IconLabelList"/>
    <dgm:cxn modelId="{85B564D9-9816-4FE9-8296-1CE8D5EE4B8F}" type="presParOf" srcId="{7FEF8CC8-5609-4E49-8B88-B1350D2CA19A}" destId="{82495BF0-C2C5-4C30-9B66-295679033BBE}" srcOrd="2" destOrd="0" presId="urn:microsoft.com/office/officeart/2018/2/layout/IconLabelList"/>
    <dgm:cxn modelId="{A8AD012D-0723-4B4D-A700-26872E178BE4}" type="presParOf" srcId="{82495BF0-C2C5-4C30-9B66-295679033BBE}" destId="{73399F52-8C52-4B1A-9A1B-A1E09D739DC5}" srcOrd="0" destOrd="0" presId="urn:microsoft.com/office/officeart/2018/2/layout/IconLabelList"/>
    <dgm:cxn modelId="{0B14064A-9E10-4841-9220-AA28C5F09151}" type="presParOf" srcId="{82495BF0-C2C5-4C30-9B66-295679033BBE}" destId="{95E94A57-2E5A-4BFE-8CF0-34DBFE2B50BA}" srcOrd="1" destOrd="0" presId="urn:microsoft.com/office/officeart/2018/2/layout/IconLabelList"/>
    <dgm:cxn modelId="{6B26D908-1985-42E4-BE92-F36BFFE5FEAF}" type="presParOf" srcId="{82495BF0-C2C5-4C30-9B66-295679033BBE}" destId="{EA04E2C4-694E-461B-90A7-9593C0D94C91}"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965865-57A0-4E97-880D-A14875A6F41A}">
      <dsp:nvSpPr>
        <dsp:cNvPr id="0" name=""/>
        <dsp:cNvSpPr/>
      </dsp:nvSpPr>
      <dsp:spPr>
        <a:xfrm>
          <a:off x="744698" y="435844"/>
          <a:ext cx="1128937" cy="1128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08CBD2-6BFB-404C-B77C-5BFE6428EFA2}">
      <dsp:nvSpPr>
        <dsp:cNvPr id="0" name=""/>
        <dsp:cNvSpPr/>
      </dsp:nvSpPr>
      <dsp:spPr>
        <a:xfrm>
          <a:off x="67637" y="1783265"/>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b="1" i="0" kern="1200" dirty="0"/>
            <a:t>A new way to deliver energy to any electric vehicle.</a:t>
          </a:r>
          <a:endParaRPr lang="en-US" sz="1600" kern="1200" dirty="0"/>
        </a:p>
      </dsp:txBody>
      <dsp:txXfrm>
        <a:off x="67637" y="1783265"/>
        <a:ext cx="2508750" cy="720000"/>
      </dsp:txXfrm>
    </dsp:sp>
    <dsp:sp modelId="{73399F52-8C52-4B1A-9A1B-A1E09D739DC5}">
      <dsp:nvSpPr>
        <dsp:cNvPr id="0" name=""/>
        <dsp:cNvSpPr/>
      </dsp:nvSpPr>
      <dsp:spPr>
        <a:xfrm>
          <a:off x="3733917" y="554910"/>
          <a:ext cx="1012487" cy="9645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04E2C4-694E-461B-90A7-9593C0D94C91}">
      <dsp:nvSpPr>
        <dsp:cNvPr id="0" name=""/>
        <dsp:cNvSpPr/>
      </dsp:nvSpPr>
      <dsp:spPr>
        <a:xfrm>
          <a:off x="3002573" y="1850052"/>
          <a:ext cx="250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b="1" i="0" kern="1200" dirty="0"/>
            <a:t>MODULAR BATTERY SWAPPING</a:t>
          </a:r>
          <a:endParaRPr lang="en-US" sz="1600" kern="1200" dirty="0"/>
        </a:p>
      </dsp:txBody>
      <dsp:txXfrm>
        <a:off x="3002573" y="1850052"/>
        <a:ext cx="250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9" name="그림 개체 틀 2">
            <a:extLst>
              <a:ext uri="{FF2B5EF4-FFF2-40B4-BE49-F238E27FC236}">
                <a16:creationId xmlns:a16="http://schemas.microsoft.com/office/drawing/2014/main" id="{49CB75CA-178D-4C10-A2E9-5881CC8823A7}"/>
              </a:ext>
            </a:extLst>
          </p:cNvPr>
          <p:cNvSpPr>
            <a:spLocks noGrp="1"/>
          </p:cNvSpPr>
          <p:nvPr>
            <p:ph type="pic" sz="quarter" idx="42" hasCustomPrompt="1"/>
          </p:nvPr>
        </p:nvSpPr>
        <p:spPr>
          <a:xfrm>
            <a:off x="901845" y="1811681"/>
            <a:ext cx="2042136" cy="2376264"/>
          </a:xfrm>
          <a:prstGeom prst="foldedCorner">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0" name="그림 개체 틀 2">
            <a:extLst>
              <a:ext uri="{FF2B5EF4-FFF2-40B4-BE49-F238E27FC236}">
                <a16:creationId xmlns:a16="http://schemas.microsoft.com/office/drawing/2014/main" id="{58A84994-ABEA-44B6-B78C-BC54EFA25FE9}"/>
              </a:ext>
            </a:extLst>
          </p:cNvPr>
          <p:cNvSpPr>
            <a:spLocks noGrp="1"/>
          </p:cNvSpPr>
          <p:nvPr>
            <p:ph type="pic" sz="quarter" idx="43" hasCustomPrompt="1"/>
          </p:nvPr>
        </p:nvSpPr>
        <p:spPr>
          <a:xfrm>
            <a:off x="3679716" y="1811681"/>
            <a:ext cx="2042136" cy="2376264"/>
          </a:xfrm>
          <a:prstGeom prst="foldedCorner">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1" name="그림 개체 틀 2">
            <a:extLst>
              <a:ext uri="{FF2B5EF4-FFF2-40B4-BE49-F238E27FC236}">
                <a16:creationId xmlns:a16="http://schemas.microsoft.com/office/drawing/2014/main" id="{41A42308-8E08-43DB-8282-E63A10178BFC}"/>
              </a:ext>
            </a:extLst>
          </p:cNvPr>
          <p:cNvSpPr>
            <a:spLocks noGrp="1"/>
          </p:cNvSpPr>
          <p:nvPr>
            <p:ph type="pic" sz="quarter" idx="44" hasCustomPrompt="1"/>
          </p:nvPr>
        </p:nvSpPr>
        <p:spPr>
          <a:xfrm>
            <a:off x="6457587" y="1811681"/>
            <a:ext cx="2042136" cy="2376264"/>
          </a:xfrm>
          <a:prstGeom prst="foldedCorner">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
        <p:nvSpPr>
          <p:cNvPr id="12" name="그림 개체 틀 2">
            <a:extLst>
              <a:ext uri="{FF2B5EF4-FFF2-40B4-BE49-F238E27FC236}">
                <a16:creationId xmlns:a16="http://schemas.microsoft.com/office/drawing/2014/main" id="{8AA0CF75-039B-4EC0-BBAE-86D3248621CD}"/>
              </a:ext>
            </a:extLst>
          </p:cNvPr>
          <p:cNvSpPr>
            <a:spLocks noGrp="1"/>
          </p:cNvSpPr>
          <p:nvPr>
            <p:ph type="pic" sz="quarter" idx="45" hasCustomPrompt="1"/>
          </p:nvPr>
        </p:nvSpPr>
        <p:spPr>
          <a:xfrm>
            <a:off x="9235458" y="1811681"/>
            <a:ext cx="2042136" cy="2376264"/>
          </a:xfrm>
          <a:prstGeom prst="foldedCorner">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28536381-9AEB-4F1A-A5F7-66400FEE2989}"/>
              </a:ext>
            </a:extLst>
          </p:cNvPr>
          <p:cNvGrpSpPr/>
          <p:nvPr userDrawn="1"/>
        </p:nvGrpSpPr>
        <p:grpSpPr>
          <a:xfrm>
            <a:off x="5252423" y="595071"/>
            <a:ext cx="6372712" cy="5822001"/>
            <a:chOff x="7192629" y="1828167"/>
            <a:chExt cx="3658514" cy="3342357"/>
          </a:xfrm>
          <a:solidFill>
            <a:schemeClr val="accent1">
              <a:alpha val="40000"/>
            </a:schemeClr>
          </a:solidFill>
        </p:grpSpPr>
        <p:sp>
          <p:nvSpPr>
            <p:cNvPr id="3" name="Freeform 16">
              <a:extLst>
                <a:ext uri="{FF2B5EF4-FFF2-40B4-BE49-F238E27FC236}">
                  <a16:creationId xmlns:a16="http://schemas.microsoft.com/office/drawing/2014/main" id="{CCEE3ABB-CE61-4986-99B3-EDF237FDA838}"/>
                </a:ext>
              </a:extLst>
            </p:cNvPr>
            <p:cNvSpPr/>
            <p:nvPr userDrawn="1"/>
          </p:nvSpPr>
          <p:spPr>
            <a:xfrm rot="14821187">
              <a:off x="7343358" y="1881591"/>
              <a:ext cx="3138204" cy="3439661"/>
            </a:xfrm>
            <a:custGeom>
              <a:avLst/>
              <a:gdLst>
                <a:gd name="connsiteX0" fmla="*/ 255022 w 1226229"/>
                <a:gd name="connsiteY0" fmla="*/ 3188 h 1344022"/>
                <a:gd name="connsiteX1" fmla="*/ 36909 w 1226229"/>
                <a:gd name="connsiteY1" fmla="*/ 959533 h 1344022"/>
                <a:gd name="connsiteX2" fmla="*/ 875808 w 1226229"/>
                <a:gd name="connsiteY2" fmla="*/ 1337038 h 1344022"/>
                <a:gd name="connsiteX3" fmla="*/ 1202978 w 1226229"/>
                <a:gd name="connsiteY3" fmla="*/ 674307 h 1344022"/>
                <a:gd name="connsiteX4" fmla="*/ 255022 w 1226229"/>
                <a:gd name="connsiteY4" fmla="*/ 3188 h 1344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229" h="1344022">
                  <a:moveTo>
                    <a:pt x="255022" y="3188"/>
                  </a:moveTo>
                  <a:cubicBezTo>
                    <a:pt x="60677" y="50726"/>
                    <a:pt x="-66555" y="737225"/>
                    <a:pt x="36909" y="959533"/>
                  </a:cubicBezTo>
                  <a:cubicBezTo>
                    <a:pt x="140373" y="1181841"/>
                    <a:pt x="681463" y="1384576"/>
                    <a:pt x="875808" y="1337038"/>
                  </a:cubicBezTo>
                  <a:cubicBezTo>
                    <a:pt x="1070153" y="1289500"/>
                    <a:pt x="1300850" y="896615"/>
                    <a:pt x="1202978" y="674307"/>
                  </a:cubicBezTo>
                  <a:cubicBezTo>
                    <a:pt x="1105106" y="451999"/>
                    <a:pt x="449367" y="-44350"/>
                    <a:pt x="255022" y="318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Freeform 17">
              <a:extLst>
                <a:ext uri="{FF2B5EF4-FFF2-40B4-BE49-F238E27FC236}">
                  <a16:creationId xmlns:a16="http://schemas.microsoft.com/office/drawing/2014/main" id="{E0B07E02-E62B-42CF-9C14-4D293136940B}"/>
                </a:ext>
              </a:extLst>
            </p:cNvPr>
            <p:cNvSpPr/>
            <p:nvPr userDrawn="1"/>
          </p:nvSpPr>
          <p:spPr>
            <a:xfrm rot="11086192">
              <a:off x="7805038" y="2070693"/>
              <a:ext cx="3046105" cy="2942250"/>
            </a:xfrm>
            <a:custGeom>
              <a:avLst/>
              <a:gdLst>
                <a:gd name="connsiteX0" fmla="*/ 51347 w 1697323"/>
                <a:gd name="connsiteY0" fmla="*/ 164668 h 1639454"/>
                <a:gd name="connsiteX1" fmla="*/ 613409 w 1697323"/>
                <a:gd name="connsiteY1" fmla="*/ 5277 h 1639454"/>
                <a:gd name="connsiteX2" fmla="*/ 1410364 w 1697323"/>
                <a:gd name="connsiteY2" fmla="*/ 324059 h 1639454"/>
                <a:gd name="connsiteX3" fmla="*/ 1628477 w 1697323"/>
                <a:gd name="connsiteY3" fmla="*/ 1313960 h 1639454"/>
                <a:gd name="connsiteX4" fmla="*/ 286239 w 1697323"/>
                <a:gd name="connsiteY4" fmla="*/ 1607574 h 1639454"/>
                <a:gd name="connsiteX5" fmla="*/ 51347 w 1697323"/>
                <a:gd name="connsiteY5" fmla="*/ 659618 h 1639454"/>
                <a:gd name="connsiteX6" fmla="*/ 51347 w 1697323"/>
                <a:gd name="connsiteY6" fmla="*/ 164668 h 1639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7323" h="1639454">
                  <a:moveTo>
                    <a:pt x="51347" y="164668"/>
                  </a:moveTo>
                  <a:cubicBezTo>
                    <a:pt x="145024" y="55611"/>
                    <a:pt x="386906" y="-21288"/>
                    <a:pt x="613409" y="5277"/>
                  </a:cubicBezTo>
                  <a:cubicBezTo>
                    <a:pt x="839912" y="31842"/>
                    <a:pt x="1241186" y="105945"/>
                    <a:pt x="1410364" y="324059"/>
                  </a:cubicBezTo>
                  <a:cubicBezTo>
                    <a:pt x="1579542" y="542173"/>
                    <a:pt x="1815831" y="1100041"/>
                    <a:pt x="1628477" y="1313960"/>
                  </a:cubicBezTo>
                  <a:cubicBezTo>
                    <a:pt x="1441123" y="1527879"/>
                    <a:pt x="549094" y="1716631"/>
                    <a:pt x="286239" y="1607574"/>
                  </a:cubicBezTo>
                  <a:cubicBezTo>
                    <a:pt x="23384" y="1498517"/>
                    <a:pt x="89098" y="898704"/>
                    <a:pt x="51347" y="659618"/>
                  </a:cubicBezTo>
                  <a:cubicBezTo>
                    <a:pt x="13596" y="420532"/>
                    <a:pt x="-42330" y="273725"/>
                    <a:pt x="51347" y="1646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Freeform 18">
              <a:extLst>
                <a:ext uri="{FF2B5EF4-FFF2-40B4-BE49-F238E27FC236}">
                  <a16:creationId xmlns:a16="http://schemas.microsoft.com/office/drawing/2014/main" id="{E1A8D124-11E1-4793-BC94-6CB81E8A0BC4}"/>
                </a:ext>
              </a:extLst>
            </p:cNvPr>
            <p:cNvSpPr/>
            <p:nvPr userDrawn="1"/>
          </p:nvSpPr>
          <p:spPr>
            <a:xfrm rot="1044868">
              <a:off x="7316937" y="1828167"/>
              <a:ext cx="3191046" cy="3082250"/>
            </a:xfrm>
            <a:custGeom>
              <a:avLst/>
              <a:gdLst>
                <a:gd name="connsiteX0" fmla="*/ 51347 w 1697323"/>
                <a:gd name="connsiteY0" fmla="*/ 164668 h 1639454"/>
                <a:gd name="connsiteX1" fmla="*/ 613409 w 1697323"/>
                <a:gd name="connsiteY1" fmla="*/ 5277 h 1639454"/>
                <a:gd name="connsiteX2" fmla="*/ 1410364 w 1697323"/>
                <a:gd name="connsiteY2" fmla="*/ 324059 h 1639454"/>
                <a:gd name="connsiteX3" fmla="*/ 1628477 w 1697323"/>
                <a:gd name="connsiteY3" fmla="*/ 1313960 h 1639454"/>
                <a:gd name="connsiteX4" fmla="*/ 286239 w 1697323"/>
                <a:gd name="connsiteY4" fmla="*/ 1607574 h 1639454"/>
                <a:gd name="connsiteX5" fmla="*/ 51347 w 1697323"/>
                <a:gd name="connsiteY5" fmla="*/ 659618 h 1639454"/>
                <a:gd name="connsiteX6" fmla="*/ 51347 w 1697323"/>
                <a:gd name="connsiteY6" fmla="*/ 164668 h 1639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7323" h="1639454">
                  <a:moveTo>
                    <a:pt x="51347" y="164668"/>
                  </a:moveTo>
                  <a:cubicBezTo>
                    <a:pt x="145024" y="55611"/>
                    <a:pt x="386906" y="-21288"/>
                    <a:pt x="613409" y="5277"/>
                  </a:cubicBezTo>
                  <a:cubicBezTo>
                    <a:pt x="839912" y="31842"/>
                    <a:pt x="1241186" y="105945"/>
                    <a:pt x="1410364" y="324059"/>
                  </a:cubicBezTo>
                  <a:cubicBezTo>
                    <a:pt x="1579542" y="542173"/>
                    <a:pt x="1815831" y="1100041"/>
                    <a:pt x="1628477" y="1313960"/>
                  </a:cubicBezTo>
                  <a:cubicBezTo>
                    <a:pt x="1441123" y="1527879"/>
                    <a:pt x="549094" y="1716631"/>
                    <a:pt x="286239" y="1607574"/>
                  </a:cubicBezTo>
                  <a:cubicBezTo>
                    <a:pt x="23384" y="1498517"/>
                    <a:pt x="89098" y="898704"/>
                    <a:pt x="51347" y="659618"/>
                  </a:cubicBezTo>
                  <a:cubicBezTo>
                    <a:pt x="13596" y="420532"/>
                    <a:pt x="-42330" y="273725"/>
                    <a:pt x="51347" y="1646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6" name="Picture Placeholder 9">
            <a:extLst>
              <a:ext uri="{FF2B5EF4-FFF2-40B4-BE49-F238E27FC236}">
                <a16:creationId xmlns:a16="http://schemas.microsoft.com/office/drawing/2014/main" id="{2F207F75-20F4-42C7-8314-079C3AB8FD15}"/>
              </a:ext>
            </a:extLst>
          </p:cNvPr>
          <p:cNvSpPr>
            <a:spLocks noGrp="1"/>
          </p:cNvSpPr>
          <p:nvPr>
            <p:ph type="pic" sz="quarter" idx="14" hasCustomPrompt="1"/>
          </p:nvPr>
        </p:nvSpPr>
        <p:spPr>
          <a:xfrm rot="245957">
            <a:off x="5499002" y="866468"/>
            <a:ext cx="5305968" cy="5125064"/>
          </a:xfrm>
          <a:custGeom>
            <a:avLst/>
            <a:gdLst>
              <a:gd name="connsiteX0" fmla="*/ 3768999 w 5305968"/>
              <a:gd name="connsiteY0" fmla="*/ 464 h 5125064"/>
              <a:gd name="connsiteX1" fmla="*/ 4411163 w 5305968"/>
              <a:gd name="connsiteY1" fmla="*/ 99662 h 5125064"/>
              <a:gd name="connsiteX2" fmla="*/ 5145453 w 5305968"/>
              <a:gd name="connsiteY2" fmla="*/ 3063046 h 5125064"/>
              <a:gd name="connsiteX3" fmla="*/ 5145453 w 5305968"/>
              <a:gd name="connsiteY3" fmla="*/ 4610298 h 5125064"/>
              <a:gd name="connsiteX4" fmla="*/ 3388403 w 5305968"/>
              <a:gd name="connsiteY4" fmla="*/ 5108567 h 5125064"/>
              <a:gd name="connsiteX5" fmla="*/ 897060 w 5305968"/>
              <a:gd name="connsiteY5" fmla="*/ 4112030 h 5125064"/>
              <a:gd name="connsiteX6" fmla="*/ 215221 w 5305968"/>
              <a:gd name="connsiteY6" fmla="*/ 1017522 h 5125064"/>
              <a:gd name="connsiteX7" fmla="*/ 3768999 w 5305968"/>
              <a:gd name="connsiteY7" fmla="*/ 464 h 512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5968" h="5125064">
                <a:moveTo>
                  <a:pt x="3768999" y="464"/>
                </a:moveTo>
                <a:cubicBezTo>
                  <a:pt x="4033876" y="4546"/>
                  <a:pt x="4257093" y="35739"/>
                  <a:pt x="4411163" y="99662"/>
                </a:cubicBezTo>
                <a:cubicBezTo>
                  <a:pt x="5232868" y="440582"/>
                  <a:pt x="5027441" y="2315644"/>
                  <a:pt x="5145453" y="3063046"/>
                </a:cubicBezTo>
                <a:cubicBezTo>
                  <a:pt x="5263466" y="3810447"/>
                  <a:pt x="5438295" y="4269378"/>
                  <a:pt x="5145453" y="4610298"/>
                </a:cubicBezTo>
                <a:cubicBezTo>
                  <a:pt x="4852612" y="4951219"/>
                  <a:pt x="4096470" y="5191611"/>
                  <a:pt x="3388403" y="5108567"/>
                </a:cubicBezTo>
                <a:cubicBezTo>
                  <a:pt x="2680337" y="5025523"/>
                  <a:pt x="1425923" y="4793871"/>
                  <a:pt x="897060" y="4112030"/>
                </a:cubicBezTo>
                <a:cubicBezTo>
                  <a:pt x="368196" y="3430188"/>
                  <a:pt x="-370462" y="1686249"/>
                  <a:pt x="215221" y="1017522"/>
                </a:cubicBezTo>
                <a:cubicBezTo>
                  <a:pt x="691089" y="474181"/>
                  <a:pt x="2621195" y="-17223"/>
                  <a:pt x="3768999" y="464"/>
                </a:cubicBez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7F36E5CA-FF08-48D7-95FA-12568A8D2ABC}"/>
              </a:ext>
            </a:extLst>
          </p:cNvPr>
          <p:cNvSpPr>
            <a:spLocks noGrp="1"/>
          </p:cNvSpPr>
          <p:nvPr>
            <p:ph type="pic" sz="quarter" idx="48" hasCustomPrompt="1"/>
          </p:nvPr>
        </p:nvSpPr>
        <p:spPr>
          <a:xfrm rot="694714">
            <a:off x="3645306" y="1966831"/>
            <a:ext cx="2880000" cy="1980000"/>
          </a:xfrm>
          <a:prstGeom prst="rect">
            <a:avLst/>
          </a:prstGeom>
          <a:solidFill>
            <a:schemeClr val="bg1">
              <a:lumMod val="95000"/>
            </a:schemeClr>
          </a:solidFill>
          <a:ln w="95250" cap="flat">
            <a:solidFill>
              <a:schemeClr val="bg1"/>
            </a:solidFill>
            <a:miter lim="800000"/>
          </a:ln>
          <a:effectLst>
            <a:outerShdw blurRad="635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3" name="그림 개체 틀 2">
            <a:extLst>
              <a:ext uri="{FF2B5EF4-FFF2-40B4-BE49-F238E27FC236}">
                <a16:creationId xmlns:a16="http://schemas.microsoft.com/office/drawing/2014/main" id="{D6C0F0AF-FE29-4F73-9187-03868C2EFFF1}"/>
              </a:ext>
            </a:extLst>
          </p:cNvPr>
          <p:cNvSpPr>
            <a:spLocks noGrp="1"/>
          </p:cNvSpPr>
          <p:nvPr>
            <p:ph type="pic" sz="quarter" idx="49" hasCustomPrompt="1"/>
          </p:nvPr>
        </p:nvSpPr>
        <p:spPr>
          <a:xfrm rot="21398040">
            <a:off x="6395756" y="3088824"/>
            <a:ext cx="2880000" cy="1980000"/>
          </a:xfrm>
          <a:prstGeom prst="rect">
            <a:avLst/>
          </a:prstGeom>
          <a:solidFill>
            <a:schemeClr val="bg1">
              <a:lumMod val="95000"/>
            </a:schemeClr>
          </a:solidFill>
          <a:ln w="95250" cap="flat">
            <a:solidFill>
              <a:schemeClr val="bg1"/>
            </a:solidFill>
            <a:miter lim="800000"/>
          </a:ln>
          <a:effectLst>
            <a:outerShdw blurRad="635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
        <p:nvSpPr>
          <p:cNvPr id="4" name="그림 개체 틀 2">
            <a:extLst>
              <a:ext uri="{FF2B5EF4-FFF2-40B4-BE49-F238E27FC236}">
                <a16:creationId xmlns:a16="http://schemas.microsoft.com/office/drawing/2014/main" id="{626B141D-5B3D-4593-A9E8-263DE8FE3344}"/>
              </a:ext>
            </a:extLst>
          </p:cNvPr>
          <p:cNvSpPr>
            <a:spLocks noGrp="1"/>
          </p:cNvSpPr>
          <p:nvPr>
            <p:ph type="pic" sz="quarter" idx="50" hasCustomPrompt="1"/>
          </p:nvPr>
        </p:nvSpPr>
        <p:spPr>
          <a:xfrm rot="20741363">
            <a:off x="3869381" y="3849415"/>
            <a:ext cx="2880000" cy="1980000"/>
          </a:xfrm>
          <a:prstGeom prst="rect">
            <a:avLst/>
          </a:prstGeom>
          <a:solidFill>
            <a:schemeClr val="bg1">
              <a:lumMod val="95000"/>
            </a:schemeClr>
          </a:solidFill>
          <a:ln w="95250" cap="flat">
            <a:solidFill>
              <a:schemeClr val="bg1"/>
            </a:solidFill>
            <a:miter lim="800000"/>
          </a:ln>
          <a:effectLst>
            <a:outerShdw blurRad="635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Text Placeholder 9">
            <a:extLst>
              <a:ext uri="{FF2B5EF4-FFF2-40B4-BE49-F238E27FC236}">
                <a16:creationId xmlns:a16="http://schemas.microsoft.com/office/drawing/2014/main" id="{C32D5FC7-F3E4-4F2C-BAB1-3F4616843C3A}"/>
              </a:ext>
            </a:extLst>
          </p:cNvPr>
          <p:cNvSpPr>
            <a:spLocks noGrp="1"/>
          </p:cNvSpPr>
          <p:nvPr>
            <p:ph type="body" sz="quarter" idx="44"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59" name="Oval 58">
            <a:extLst>
              <a:ext uri="{FF2B5EF4-FFF2-40B4-BE49-F238E27FC236}">
                <a16:creationId xmlns:a16="http://schemas.microsoft.com/office/drawing/2014/main" id="{B1BB64DC-DD29-4C71-B4A5-10AC73880495}"/>
              </a:ext>
            </a:extLst>
          </p:cNvPr>
          <p:cNvSpPr/>
          <p:nvPr userDrawn="1"/>
        </p:nvSpPr>
        <p:spPr>
          <a:xfrm>
            <a:off x="2001203" y="6053984"/>
            <a:ext cx="2190450" cy="427271"/>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8" name="Oval 57">
            <a:extLst>
              <a:ext uri="{FF2B5EF4-FFF2-40B4-BE49-F238E27FC236}">
                <a16:creationId xmlns:a16="http://schemas.microsoft.com/office/drawing/2014/main" id="{98E0A791-E4EC-42A6-BA03-08467781D414}"/>
              </a:ext>
            </a:extLst>
          </p:cNvPr>
          <p:cNvSpPr/>
          <p:nvPr userDrawn="1"/>
        </p:nvSpPr>
        <p:spPr>
          <a:xfrm>
            <a:off x="-532875" y="6054593"/>
            <a:ext cx="4044822" cy="40972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7" name="Oval 56">
            <a:extLst>
              <a:ext uri="{FF2B5EF4-FFF2-40B4-BE49-F238E27FC236}">
                <a16:creationId xmlns:a16="http://schemas.microsoft.com/office/drawing/2014/main" id="{0C51A2C9-20D4-4039-907B-AE8C130AC8D0}"/>
              </a:ext>
            </a:extLst>
          </p:cNvPr>
          <p:cNvSpPr/>
          <p:nvPr userDrawn="1"/>
        </p:nvSpPr>
        <p:spPr>
          <a:xfrm>
            <a:off x="6995891" y="6038458"/>
            <a:ext cx="5061631" cy="51272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6" name="Oval 55">
            <a:extLst>
              <a:ext uri="{FF2B5EF4-FFF2-40B4-BE49-F238E27FC236}">
                <a16:creationId xmlns:a16="http://schemas.microsoft.com/office/drawing/2014/main" id="{8BF76A07-4F83-4278-8B15-E655ACB8ECA0}"/>
              </a:ext>
            </a:extLst>
          </p:cNvPr>
          <p:cNvSpPr/>
          <p:nvPr userDrawn="1"/>
        </p:nvSpPr>
        <p:spPr>
          <a:xfrm>
            <a:off x="3704061" y="6037655"/>
            <a:ext cx="4218052" cy="427271"/>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9" name="Graphic 14">
            <a:extLst>
              <a:ext uri="{FF2B5EF4-FFF2-40B4-BE49-F238E27FC236}">
                <a16:creationId xmlns:a16="http://schemas.microsoft.com/office/drawing/2014/main" id="{D34B41FF-DFA4-42A4-B883-7BFE67D021F4}"/>
              </a:ext>
            </a:extLst>
          </p:cNvPr>
          <p:cNvGrpSpPr/>
          <p:nvPr userDrawn="1"/>
        </p:nvGrpSpPr>
        <p:grpSpPr>
          <a:xfrm>
            <a:off x="3733440" y="3000824"/>
            <a:ext cx="4163973" cy="3275036"/>
            <a:chOff x="2444748" y="555045"/>
            <a:chExt cx="7282048" cy="5727454"/>
          </a:xfrm>
        </p:grpSpPr>
        <p:sp>
          <p:nvSpPr>
            <p:cNvPr id="10" name="Freeform: Shape 9">
              <a:extLst>
                <a:ext uri="{FF2B5EF4-FFF2-40B4-BE49-F238E27FC236}">
                  <a16:creationId xmlns:a16="http://schemas.microsoft.com/office/drawing/2014/main" id="{7F9E672D-08F9-434B-B255-D7EE20021BFE}"/>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EF6649E9-3A3F-49D3-A778-605DEF541EF1}"/>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4214C601-6E2E-43EE-B2D8-98CE78B39FC8}"/>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936991E-5571-4B39-B931-1BAEDE5AC656}"/>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767D9F62-C91D-4740-903A-B91FF3150754}"/>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4D28BDFB-4B8D-4D89-BA21-35C815947FB4}"/>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6A5FFA1-574F-4132-8A7D-36F859557BE2}"/>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156A1599-8D6C-4985-8481-9FBCCB79C751}"/>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AFCB08E5-3B55-4890-82E5-97A0AF97565A}"/>
              </a:ext>
            </a:extLst>
          </p:cNvPr>
          <p:cNvGrpSpPr/>
          <p:nvPr userDrawn="1"/>
        </p:nvGrpSpPr>
        <p:grpSpPr>
          <a:xfrm>
            <a:off x="7589228" y="4156237"/>
            <a:ext cx="3879364" cy="2131448"/>
            <a:chOff x="-548507" y="477868"/>
            <a:chExt cx="11570449" cy="6357177"/>
          </a:xfrm>
        </p:grpSpPr>
        <p:sp>
          <p:nvSpPr>
            <p:cNvPr id="19" name="Freeform: Shape 18">
              <a:extLst>
                <a:ext uri="{FF2B5EF4-FFF2-40B4-BE49-F238E27FC236}">
                  <a16:creationId xmlns:a16="http://schemas.microsoft.com/office/drawing/2014/main" id="{8E6FBC65-0751-4417-BFB3-7870B17409C8}"/>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FC63FB1-820E-40B6-94B5-527716C4E849}"/>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3837E21-006A-4B50-806A-033713016C7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B015F45-76BC-43C5-A7C4-16297E5C111B}"/>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40CD6361-894D-4AF9-8CB6-6B1845D4526B}"/>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4" name="Group 23">
              <a:extLst>
                <a:ext uri="{FF2B5EF4-FFF2-40B4-BE49-F238E27FC236}">
                  <a16:creationId xmlns:a16="http://schemas.microsoft.com/office/drawing/2014/main" id="{84062B59-C131-4469-8CAF-F856FE9C53FA}"/>
                </a:ext>
              </a:extLst>
            </p:cNvPr>
            <p:cNvGrpSpPr/>
            <p:nvPr/>
          </p:nvGrpSpPr>
          <p:grpSpPr>
            <a:xfrm>
              <a:off x="1606" y="6382978"/>
              <a:ext cx="413937" cy="115242"/>
              <a:chOff x="5955" y="6353672"/>
              <a:chExt cx="413937" cy="115242"/>
            </a:xfrm>
          </p:grpSpPr>
          <p:sp>
            <p:nvSpPr>
              <p:cNvPr id="29" name="Rectangle: Rounded Corners 28">
                <a:extLst>
                  <a:ext uri="{FF2B5EF4-FFF2-40B4-BE49-F238E27FC236}">
                    <a16:creationId xmlns:a16="http://schemas.microsoft.com/office/drawing/2014/main" id="{8C7DD66C-720A-4BC4-86F3-E64B9FF9F36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CB1FB183-4E3B-45DA-AC6C-931C3800BBE0}"/>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E75EB5E7-D3AA-43D3-9CD5-FA404DD4CC38}"/>
                </a:ext>
              </a:extLst>
            </p:cNvPr>
            <p:cNvGrpSpPr/>
            <p:nvPr/>
          </p:nvGrpSpPr>
          <p:grpSpPr>
            <a:xfrm>
              <a:off x="9855291" y="6381600"/>
              <a:ext cx="885989" cy="115242"/>
              <a:chOff x="5955" y="6353672"/>
              <a:chExt cx="413937" cy="115242"/>
            </a:xfrm>
          </p:grpSpPr>
          <p:sp>
            <p:nvSpPr>
              <p:cNvPr id="27" name="Rectangle: Rounded Corners 26">
                <a:extLst>
                  <a:ext uri="{FF2B5EF4-FFF2-40B4-BE49-F238E27FC236}">
                    <a16:creationId xmlns:a16="http://schemas.microsoft.com/office/drawing/2014/main" id="{4EF76618-7800-423F-BFC6-E8F2DDFD4EFB}"/>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0D7FFA4-53B8-41CA-BF2D-0D46866CFF68}"/>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Freeform: Shape 25">
              <a:extLst>
                <a:ext uri="{FF2B5EF4-FFF2-40B4-BE49-F238E27FC236}">
                  <a16:creationId xmlns:a16="http://schemas.microsoft.com/office/drawing/2014/main" id="{1B81779F-7B4E-4438-BE34-477C0FEB6F95}"/>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grpSp>
        <p:nvGrpSpPr>
          <p:cNvPr id="31" name="Group 30">
            <a:extLst>
              <a:ext uri="{FF2B5EF4-FFF2-40B4-BE49-F238E27FC236}">
                <a16:creationId xmlns:a16="http://schemas.microsoft.com/office/drawing/2014/main" id="{BFF077BD-7B0E-404E-8C2F-C883117070F5}"/>
              </a:ext>
            </a:extLst>
          </p:cNvPr>
          <p:cNvGrpSpPr/>
          <p:nvPr userDrawn="1"/>
        </p:nvGrpSpPr>
        <p:grpSpPr>
          <a:xfrm>
            <a:off x="769953" y="4150943"/>
            <a:ext cx="1533657" cy="2068863"/>
            <a:chOff x="5745956" y="3501865"/>
            <a:chExt cx="2146216" cy="2895189"/>
          </a:xfrm>
        </p:grpSpPr>
        <p:sp>
          <p:nvSpPr>
            <p:cNvPr id="32" name="Freeform: Shape 31">
              <a:extLst>
                <a:ext uri="{FF2B5EF4-FFF2-40B4-BE49-F238E27FC236}">
                  <a16:creationId xmlns:a16="http://schemas.microsoft.com/office/drawing/2014/main" id="{3B5ED355-30FB-4632-BDD5-B6C8EEBAC6E2}"/>
                </a:ext>
              </a:extLst>
            </p:cNvPr>
            <p:cNvSpPr/>
            <p:nvPr/>
          </p:nvSpPr>
          <p:spPr>
            <a:xfrm>
              <a:off x="7498806" y="3501865"/>
              <a:ext cx="157347" cy="62939"/>
            </a:xfrm>
            <a:custGeom>
              <a:avLst/>
              <a:gdLst>
                <a:gd name="connsiteX0" fmla="*/ 45244 w 47625"/>
                <a:gd name="connsiteY0" fmla="*/ 13811 h 19050"/>
                <a:gd name="connsiteX1" fmla="*/ 45244 w 47625"/>
                <a:gd name="connsiteY1" fmla="*/ 13811 h 19050"/>
                <a:gd name="connsiteX2" fmla="*/ 38576 w 47625"/>
                <a:gd name="connsiteY2" fmla="*/ 20479 h 19050"/>
                <a:gd name="connsiteX3" fmla="*/ 13811 w 47625"/>
                <a:gd name="connsiteY3" fmla="*/ 20479 h 19050"/>
                <a:gd name="connsiteX4" fmla="*/ 7144 w 47625"/>
                <a:gd name="connsiteY4" fmla="*/ 13811 h 19050"/>
                <a:gd name="connsiteX5" fmla="*/ 7144 w 47625"/>
                <a:gd name="connsiteY5" fmla="*/ 13811 h 19050"/>
                <a:gd name="connsiteX6" fmla="*/ 13811 w 47625"/>
                <a:gd name="connsiteY6" fmla="*/ 7144 h 19050"/>
                <a:gd name="connsiteX7" fmla="*/ 38576 w 47625"/>
                <a:gd name="connsiteY7" fmla="*/ 7144 h 19050"/>
                <a:gd name="connsiteX8" fmla="*/ 45244 w 47625"/>
                <a:gd name="connsiteY8" fmla="*/ 13811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19050">
                  <a:moveTo>
                    <a:pt x="45244" y="13811"/>
                  </a:moveTo>
                  <a:lnTo>
                    <a:pt x="45244" y="13811"/>
                  </a:lnTo>
                  <a:cubicBezTo>
                    <a:pt x="45244" y="17621"/>
                    <a:pt x="42386" y="20479"/>
                    <a:pt x="38576" y="20479"/>
                  </a:cubicBezTo>
                  <a:lnTo>
                    <a:pt x="13811" y="20479"/>
                  </a:lnTo>
                  <a:cubicBezTo>
                    <a:pt x="10001" y="20479"/>
                    <a:pt x="7144" y="17621"/>
                    <a:pt x="7144" y="13811"/>
                  </a:cubicBezTo>
                  <a:lnTo>
                    <a:pt x="7144" y="13811"/>
                  </a:lnTo>
                  <a:cubicBezTo>
                    <a:pt x="7144" y="10001"/>
                    <a:pt x="10001" y="7144"/>
                    <a:pt x="13811" y="7144"/>
                  </a:cubicBezTo>
                  <a:lnTo>
                    <a:pt x="38576" y="7144"/>
                  </a:lnTo>
                  <a:cubicBezTo>
                    <a:pt x="42386" y="8096"/>
                    <a:pt x="45244" y="10954"/>
                    <a:pt x="45244" y="13811"/>
                  </a:cubicBezTo>
                  <a:close/>
                </a:path>
              </a:pathLst>
            </a:custGeom>
            <a:solidFill>
              <a:srgbClr val="808080"/>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D67E337-65B5-496C-A0B8-A86514184BA0}"/>
                </a:ext>
              </a:extLst>
            </p:cNvPr>
            <p:cNvSpPr/>
            <p:nvPr/>
          </p:nvSpPr>
          <p:spPr>
            <a:xfrm>
              <a:off x="7829233" y="3977052"/>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15B1F64-4206-44F9-AD3E-9BEE16A5174C}"/>
                </a:ext>
              </a:extLst>
            </p:cNvPr>
            <p:cNvSpPr/>
            <p:nvPr/>
          </p:nvSpPr>
          <p:spPr>
            <a:xfrm>
              <a:off x="7829233" y="3838586"/>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1226A881-42E5-42A1-8146-1B792C195640}"/>
                </a:ext>
              </a:extLst>
            </p:cNvPr>
            <p:cNvSpPr/>
            <p:nvPr/>
          </p:nvSpPr>
          <p:spPr>
            <a:xfrm>
              <a:off x="5745956" y="3523892"/>
              <a:ext cx="2139922" cy="2863720"/>
            </a:xfrm>
            <a:custGeom>
              <a:avLst/>
              <a:gdLst>
                <a:gd name="connsiteX0" fmla="*/ 611029 w 647700"/>
                <a:gd name="connsiteY0" fmla="*/ 7144 h 866775"/>
                <a:gd name="connsiteX1" fmla="*/ 40481 w 647700"/>
                <a:gd name="connsiteY1" fmla="*/ 7144 h 866775"/>
                <a:gd name="connsiteX2" fmla="*/ 7144 w 647700"/>
                <a:gd name="connsiteY2" fmla="*/ 41434 h 866775"/>
                <a:gd name="connsiteX3" fmla="*/ 7144 w 647700"/>
                <a:gd name="connsiteY3" fmla="*/ 831056 h 866775"/>
                <a:gd name="connsiteX4" fmla="*/ 40481 w 647700"/>
                <a:gd name="connsiteY4" fmla="*/ 865346 h 866775"/>
                <a:gd name="connsiteX5" fmla="*/ 611029 w 647700"/>
                <a:gd name="connsiteY5" fmla="*/ 865346 h 866775"/>
                <a:gd name="connsiteX6" fmla="*/ 644366 w 647700"/>
                <a:gd name="connsiteY6" fmla="*/ 831056 h 866775"/>
                <a:gd name="connsiteX7" fmla="*/ 644366 w 647700"/>
                <a:gd name="connsiteY7" fmla="*/ 41434 h 866775"/>
                <a:gd name="connsiteX8" fmla="*/ 611029 w 647700"/>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866775">
                  <a:moveTo>
                    <a:pt x="611029" y="7144"/>
                  </a:moveTo>
                  <a:lnTo>
                    <a:pt x="40481" y="7144"/>
                  </a:lnTo>
                  <a:cubicBezTo>
                    <a:pt x="22384" y="7144"/>
                    <a:pt x="7144" y="22384"/>
                    <a:pt x="7144" y="41434"/>
                  </a:cubicBezTo>
                  <a:lnTo>
                    <a:pt x="7144" y="831056"/>
                  </a:lnTo>
                  <a:cubicBezTo>
                    <a:pt x="7144" y="850106"/>
                    <a:pt x="22384" y="865346"/>
                    <a:pt x="40481" y="865346"/>
                  </a:cubicBezTo>
                  <a:lnTo>
                    <a:pt x="611029" y="865346"/>
                  </a:lnTo>
                  <a:cubicBezTo>
                    <a:pt x="629126" y="865346"/>
                    <a:pt x="644366" y="850106"/>
                    <a:pt x="644366" y="831056"/>
                  </a:cubicBezTo>
                  <a:lnTo>
                    <a:pt x="644366" y="41434"/>
                  </a:lnTo>
                  <a:cubicBezTo>
                    <a:pt x="644366" y="23336"/>
                    <a:pt x="629126" y="7144"/>
                    <a:pt x="611029" y="7144"/>
                  </a:cubicBezTo>
                  <a:close/>
                </a:path>
              </a:pathLst>
            </a:custGeom>
            <a:solidFill>
              <a:srgbClr val="808080"/>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AB788C79-303E-4FFD-A32D-2AAE0E4EFAEC}"/>
                </a:ext>
              </a:extLst>
            </p:cNvPr>
            <p:cNvSpPr/>
            <p:nvPr/>
          </p:nvSpPr>
          <p:spPr>
            <a:xfrm>
              <a:off x="5755398" y="3533334"/>
              <a:ext cx="2108453" cy="2863720"/>
            </a:xfrm>
            <a:custGeom>
              <a:avLst/>
              <a:gdLst>
                <a:gd name="connsiteX0" fmla="*/ 605314 w 638175"/>
                <a:gd name="connsiteY0" fmla="*/ 7144 h 866775"/>
                <a:gd name="connsiteX1" fmla="*/ 40481 w 638175"/>
                <a:gd name="connsiteY1" fmla="*/ 7144 h 866775"/>
                <a:gd name="connsiteX2" fmla="*/ 7144 w 638175"/>
                <a:gd name="connsiteY2" fmla="*/ 41434 h 866775"/>
                <a:gd name="connsiteX3" fmla="*/ 7144 w 638175"/>
                <a:gd name="connsiteY3" fmla="*/ 826294 h 866775"/>
                <a:gd name="connsiteX4" fmla="*/ 40481 w 638175"/>
                <a:gd name="connsiteY4" fmla="*/ 860584 h 866775"/>
                <a:gd name="connsiteX5" fmla="*/ 604361 w 638175"/>
                <a:gd name="connsiteY5" fmla="*/ 860584 h 866775"/>
                <a:gd name="connsiteX6" fmla="*/ 637699 w 638175"/>
                <a:gd name="connsiteY6" fmla="*/ 826294 h 866775"/>
                <a:gd name="connsiteX7" fmla="*/ 637699 w 638175"/>
                <a:gd name="connsiteY7" fmla="*/ 41434 h 866775"/>
                <a:gd name="connsiteX8" fmla="*/ 605314 w 638175"/>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175" h="866775">
                  <a:moveTo>
                    <a:pt x="605314" y="7144"/>
                  </a:moveTo>
                  <a:lnTo>
                    <a:pt x="40481" y="7144"/>
                  </a:lnTo>
                  <a:cubicBezTo>
                    <a:pt x="22384" y="7144"/>
                    <a:pt x="7144" y="22384"/>
                    <a:pt x="7144" y="41434"/>
                  </a:cubicBezTo>
                  <a:lnTo>
                    <a:pt x="7144" y="826294"/>
                  </a:lnTo>
                  <a:cubicBezTo>
                    <a:pt x="7144" y="845344"/>
                    <a:pt x="22384" y="860584"/>
                    <a:pt x="40481" y="860584"/>
                  </a:cubicBezTo>
                  <a:lnTo>
                    <a:pt x="604361" y="860584"/>
                  </a:lnTo>
                  <a:cubicBezTo>
                    <a:pt x="622459" y="860584"/>
                    <a:pt x="637699" y="845344"/>
                    <a:pt x="637699" y="826294"/>
                  </a:cubicBezTo>
                  <a:lnTo>
                    <a:pt x="637699" y="41434"/>
                  </a:lnTo>
                  <a:cubicBezTo>
                    <a:pt x="637699" y="22384"/>
                    <a:pt x="623411" y="7144"/>
                    <a:pt x="605314" y="7144"/>
                  </a:cubicBezTo>
                  <a:close/>
                </a:path>
              </a:pathLst>
            </a:custGeom>
            <a:solidFill>
              <a:srgbClr val="231F20"/>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63EC8EB5-D98E-4A6F-81C2-D96322BEABC7}"/>
                </a:ext>
              </a:extLst>
            </p:cNvPr>
            <p:cNvSpPr/>
            <p:nvPr/>
          </p:nvSpPr>
          <p:spPr>
            <a:xfrm>
              <a:off x="5972536" y="3781941"/>
              <a:ext cx="1699350" cy="2360208"/>
            </a:xfrm>
            <a:custGeom>
              <a:avLst/>
              <a:gdLst>
                <a:gd name="connsiteX0" fmla="*/ 7144 w 514350"/>
                <a:gd name="connsiteY0" fmla="*/ 7144 h 714375"/>
                <a:gd name="connsiteX1" fmla="*/ 508159 w 514350"/>
                <a:gd name="connsiteY1" fmla="*/ 7144 h 714375"/>
                <a:gd name="connsiteX2" fmla="*/ 508159 w 514350"/>
                <a:gd name="connsiteY2" fmla="*/ 711041 h 714375"/>
                <a:gd name="connsiteX3" fmla="*/ 7144 w 514350"/>
                <a:gd name="connsiteY3" fmla="*/ 711041 h 714375"/>
              </a:gdLst>
              <a:ahLst/>
              <a:cxnLst>
                <a:cxn ang="0">
                  <a:pos x="connsiteX0" y="connsiteY0"/>
                </a:cxn>
                <a:cxn ang="0">
                  <a:pos x="connsiteX1" y="connsiteY1"/>
                </a:cxn>
                <a:cxn ang="0">
                  <a:pos x="connsiteX2" y="connsiteY2"/>
                </a:cxn>
                <a:cxn ang="0">
                  <a:pos x="connsiteX3" y="connsiteY3"/>
                </a:cxn>
              </a:cxnLst>
              <a:rect l="l" t="t" r="r" b="b"/>
              <a:pathLst>
                <a:path w="514350" h="714375">
                  <a:moveTo>
                    <a:pt x="7144" y="7144"/>
                  </a:moveTo>
                  <a:lnTo>
                    <a:pt x="508159" y="7144"/>
                  </a:lnTo>
                  <a:lnTo>
                    <a:pt x="508159" y="711041"/>
                  </a:lnTo>
                  <a:lnTo>
                    <a:pt x="7144" y="711041"/>
                  </a:lnTo>
                  <a:close/>
                </a:path>
              </a:pathLst>
            </a:custGeom>
            <a:solidFill>
              <a:srgbClr val="F2F2F2"/>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418E6428-3EE9-41AF-8DDD-7ACA0A88479A}"/>
                </a:ext>
              </a:extLst>
            </p:cNvPr>
            <p:cNvSpPr/>
            <p:nvPr/>
          </p:nvSpPr>
          <p:spPr>
            <a:xfrm>
              <a:off x="6537278" y="3804313"/>
              <a:ext cx="1119116" cy="2330356"/>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39" name="Group 38">
              <a:extLst>
                <a:ext uri="{FF2B5EF4-FFF2-40B4-BE49-F238E27FC236}">
                  <a16:creationId xmlns:a16="http://schemas.microsoft.com/office/drawing/2014/main" id="{DEAC7B5F-5572-4A9E-BFCD-42F5A07AA343}"/>
                </a:ext>
              </a:extLst>
            </p:cNvPr>
            <p:cNvGrpSpPr/>
            <p:nvPr/>
          </p:nvGrpSpPr>
          <p:grpSpPr>
            <a:xfrm>
              <a:off x="6752948" y="6198983"/>
              <a:ext cx="113352" cy="113352"/>
              <a:chOff x="6768693" y="6038239"/>
              <a:chExt cx="147969" cy="147969"/>
            </a:xfrm>
          </p:grpSpPr>
          <p:sp>
            <p:nvSpPr>
              <p:cNvPr id="40" name="Oval 39">
                <a:extLst>
                  <a:ext uri="{FF2B5EF4-FFF2-40B4-BE49-F238E27FC236}">
                    <a16:creationId xmlns:a16="http://schemas.microsoft.com/office/drawing/2014/main" id="{DC13A079-D5F5-4867-8E81-F4BA014AAE37}"/>
                  </a:ext>
                </a:extLst>
              </p:cNvPr>
              <p:cNvSpPr/>
              <p:nvPr/>
            </p:nvSpPr>
            <p:spPr>
              <a:xfrm>
                <a:off x="6768693" y="6038239"/>
                <a:ext cx="147969" cy="14796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94094A8-BE8A-4F34-B01A-66886C0028F3}"/>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42" name="Group 41">
            <a:extLst>
              <a:ext uri="{FF2B5EF4-FFF2-40B4-BE49-F238E27FC236}">
                <a16:creationId xmlns:a16="http://schemas.microsoft.com/office/drawing/2014/main" id="{23EB9FEB-9B51-4564-BCBE-4C53C42A6497}"/>
              </a:ext>
            </a:extLst>
          </p:cNvPr>
          <p:cNvGrpSpPr/>
          <p:nvPr userDrawn="1"/>
        </p:nvGrpSpPr>
        <p:grpSpPr>
          <a:xfrm>
            <a:off x="2702838" y="4880678"/>
            <a:ext cx="778728" cy="1368963"/>
            <a:chOff x="7182034" y="5192864"/>
            <a:chExt cx="825553" cy="1451279"/>
          </a:xfrm>
        </p:grpSpPr>
        <p:grpSp>
          <p:nvGrpSpPr>
            <p:cNvPr id="43" name="Group 3">
              <a:extLst>
                <a:ext uri="{FF2B5EF4-FFF2-40B4-BE49-F238E27FC236}">
                  <a16:creationId xmlns:a16="http://schemas.microsoft.com/office/drawing/2014/main" id="{CB828E61-881F-49AD-8F76-4AA854F8F879}"/>
                </a:ext>
              </a:extLst>
            </p:cNvPr>
            <p:cNvGrpSpPr/>
            <p:nvPr/>
          </p:nvGrpSpPr>
          <p:grpSpPr>
            <a:xfrm>
              <a:off x="7182034" y="5192864"/>
              <a:ext cx="825553" cy="1451279"/>
              <a:chOff x="445712" y="1449040"/>
              <a:chExt cx="2113018" cy="3924176"/>
            </a:xfrm>
          </p:grpSpPr>
          <p:sp>
            <p:nvSpPr>
              <p:cNvPr id="46" name="Rounded Rectangle 4">
                <a:extLst>
                  <a:ext uri="{FF2B5EF4-FFF2-40B4-BE49-F238E27FC236}">
                    <a16:creationId xmlns:a16="http://schemas.microsoft.com/office/drawing/2014/main" id="{4451364B-85FA-423E-A1BA-437840EB4EFA}"/>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Rectangle 5">
                <a:extLst>
                  <a:ext uri="{FF2B5EF4-FFF2-40B4-BE49-F238E27FC236}">
                    <a16:creationId xmlns:a16="http://schemas.microsoft.com/office/drawing/2014/main" id="{AFBEF6D8-5F72-46B5-B11A-6C290A243CA9}"/>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48" name="Group 6">
                <a:extLst>
                  <a:ext uri="{FF2B5EF4-FFF2-40B4-BE49-F238E27FC236}">
                    <a16:creationId xmlns:a16="http://schemas.microsoft.com/office/drawing/2014/main" id="{35E7653B-5CAF-43A0-8A3B-E8BEA0D7EFE9}"/>
                  </a:ext>
                </a:extLst>
              </p:cNvPr>
              <p:cNvGrpSpPr/>
              <p:nvPr userDrawn="1"/>
            </p:nvGrpSpPr>
            <p:grpSpPr>
              <a:xfrm>
                <a:off x="1407705" y="5045834"/>
                <a:ext cx="211967" cy="211967"/>
                <a:chOff x="1549420" y="5712364"/>
                <a:chExt cx="312583" cy="312583"/>
              </a:xfrm>
            </p:grpSpPr>
            <p:sp>
              <p:nvSpPr>
                <p:cNvPr id="49" name="Oval 7">
                  <a:extLst>
                    <a:ext uri="{FF2B5EF4-FFF2-40B4-BE49-F238E27FC236}">
                      <a16:creationId xmlns:a16="http://schemas.microsoft.com/office/drawing/2014/main" id="{FFD4C3BE-276B-4C1D-91B5-AA4BA4DDFF66}"/>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50" name="Rounded Rectangle 8">
                  <a:extLst>
                    <a:ext uri="{FF2B5EF4-FFF2-40B4-BE49-F238E27FC236}">
                      <a16:creationId xmlns:a16="http://schemas.microsoft.com/office/drawing/2014/main" id="{5659BD84-02C0-459B-BC1B-79EE47CE586B}"/>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44" name="Freeform: Shape 43">
              <a:extLst>
                <a:ext uri="{FF2B5EF4-FFF2-40B4-BE49-F238E27FC236}">
                  <a16:creationId xmlns:a16="http://schemas.microsoft.com/office/drawing/2014/main" id="{D6463C82-AA08-47FA-BAF6-BAC49551F7C5}"/>
                </a:ext>
              </a:extLst>
            </p:cNvPr>
            <p:cNvSpPr/>
            <p:nvPr/>
          </p:nvSpPr>
          <p:spPr>
            <a:xfrm>
              <a:off x="7227509" y="5344413"/>
              <a:ext cx="734603" cy="1149173"/>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1A519171-147C-495B-859C-C21ECB1D8740}"/>
                </a:ext>
              </a:extLst>
            </p:cNvPr>
            <p:cNvSpPr/>
            <p:nvPr/>
          </p:nvSpPr>
          <p:spPr>
            <a:xfrm>
              <a:off x="7357552" y="5363794"/>
              <a:ext cx="604560" cy="1111721"/>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solidFill>
                  <a:schemeClr val="tx1"/>
                </a:solidFill>
              </a:endParaRPr>
            </a:p>
          </p:txBody>
        </p:sp>
      </p:grpSp>
      <p:sp>
        <p:nvSpPr>
          <p:cNvPr id="51" name="그림 개체 틀 2">
            <a:extLst>
              <a:ext uri="{FF2B5EF4-FFF2-40B4-BE49-F238E27FC236}">
                <a16:creationId xmlns:a16="http://schemas.microsoft.com/office/drawing/2014/main" id="{1A1F1398-BA55-4AC8-80A1-4A49DBCF5B64}"/>
              </a:ext>
            </a:extLst>
          </p:cNvPr>
          <p:cNvSpPr>
            <a:spLocks noGrp="1"/>
          </p:cNvSpPr>
          <p:nvPr>
            <p:ph type="pic" sz="quarter" idx="14" hasCustomPrompt="1"/>
          </p:nvPr>
        </p:nvSpPr>
        <p:spPr>
          <a:xfrm>
            <a:off x="3914185" y="3214549"/>
            <a:ext cx="3809988" cy="2165355"/>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52" name="그림 개체 틀 2">
            <a:extLst>
              <a:ext uri="{FF2B5EF4-FFF2-40B4-BE49-F238E27FC236}">
                <a16:creationId xmlns:a16="http://schemas.microsoft.com/office/drawing/2014/main" id="{98E6A99F-22A9-416D-A9C5-8F223163B704}"/>
              </a:ext>
            </a:extLst>
          </p:cNvPr>
          <p:cNvSpPr>
            <a:spLocks noGrp="1"/>
          </p:cNvSpPr>
          <p:nvPr>
            <p:ph type="pic" sz="quarter" idx="10" hasCustomPrompt="1"/>
          </p:nvPr>
        </p:nvSpPr>
        <p:spPr>
          <a:xfrm>
            <a:off x="8149287" y="4270081"/>
            <a:ext cx="2754941" cy="1759143"/>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53" name="그림 개체 틀 2">
            <a:extLst>
              <a:ext uri="{FF2B5EF4-FFF2-40B4-BE49-F238E27FC236}">
                <a16:creationId xmlns:a16="http://schemas.microsoft.com/office/drawing/2014/main" id="{CC3CFD0F-CF8E-478E-A607-BD7D544034F5}"/>
              </a:ext>
            </a:extLst>
          </p:cNvPr>
          <p:cNvSpPr>
            <a:spLocks noGrp="1"/>
          </p:cNvSpPr>
          <p:nvPr>
            <p:ph type="pic" sz="quarter" idx="42" hasCustomPrompt="1"/>
          </p:nvPr>
        </p:nvSpPr>
        <p:spPr>
          <a:xfrm>
            <a:off x="924950" y="4310470"/>
            <a:ext cx="1254034" cy="1721839"/>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54" name="그림 개체 틀 2">
            <a:extLst>
              <a:ext uri="{FF2B5EF4-FFF2-40B4-BE49-F238E27FC236}">
                <a16:creationId xmlns:a16="http://schemas.microsoft.com/office/drawing/2014/main" id="{3AFF4567-90C5-42D7-86CF-2A3E90D23DB1}"/>
              </a:ext>
            </a:extLst>
          </p:cNvPr>
          <p:cNvSpPr>
            <a:spLocks noGrp="1"/>
          </p:cNvSpPr>
          <p:nvPr>
            <p:ph type="pic" sz="quarter" idx="43" hasCustomPrompt="1"/>
          </p:nvPr>
        </p:nvSpPr>
        <p:spPr>
          <a:xfrm>
            <a:off x="2751514" y="4990776"/>
            <a:ext cx="694662" cy="1116847"/>
          </a:xfrm>
          <a:prstGeom prst="rect">
            <a:avLst/>
          </a:prstGeom>
          <a:solidFill>
            <a:schemeClr val="bg1">
              <a:lumMod val="95000"/>
            </a:schemeClr>
          </a:solidFill>
          <a:ln w="25400">
            <a:noFill/>
          </a:ln>
          <a:effectLst/>
        </p:spPr>
        <p:txBody>
          <a:bodyPr anchor="ctr"/>
          <a:lstStyle>
            <a:lvl1pPr marL="0" indent="0" algn="ctr">
              <a:buFontTx/>
              <a:buNone/>
              <a:defRPr sz="1100">
                <a:solidFill>
                  <a:schemeClr val="tx1">
                    <a:lumMod val="75000"/>
                    <a:lumOff val="25000"/>
                  </a:schemeClr>
                </a:solidFill>
              </a:defRPr>
            </a:lvl1pPr>
          </a:lstStyle>
          <a:p>
            <a:r>
              <a:rPr lang="en-US" altLang="ko-KR" dirty="0"/>
              <a:t>Place Your Picture Here</a:t>
            </a:r>
            <a:endParaRPr lang="ko-KR" altLang="en-US" dirty="0"/>
          </a:p>
        </p:txBody>
      </p:sp>
      <p:sp>
        <p:nvSpPr>
          <p:cNvPr id="55" name="Text Placeholder 9">
            <a:extLst>
              <a:ext uri="{FF2B5EF4-FFF2-40B4-BE49-F238E27FC236}">
                <a16:creationId xmlns:a16="http://schemas.microsoft.com/office/drawing/2014/main" id="{593F58EA-24CD-4DDD-8B8C-14035A3E3EB8}"/>
              </a:ext>
            </a:extLst>
          </p:cNvPr>
          <p:cNvSpPr>
            <a:spLocks noGrp="1"/>
          </p:cNvSpPr>
          <p:nvPr>
            <p:ph type="body" sz="quarter" idx="44"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5E87B78-A2E3-433E-AECF-E09C594E2FB0}"/>
              </a:ext>
            </a:extLst>
          </p:cNvPr>
          <p:cNvSpPr>
            <a:spLocks noGrp="1"/>
          </p:cNvSpPr>
          <p:nvPr>
            <p:ph type="pic" idx="12" hasCustomPrompt="1"/>
          </p:nvPr>
        </p:nvSpPr>
        <p:spPr>
          <a:xfrm>
            <a:off x="0" y="-8359"/>
            <a:ext cx="7561133" cy="6866359"/>
          </a:xfrm>
          <a:prstGeom prst="rect">
            <a:avLst/>
          </a:prstGeom>
          <a:solidFill>
            <a:schemeClr val="bg1">
              <a:lumMod val="95000"/>
            </a:schemeClr>
          </a:solidFill>
        </p:spPr>
        <p:txBody>
          <a:bodyPr anchor="ctr"/>
          <a:lstStyle>
            <a:lvl1pPr marL="0" indent="0" algn="ctr">
              <a:buNone/>
              <a:defRPr sz="18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F0005AD-41E5-400F-99B1-812C30D0C9C4}"/>
              </a:ext>
            </a:extLst>
          </p:cNvPr>
          <p:cNvSpPr/>
          <p:nvPr userDrawn="1"/>
        </p:nvSpPr>
        <p:spPr>
          <a:xfrm>
            <a:off x="873464" y="2187662"/>
            <a:ext cx="7694537" cy="6261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11" name="Rectangle 10">
            <a:extLst>
              <a:ext uri="{FF2B5EF4-FFF2-40B4-BE49-F238E27FC236}">
                <a16:creationId xmlns:a16="http://schemas.microsoft.com/office/drawing/2014/main" id="{2A1072F8-7495-4E67-AF02-69C54E0960E2}"/>
              </a:ext>
            </a:extLst>
          </p:cNvPr>
          <p:cNvSpPr/>
          <p:nvPr userDrawn="1"/>
        </p:nvSpPr>
        <p:spPr>
          <a:xfrm>
            <a:off x="873464" y="2866732"/>
            <a:ext cx="7694537" cy="626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2" name="Rectangle 11">
            <a:extLst>
              <a:ext uri="{FF2B5EF4-FFF2-40B4-BE49-F238E27FC236}">
                <a16:creationId xmlns:a16="http://schemas.microsoft.com/office/drawing/2014/main" id="{CD5246CB-0760-49CE-B148-65FD56575E93}"/>
              </a:ext>
            </a:extLst>
          </p:cNvPr>
          <p:cNvSpPr/>
          <p:nvPr userDrawn="1"/>
        </p:nvSpPr>
        <p:spPr>
          <a:xfrm>
            <a:off x="873464" y="3545800"/>
            <a:ext cx="7694537" cy="6261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Rectangle 12">
            <a:extLst>
              <a:ext uri="{FF2B5EF4-FFF2-40B4-BE49-F238E27FC236}">
                <a16:creationId xmlns:a16="http://schemas.microsoft.com/office/drawing/2014/main" id="{B0495A49-B586-4A36-8900-87B1292FF706}"/>
              </a:ext>
            </a:extLst>
          </p:cNvPr>
          <p:cNvSpPr/>
          <p:nvPr userDrawn="1"/>
        </p:nvSpPr>
        <p:spPr>
          <a:xfrm>
            <a:off x="873464" y="4224871"/>
            <a:ext cx="7694537" cy="6261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 name="Rectangle 13">
            <a:extLst>
              <a:ext uri="{FF2B5EF4-FFF2-40B4-BE49-F238E27FC236}">
                <a16:creationId xmlns:a16="http://schemas.microsoft.com/office/drawing/2014/main" id="{9B670FC4-85CC-49E9-9F23-8E95ED853B84}"/>
              </a:ext>
            </a:extLst>
          </p:cNvPr>
          <p:cNvSpPr/>
          <p:nvPr userDrawn="1"/>
        </p:nvSpPr>
        <p:spPr>
          <a:xfrm>
            <a:off x="873464" y="4903938"/>
            <a:ext cx="7694537" cy="6261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2" name="Group 3">
            <a:extLst>
              <a:ext uri="{FF2B5EF4-FFF2-40B4-BE49-F238E27FC236}">
                <a16:creationId xmlns:a16="http://schemas.microsoft.com/office/drawing/2014/main" id="{AB352CEA-957E-4DE2-A65F-4327A522D694}"/>
              </a:ext>
            </a:extLst>
          </p:cNvPr>
          <p:cNvGrpSpPr/>
          <p:nvPr userDrawn="1"/>
        </p:nvGrpSpPr>
        <p:grpSpPr>
          <a:xfrm>
            <a:off x="729449" y="1780758"/>
            <a:ext cx="2449180" cy="4305530"/>
            <a:chOff x="445712" y="1449040"/>
            <a:chExt cx="2113018" cy="3924176"/>
          </a:xfrm>
        </p:grpSpPr>
        <p:sp>
          <p:nvSpPr>
            <p:cNvPr id="3" name="Rounded Rectangle 4">
              <a:extLst>
                <a:ext uri="{FF2B5EF4-FFF2-40B4-BE49-F238E27FC236}">
                  <a16:creationId xmlns:a16="http://schemas.microsoft.com/office/drawing/2014/main" id="{CFDFEC98-EE67-4624-86B4-DCBFC445F85B}"/>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 name="Rectangle 5">
              <a:extLst>
                <a:ext uri="{FF2B5EF4-FFF2-40B4-BE49-F238E27FC236}">
                  <a16:creationId xmlns:a16="http://schemas.microsoft.com/office/drawing/2014/main" id="{E59C3CC0-FA5B-439E-9DE1-2B054112BEA1}"/>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5" name="Group 6">
              <a:extLst>
                <a:ext uri="{FF2B5EF4-FFF2-40B4-BE49-F238E27FC236}">
                  <a16:creationId xmlns:a16="http://schemas.microsoft.com/office/drawing/2014/main" id="{7159003D-189C-4BD0-9F50-129E53BB403E}"/>
                </a:ext>
              </a:extLst>
            </p:cNvPr>
            <p:cNvGrpSpPr/>
            <p:nvPr userDrawn="1"/>
          </p:nvGrpSpPr>
          <p:grpSpPr>
            <a:xfrm>
              <a:off x="1407705" y="5045834"/>
              <a:ext cx="211967" cy="211967"/>
              <a:chOff x="1549420" y="5712364"/>
              <a:chExt cx="312583" cy="312583"/>
            </a:xfrm>
          </p:grpSpPr>
          <p:sp>
            <p:nvSpPr>
              <p:cNvPr id="6" name="Oval 7">
                <a:extLst>
                  <a:ext uri="{FF2B5EF4-FFF2-40B4-BE49-F238E27FC236}">
                    <a16:creationId xmlns:a16="http://schemas.microsoft.com/office/drawing/2014/main" id="{230DCC1A-A88F-4FDF-AE03-F489AEB5158A}"/>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7" name="Rounded Rectangle 8">
                <a:extLst>
                  <a:ext uri="{FF2B5EF4-FFF2-40B4-BE49-F238E27FC236}">
                    <a16:creationId xmlns:a16="http://schemas.microsoft.com/office/drawing/2014/main" id="{7E75F99F-69A1-4245-BC6F-FB5606F10A20}"/>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sp>
        <p:nvSpPr>
          <p:cNvPr id="8" name="Picture Placeholder 2">
            <a:extLst>
              <a:ext uri="{FF2B5EF4-FFF2-40B4-BE49-F238E27FC236}">
                <a16:creationId xmlns:a16="http://schemas.microsoft.com/office/drawing/2014/main" id="{104309D3-280D-4397-9CBC-FC7414941272}"/>
              </a:ext>
            </a:extLst>
          </p:cNvPr>
          <p:cNvSpPr>
            <a:spLocks noGrp="1"/>
          </p:cNvSpPr>
          <p:nvPr>
            <p:ph type="pic" idx="15" hasCustomPrompt="1"/>
          </p:nvPr>
        </p:nvSpPr>
        <p:spPr>
          <a:xfrm>
            <a:off x="873465" y="2174930"/>
            <a:ext cx="2152765" cy="3348746"/>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9" name="Text Placeholder 9">
            <a:extLst>
              <a:ext uri="{FF2B5EF4-FFF2-40B4-BE49-F238E27FC236}">
                <a16:creationId xmlns:a16="http://schemas.microsoft.com/office/drawing/2014/main" id="{4465AFB7-CF34-4E86-8823-5D9FE4663FFE}"/>
              </a:ext>
            </a:extLst>
          </p:cNvPr>
          <p:cNvSpPr>
            <a:spLocks noGrp="1"/>
          </p:cNvSpPr>
          <p:nvPr>
            <p:ph type="body" sz="quarter" idx="44"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A1CEDAFB-75CA-4517-8B0E-60DDDB4F6F57}"/>
              </a:ext>
            </a:extLst>
          </p:cNvPr>
          <p:cNvSpPr>
            <a:spLocks noGrp="1"/>
          </p:cNvSpPr>
          <p:nvPr>
            <p:ph type="pic" sz="quarter" idx="14" hasCustomPrompt="1"/>
          </p:nvPr>
        </p:nvSpPr>
        <p:spPr>
          <a:xfrm>
            <a:off x="478972" y="0"/>
            <a:ext cx="5129348" cy="6858000"/>
          </a:xfrm>
          <a:prstGeom prst="rect">
            <a:avLst/>
          </a:prstGeom>
          <a:solidFill>
            <a:schemeClr val="bg1">
              <a:lumMod val="95000"/>
            </a:schemeClr>
          </a:solidFill>
          <a:ln w="19050">
            <a:noFill/>
          </a:ln>
        </p:spPr>
        <p:txBody>
          <a:bodyPr anchor="ctr"/>
          <a:lstStyle>
            <a:lvl1pPr marL="0" indent="0" algn="ctr">
              <a:lnSpc>
                <a:spcPct val="100000"/>
              </a:lnSpc>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925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7" r:id="rId16"/>
    <p:sldLayoutId id="2147483688" r:id="rId17"/>
    <p:sldLayoutId id="2147483671" r:id="rId18"/>
    <p:sldLayoutId id="2147483672" r:id="rId19"/>
    <p:sldLayoutId id="214748369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3.png"/><Relationship Id="rId7" Type="http://schemas.openxmlformats.org/officeDocument/2006/relationships/diagramColors" Target="../diagrams/colors1.xml"/><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D768DDB8-96E8-4C7C-BC8D-D6A93CF1499F}"/>
              </a:ext>
            </a:extLst>
          </p:cNvPr>
          <p:cNvSpPr txBox="1"/>
          <p:nvPr/>
        </p:nvSpPr>
        <p:spPr>
          <a:xfrm>
            <a:off x="5029201" y="1397675"/>
            <a:ext cx="6409236" cy="1938992"/>
          </a:xfrm>
          <a:prstGeom prst="rect">
            <a:avLst/>
          </a:prstGeom>
          <a:noFill/>
        </p:spPr>
        <p:txBody>
          <a:bodyPr wrap="square" rtlCol="0" anchor="ctr">
            <a:spAutoFit/>
          </a:bodyPr>
          <a:lstStyle/>
          <a:p>
            <a:pPr algn="r"/>
            <a:r>
              <a:rPr lang="en-GB" altLang="ko-KR" sz="6000" b="1" dirty="0">
                <a:solidFill>
                  <a:schemeClr val="tx1">
                    <a:lumMod val="85000"/>
                    <a:lumOff val="15000"/>
                  </a:schemeClr>
                </a:solidFill>
                <a:latin typeface="Amasis MT Pro Medium" panose="02040604050005020304" pitchFamily="18" charset="0"/>
                <a:cs typeface="Andalus" panose="02020603050405020304" pitchFamily="18" charset="-78"/>
              </a:rPr>
              <a:t>Climate change and electric cars</a:t>
            </a:r>
            <a:endParaRPr lang="ko-KR" altLang="en-US" sz="6000" b="1" dirty="0">
              <a:solidFill>
                <a:schemeClr val="tx1">
                  <a:lumMod val="85000"/>
                  <a:lumOff val="15000"/>
                </a:schemeClr>
              </a:solidFill>
              <a:latin typeface="Amasis MT Pro Medium" panose="02040604050005020304" pitchFamily="18" charset="0"/>
              <a:cs typeface="Andalus" panose="02020603050405020304" pitchFamily="18" charset="-78"/>
            </a:endParaRPr>
          </a:p>
        </p:txBody>
      </p:sp>
    </p:spTree>
    <p:custDataLst>
      <p:tags r:id="rId1"/>
    </p:custDataLst>
    <p:extLst>
      <p:ext uri="{BB962C8B-B14F-4D97-AF65-F5344CB8AC3E}">
        <p14:creationId xmlns:p14="http://schemas.microsoft.com/office/powerpoint/2010/main" val="3762006554"/>
      </p:ext>
    </p:extLst>
  </p:cSld>
  <p:clrMapOvr>
    <a:masterClrMapping/>
  </p:clrMapOvr>
  <mc:AlternateContent xmlns:mc="http://schemas.openxmlformats.org/markup-compatibility/2006">
    <mc:Choice xmlns:p14="http://schemas.microsoft.com/office/powerpoint/2010/main" Requires="p14">
      <p:transition spd="slow" p14:dur="2000" advTm="11158"/>
    </mc:Choice>
    <mc:Fallback>
      <p:transition spd="slow" advTm="111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randombar(horizontal)">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309401" y="396235"/>
            <a:ext cx="11573197" cy="724247"/>
          </a:xfrm>
          <a:prstGeom prst="rect">
            <a:avLst/>
          </a:prstGeom>
        </p:spPr>
        <p:txBody>
          <a:bodyPr/>
          <a:lstStyle/>
          <a:p>
            <a:r>
              <a:rPr lang="en-US" dirty="0">
                <a:latin typeface="Amasis MT Pro Medium" panose="02040604050005020304" pitchFamily="18" charset="0"/>
              </a:rPr>
              <a:t>Today’s Agenda </a:t>
            </a:r>
          </a:p>
        </p:txBody>
      </p:sp>
      <p:grpSp>
        <p:nvGrpSpPr>
          <p:cNvPr id="19" name="Group 18">
            <a:extLst>
              <a:ext uri="{FF2B5EF4-FFF2-40B4-BE49-F238E27FC236}">
                <a16:creationId xmlns:a16="http://schemas.microsoft.com/office/drawing/2014/main" id="{2BA3B42F-ED1B-481C-A907-E8CF065140AC}"/>
              </a:ext>
            </a:extLst>
          </p:cNvPr>
          <p:cNvGrpSpPr/>
          <p:nvPr/>
        </p:nvGrpSpPr>
        <p:grpSpPr>
          <a:xfrm>
            <a:off x="3647126" y="1015156"/>
            <a:ext cx="7957813" cy="5492586"/>
            <a:chOff x="3386441" y="610331"/>
            <a:chExt cx="7957813" cy="5492586"/>
          </a:xfrm>
        </p:grpSpPr>
        <p:grpSp>
          <p:nvGrpSpPr>
            <p:cNvPr id="18" name="Group 17">
              <a:extLst>
                <a:ext uri="{FF2B5EF4-FFF2-40B4-BE49-F238E27FC236}">
                  <a16:creationId xmlns:a16="http://schemas.microsoft.com/office/drawing/2014/main" id="{18BAC47A-1FB1-4B7D-86F7-FFC666F8386A}"/>
                </a:ext>
              </a:extLst>
            </p:cNvPr>
            <p:cNvGrpSpPr/>
            <p:nvPr/>
          </p:nvGrpSpPr>
          <p:grpSpPr>
            <a:xfrm>
              <a:off x="7059463" y="610331"/>
              <a:ext cx="4284791" cy="5247186"/>
              <a:chOff x="7059463" y="610331"/>
              <a:chExt cx="4284791" cy="5247186"/>
            </a:xfrm>
          </p:grpSpPr>
          <p:grpSp>
            <p:nvGrpSpPr>
              <p:cNvPr id="11" name="Group 10">
                <a:extLst>
                  <a:ext uri="{FF2B5EF4-FFF2-40B4-BE49-F238E27FC236}">
                    <a16:creationId xmlns:a16="http://schemas.microsoft.com/office/drawing/2014/main" id="{C42B5963-AC4E-46AA-8D6D-3FD1A714501A}"/>
                  </a:ext>
                </a:extLst>
              </p:cNvPr>
              <p:cNvGrpSpPr/>
              <p:nvPr/>
            </p:nvGrpSpPr>
            <p:grpSpPr>
              <a:xfrm flipH="1">
                <a:off x="7059463" y="1827550"/>
                <a:ext cx="4284791" cy="4029967"/>
                <a:chOff x="4870179" y="1806250"/>
                <a:chExt cx="4284791" cy="4029967"/>
              </a:xfrm>
            </p:grpSpPr>
            <p:sp>
              <p:nvSpPr>
                <p:cNvPr id="4" name="Freeform 11">
                  <a:extLst>
                    <a:ext uri="{FF2B5EF4-FFF2-40B4-BE49-F238E27FC236}">
                      <a16:creationId xmlns:a16="http://schemas.microsoft.com/office/drawing/2014/main" id="{B29728CD-D83E-46C3-9E49-343897580C2F}"/>
                    </a:ext>
                  </a:extLst>
                </p:cNvPr>
                <p:cNvSpPr>
                  <a:spLocks/>
                </p:cNvSpPr>
                <p:nvPr/>
              </p:nvSpPr>
              <p:spPr bwMode="auto">
                <a:xfrm>
                  <a:off x="4870179" y="1806250"/>
                  <a:ext cx="3733938" cy="3593742"/>
                </a:xfrm>
                <a:custGeom>
                  <a:avLst/>
                  <a:gdLst>
                    <a:gd name="connsiteX0" fmla="*/ 3175848 w 6187971"/>
                    <a:gd name="connsiteY0" fmla="*/ 5544922 h 5955635"/>
                    <a:gd name="connsiteX1" fmla="*/ 3184857 w 6187971"/>
                    <a:gd name="connsiteY1" fmla="*/ 5542997 h 5955635"/>
                    <a:gd name="connsiteX2" fmla="*/ 3185794 w 6187971"/>
                    <a:gd name="connsiteY2" fmla="*/ 5544792 h 5955635"/>
                    <a:gd name="connsiteX3" fmla="*/ 3509992 w 6187971"/>
                    <a:gd name="connsiteY3" fmla="*/ 5452506 h 5955635"/>
                    <a:gd name="connsiteX4" fmla="*/ 3560810 w 6187971"/>
                    <a:gd name="connsiteY4" fmla="*/ 5445094 h 5955635"/>
                    <a:gd name="connsiteX5" fmla="*/ 3523318 w 6187971"/>
                    <a:gd name="connsiteY5" fmla="*/ 5451849 h 5955635"/>
                    <a:gd name="connsiteX6" fmla="*/ 3518813 w 6187971"/>
                    <a:gd name="connsiteY6" fmla="*/ 5452811 h 5955635"/>
                    <a:gd name="connsiteX7" fmla="*/ 3472811 w 6187971"/>
                    <a:gd name="connsiteY7" fmla="*/ 5457929 h 5955635"/>
                    <a:gd name="connsiteX8" fmla="*/ 3477314 w 6187971"/>
                    <a:gd name="connsiteY8" fmla="*/ 5456967 h 5955635"/>
                    <a:gd name="connsiteX9" fmla="*/ 3481818 w 6187971"/>
                    <a:gd name="connsiteY9" fmla="*/ 5456005 h 5955635"/>
                    <a:gd name="connsiteX10" fmla="*/ 3499835 w 6187971"/>
                    <a:gd name="connsiteY10" fmla="*/ 5452156 h 5955635"/>
                    <a:gd name="connsiteX11" fmla="*/ 3509992 w 6187971"/>
                    <a:gd name="connsiteY11" fmla="*/ 5452506 h 5955635"/>
                    <a:gd name="connsiteX12" fmla="*/ 4648965 w 6187971"/>
                    <a:gd name="connsiteY12" fmla="*/ 5205864 h 5955635"/>
                    <a:gd name="connsiteX13" fmla="*/ 4648375 w 6187971"/>
                    <a:gd name="connsiteY13" fmla="*/ 5206776 h 5955635"/>
                    <a:gd name="connsiteX14" fmla="*/ 4643871 w 6187971"/>
                    <a:gd name="connsiteY14" fmla="*/ 5207738 h 5955635"/>
                    <a:gd name="connsiteX15" fmla="*/ 3439358 w 6187971"/>
                    <a:gd name="connsiteY15" fmla="*/ 5455658 h 5955635"/>
                    <a:gd name="connsiteX16" fmla="*/ 3443861 w 6187971"/>
                    <a:gd name="connsiteY16" fmla="*/ 5454695 h 5955635"/>
                    <a:gd name="connsiteX17" fmla="*/ 3462839 w 6187971"/>
                    <a:gd name="connsiteY17" fmla="*/ 5455350 h 5955635"/>
                    <a:gd name="connsiteX18" fmla="*/ 3463802 w 6187971"/>
                    <a:gd name="connsiteY18" fmla="*/ 5459854 h 5955635"/>
                    <a:gd name="connsiteX19" fmla="*/ 3464764 w 6187971"/>
                    <a:gd name="connsiteY19" fmla="*/ 5464358 h 5955635"/>
                    <a:gd name="connsiteX20" fmla="*/ 3386270 w 6187971"/>
                    <a:gd name="connsiteY20" fmla="*/ 5471708 h 5955635"/>
                    <a:gd name="connsiteX21" fmla="*/ 3439358 w 6187971"/>
                    <a:gd name="connsiteY21" fmla="*/ 5455658 h 5955635"/>
                    <a:gd name="connsiteX22" fmla="*/ 4926827 w 6187971"/>
                    <a:gd name="connsiteY22" fmla="*/ 4878836 h 5955635"/>
                    <a:gd name="connsiteX23" fmla="*/ 4931331 w 6187971"/>
                    <a:gd name="connsiteY23" fmla="*/ 4877874 h 5955635"/>
                    <a:gd name="connsiteX24" fmla="*/ 4927253 w 6187971"/>
                    <a:gd name="connsiteY24" fmla="*/ 4880833 h 5955635"/>
                    <a:gd name="connsiteX25" fmla="*/ 1616921 w 6187971"/>
                    <a:gd name="connsiteY25" fmla="*/ 5147987 h 5955635"/>
                    <a:gd name="connsiteX26" fmla="*/ 1621158 w 6187971"/>
                    <a:gd name="connsiteY26" fmla="*/ 5151791 h 5955635"/>
                    <a:gd name="connsiteX27" fmla="*/ 1617883 w 6187971"/>
                    <a:gd name="connsiteY27" fmla="*/ 5152491 h 5955635"/>
                    <a:gd name="connsiteX28" fmla="*/ 1616921 w 6187971"/>
                    <a:gd name="connsiteY28" fmla="*/ 5147987 h 5955635"/>
                    <a:gd name="connsiteX29" fmla="*/ 6029280 w 6187971"/>
                    <a:gd name="connsiteY29" fmla="*/ 4202957 h 5955635"/>
                    <a:gd name="connsiteX30" fmla="*/ 6033742 w 6187971"/>
                    <a:gd name="connsiteY30" fmla="*/ 4205846 h 5955635"/>
                    <a:gd name="connsiteX31" fmla="*/ 6030850 w 6187971"/>
                    <a:gd name="connsiteY31" fmla="*/ 4210306 h 5955635"/>
                    <a:gd name="connsiteX32" fmla="*/ 6030065 w 6187971"/>
                    <a:gd name="connsiteY32" fmla="*/ 4206631 h 5955635"/>
                    <a:gd name="connsiteX33" fmla="*/ 6029280 w 6187971"/>
                    <a:gd name="connsiteY33" fmla="*/ 4202957 h 5955635"/>
                    <a:gd name="connsiteX34" fmla="*/ 5195431 w 6187971"/>
                    <a:gd name="connsiteY34" fmla="*/ 4350487 h 5955635"/>
                    <a:gd name="connsiteX35" fmla="*/ 5195619 w 6187971"/>
                    <a:gd name="connsiteY35" fmla="*/ 4350447 h 5955635"/>
                    <a:gd name="connsiteX36" fmla="*/ 5191889 w 6187971"/>
                    <a:gd name="connsiteY36" fmla="*/ 4355954 h 5955635"/>
                    <a:gd name="connsiteX37" fmla="*/ 5195431 w 6187971"/>
                    <a:gd name="connsiteY37" fmla="*/ 4350487 h 5955635"/>
                    <a:gd name="connsiteX38" fmla="*/ 5135887 w 6187971"/>
                    <a:gd name="connsiteY38" fmla="*/ 4358358 h 5955635"/>
                    <a:gd name="connsiteX39" fmla="*/ 5135916 w 6187971"/>
                    <a:gd name="connsiteY39" fmla="*/ 4358493 h 5955635"/>
                    <a:gd name="connsiteX40" fmla="*/ 5132374 w 6187971"/>
                    <a:gd name="connsiteY40" fmla="*/ 4363959 h 5955635"/>
                    <a:gd name="connsiteX41" fmla="*/ 1535232 w 6187971"/>
                    <a:gd name="connsiteY41" fmla="*/ 5118342 h 5955635"/>
                    <a:gd name="connsiteX42" fmla="*/ 1540699 w 6187971"/>
                    <a:gd name="connsiteY42" fmla="*/ 5121884 h 5955635"/>
                    <a:gd name="connsiteX43" fmla="*/ 1546166 w 6187971"/>
                    <a:gd name="connsiteY43" fmla="*/ 5125426 h 5955635"/>
                    <a:gd name="connsiteX44" fmla="*/ 1541661 w 6187971"/>
                    <a:gd name="connsiteY44" fmla="*/ 5126389 h 5955635"/>
                    <a:gd name="connsiteX45" fmla="*/ 1535232 w 6187971"/>
                    <a:gd name="connsiteY45" fmla="*/ 5118342 h 5955635"/>
                    <a:gd name="connsiteX46" fmla="*/ 1296561 w 6187971"/>
                    <a:gd name="connsiteY46" fmla="*/ 4951097 h 5955635"/>
                    <a:gd name="connsiteX47" fmla="*/ 1298982 w 6187971"/>
                    <a:gd name="connsiteY47" fmla="*/ 4952173 h 5955635"/>
                    <a:gd name="connsiteX48" fmla="*/ 1302760 w 6187971"/>
                    <a:gd name="connsiteY48" fmla="*/ 4956076 h 5955635"/>
                    <a:gd name="connsiteX49" fmla="*/ 1297293 w 6187971"/>
                    <a:gd name="connsiteY49" fmla="*/ 4952534 h 5955635"/>
                    <a:gd name="connsiteX50" fmla="*/ 1299553 w 6187971"/>
                    <a:gd name="connsiteY50" fmla="*/ 4938864 h 5955635"/>
                    <a:gd name="connsiteX51" fmla="*/ 1305339 w 6187971"/>
                    <a:gd name="connsiteY51" fmla="*/ 4946105 h 5955635"/>
                    <a:gd name="connsiteX52" fmla="*/ 1299715 w 6187971"/>
                    <a:gd name="connsiteY52" fmla="*/ 4939066 h 5955635"/>
                    <a:gd name="connsiteX53" fmla="*/ 6187039 w 6187971"/>
                    <a:gd name="connsiteY53" fmla="*/ 3627519 h 5955635"/>
                    <a:gd name="connsiteX54" fmla="*/ 6185137 w 6187971"/>
                    <a:gd name="connsiteY54" fmla="*/ 3708609 h 5955635"/>
                    <a:gd name="connsiteX55" fmla="*/ 6163816 w 6187971"/>
                    <a:gd name="connsiteY55" fmla="*/ 3770795 h 5955635"/>
                    <a:gd name="connsiteX56" fmla="*/ 6168279 w 6187971"/>
                    <a:gd name="connsiteY56" fmla="*/ 3773684 h 5955635"/>
                    <a:gd name="connsiteX57" fmla="*/ 6163279 w 6187971"/>
                    <a:gd name="connsiteY57" fmla="*/ 3786278 h 5955635"/>
                    <a:gd name="connsiteX58" fmla="*/ 6160387 w 6187971"/>
                    <a:gd name="connsiteY58" fmla="*/ 3790738 h 5955635"/>
                    <a:gd name="connsiteX59" fmla="*/ 6164064 w 6187971"/>
                    <a:gd name="connsiteY59" fmla="*/ 3789953 h 5955635"/>
                    <a:gd name="connsiteX60" fmla="*/ 6153775 w 6187971"/>
                    <a:gd name="connsiteY60" fmla="*/ 3849782 h 5955635"/>
                    <a:gd name="connsiteX61" fmla="*/ 6154561 w 6187971"/>
                    <a:gd name="connsiteY61" fmla="*/ 3853456 h 5955635"/>
                    <a:gd name="connsiteX62" fmla="*/ 6155346 w 6187971"/>
                    <a:gd name="connsiteY62" fmla="*/ 3857131 h 5955635"/>
                    <a:gd name="connsiteX63" fmla="*/ 6156131 w 6187971"/>
                    <a:gd name="connsiteY63" fmla="*/ 3860805 h 5955635"/>
                    <a:gd name="connsiteX64" fmla="*/ 6152454 w 6187971"/>
                    <a:gd name="connsiteY64" fmla="*/ 3861591 h 5955635"/>
                    <a:gd name="connsiteX65" fmla="*/ 6156916 w 6187971"/>
                    <a:gd name="connsiteY65" fmla="*/ 3864480 h 5955635"/>
                    <a:gd name="connsiteX66" fmla="*/ 6155841 w 6187971"/>
                    <a:gd name="connsiteY66" fmla="*/ 3895446 h 5955635"/>
                    <a:gd name="connsiteX67" fmla="*/ 6171873 w 6187971"/>
                    <a:gd name="connsiteY67" fmla="*/ 3880495 h 5955635"/>
                    <a:gd name="connsiteX68" fmla="*/ 6171604 w 6187971"/>
                    <a:gd name="connsiteY68" fmla="*/ 3888236 h 5955635"/>
                    <a:gd name="connsiteX69" fmla="*/ 6171470 w 6187971"/>
                    <a:gd name="connsiteY69" fmla="*/ 3892106 h 5955635"/>
                    <a:gd name="connsiteX70" fmla="*/ 6170551 w 6187971"/>
                    <a:gd name="connsiteY70" fmla="*/ 3892303 h 5955635"/>
                    <a:gd name="connsiteX71" fmla="*/ 6171336 w 6187971"/>
                    <a:gd name="connsiteY71" fmla="*/ 3895977 h 5955635"/>
                    <a:gd name="connsiteX72" fmla="*/ 6171470 w 6187971"/>
                    <a:gd name="connsiteY72" fmla="*/ 3892106 h 5955635"/>
                    <a:gd name="connsiteX73" fmla="*/ 6174228 w 6187971"/>
                    <a:gd name="connsiteY73" fmla="*/ 3891517 h 5955635"/>
                    <a:gd name="connsiteX74" fmla="*/ 6175013 w 6187971"/>
                    <a:gd name="connsiteY74" fmla="*/ 3895192 h 5955635"/>
                    <a:gd name="connsiteX75" fmla="*/ 6175798 w 6187971"/>
                    <a:gd name="connsiteY75" fmla="*/ 3898866 h 5955635"/>
                    <a:gd name="connsiteX76" fmla="*/ 6168691 w 6187971"/>
                    <a:gd name="connsiteY76" fmla="*/ 3919595 h 5955635"/>
                    <a:gd name="connsiteX77" fmla="*/ 6165799 w 6187971"/>
                    <a:gd name="connsiteY77" fmla="*/ 3924055 h 5955635"/>
                    <a:gd name="connsiteX78" fmla="*/ 6163691 w 6187971"/>
                    <a:gd name="connsiteY78" fmla="*/ 3932189 h 5955635"/>
                    <a:gd name="connsiteX79" fmla="*/ 6160799 w 6187971"/>
                    <a:gd name="connsiteY79" fmla="*/ 3936650 h 5955635"/>
                    <a:gd name="connsiteX80" fmla="*/ 6162906 w 6187971"/>
                    <a:gd name="connsiteY80" fmla="*/ 3928515 h 5955635"/>
                    <a:gd name="connsiteX81" fmla="*/ 6165014 w 6187971"/>
                    <a:gd name="connsiteY81" fmla="*/ 3920380 h 5955635"/>
                    <a:gd name="connsiteX82" fmla="*/ 6150552 w 6187971"/>
                    <a:gd name="connsiteY82" fmla="*/ 3942681 h 5955635"/>
                    <a:gd name="connsiteX83" fmla="*/ 6137165 w 6187971"/>
                    <a:gd name="connsiteY83" fmla="*/ 3934015 h 5955635"/>
                    <a:gd name="connsiteX84" fmla="*/ 6088449 w 6187971"/>
                    <a:gd name="connsiteY84" fmla="*/ 4101948 h 5955635"/>
                    <a:gd name="connsiteX85" fmla="*/ 6086341 w 6187971"/>
                    <a:gd name="connsiteY85" fmla="*/ 4110083 h 5955635"/>
                    <a:gd name="connsiteX86" fmla="*/ 6083449 w 6187971"/>
                    <a:gd name="connsiteY86" fmla="*/ 4114542 h 5955635"/>
                    <a:gd name="connsiteX87" fmla="*/ 6059236 w 6187971"/>
                    <a:gd name="connsiteY87" fmla="*/ 4181188 h 5955635"/>
                    <a:gd name="connsiteX88" fmla="*/ 6030808 w 6187971"/>
                    <a:gd name="connsiteY88" fmla="*/ 4264104 h 5955635"/>
                    <a:gd name="connsiteX89" fmla="*/ 5990563 w 6187971"/>
                    <a:gd name="connsiteY89" fmla="*/ 4345702 h 5955635"/>
                    <a:gd name="connsiteX90" fmla="*/ 5931641 w 6187971"/>
                    <a:gd name="connsiteY90" fmla="*/ 4465868 h 5955635"/>
                    <a:gd name="connsiteX91" fmla="*/ 5868547 w 6187971"/>
                    <a:gd name="connsiteY91" fmla="*/ 4548506 h 5955635"/>
                    <a:gd name="connsiteX92" fmla="*/ 5877224 w 6187971"/>
                    <a:gd name="connsiteY92" fmla="*/ 4535125 h 5955635"/>
                    <a:gd name="connsiteX93" fmla="*/ 5870655 w 6187971"/>
                    <a:gd name="connsiteY93" fmla="*/ 4540371 h 5955635"/>
                    <a:gd name="connsiteX94" fmla="*/ 5867762 w 6187971"/>
                    <a:gd name="connsiteY94" fmla="*/ 4544831 h 5955635"/>
                    <a:gd name="connsiteX95" fmla="*/ 5869870 w 6187971"/>
                    <a:gd name="connsiteY95" fmla="*/ 4536697 h 5955635"/>
                    <a:gd name="connsiteX96" fmla="*/ 5869085 w 6187971"/>
                    <a:gd name="connsiteY96" fmla="*/ 4533022 h 5955635"/>
                    <a:gd name="connsiteX97" fmla="*/ 5809916 w 6187971"/>
                    <a:gd name="connsiteY97" fmla="*/ 4634032 h 5955635"/>
                    <a:gd name="connsiteX98" fmla="*/ 5732112 w 6187971"/>
                    <a:gd name="connsiteY98" fmla="*/ 4719811 h 5955635"/>
                    <a:gd name="connsiteX99" fmla="*/ 5839913 w 6187971"/>
                    <a:gd name="connsiteY99" fmla="*/ 4558465 h 5955635"/>
                    <a:gd name="connsiteX100" fmla="*/ 5846236 w 6187971"/>
                    <a:gd name="connsiteY100" fmla="*/ 4534062 h 5955635"/>
                    <a:gd name="connsiteX101" fmla="*/ 5879621 w 6187971"/>
                    <a:gd name="connsiteY101" fmla="*/ 4492350 h 5955635"/>
                    <a:gd name="connsiteX102" fmla="*/ 5893835 w 6187971"/>
                    <a:gd name="connsiteY102" fmla="*/ 4450893 h 5955635"/>
                    <a:gd name="connsiteX103" fmla="*/ 5930898 w 6187971"/>
                    <a:gd name="connsiteY103" fmla="*/ 4408396 h 5955635"/>
                    <a:gd name="connsiteX104" fmla="*/ 5939823 w 6187971"/>
                    <a:gd name="connsiteY104" fmla="*/ 4414173 h 5955635"/>
                    <a:gd name="connsiteX105" fmla="*/ 5959284 w 6187971"/>
                    <a:gd name="connsiteY105" fmla="*/ 4379279 h 5955635"/>
                    <a:gd name="connsiteX106" fmla="*/ 5955607 w 6187971"/>
                    <a:gd name="connsiteY106" fmla="*/ 4380064 h 5955635"/>
                    <a:gd name="connsiteX107" fmla="*/ 5952715 w 6187971"/>
                    <a:gd name="connsiteY107" fmla="*/ 4384525 h 5955635"/>
                    <a:gd name="connsiteX108" fmla="*/ 5951930 w 6187971"/>
                    <a:gd name="connsiteY108" fmla="*/ 4380850 h 5955635"/>
                    <a:gd name="connsiteX109" fmla="*/ 5941683 w 6187971"/>
                    <a:gd name="connsiteY109" fmla="*/ 4386882 h 5955635"/>
                    <a:gd name="connsiteX110" fmla="*/ 5955359 w 6187971"/>
                    <a:gd name="connsiteY110" fmla="*/ 4360907 h 5955635"/>
                    <a:gd name="connsiteX111" fmla="*/ 5954574 w 6187971"/>
                    <a:gd name="connsiteY111" fmla="*/ 4357232 h 5955635"/>
                    <a:gd name="connsiteX112" fmla="*/ 5958251 w 6187971"/>
                    <a:gd name="connsiteY112" fmla="*/ 4356446 h 5955635"/>
                    <a:gd name="connsiteX113" fmla="*/ 5960359 w 6187971"/>
                    <a:gd name="connsiteY113" fmla="*/ 4348312 h 5955635"/>
                    <a:gd name="connsiteX114" fmla="*/ 5964036 w 6187971"/>
                    <a:gd name="connsiteY114" fmla="*/ 4347527 h 5955635"/>
                    <a:gd name="connsiteX115" fmla="*/ 5980357 w 6187971"/>
                    <a:gd name="connsiteY115" fmla="*/ 4297935 h 5955635"/>
                    <a:gd name="connsiteX116" fmla="*/ 6007959 w 6187971"/>
                    <a:gd name="connsiteY116" fmla="*/ 4265143 h 5955635"/>
                    <a:gd name="connsiteX117" fmla="*/ 6010851 w 6187971"/>
                    <a:gd name="connsiteY117" fmla="*/ 4260683 h 5955635"/>
                    <a:gd name="connsiteX118" fmla="*/ 6016636 w 6187971"/>
                    <a:gd name="connsiteY118" fmla="*/ 4251763 h 5955635"/>
                    <a:gd name="connsiteX119" fmla="*/ 6017421 w 6187971"/>
                    <a:gd name="connsiteY119" fmla="*/ 4255437 h 5955635"/>
                    <a:gd name="connsiteX120" fmla="*/ 6014528 w 6187971"/>
                    <a:gd name="connsiteY120" fmla="*/ 4259898 h 5955635"/>
                    <a:gd name="connsiteX121" fmla="*/ 6015313 w 6187971"/>
                    <a:gd name="connsiteY121" fmla="*/ 4263572 h 5955635"/>
                    <a:gd name="connsiteX122" fmla="*/ 6024528 w 6187971"/>
                    <a:gd name="connsiteY122" fmla="*/ 4234709 h 5955635"/>
                    <a:gd name="connsiteX123" fmla="*/ 6021635 w 6187971"/>
                    <a:gd name="connsiteY123" fmla="*/ 4239169 h 5955635"/>
                    <a:gd name="connsiteX124" fmla="*/ 6020850 w 6187971"/>
                    <a:gd name="connsiteY124" fmla="*/ 4235494 h 5955635"/>
                    <a:gd name="connsiteX125" fmla="*/ 6020065 w 6187971"/>
                    <a:gd name="connsiteY125" fmla="*/ 4231820 h 5955635"/>
                    <a:gd name="connsiteX126" fmla="*/ 6013496 w 6187971"/>
                    <a:gd name="connsiteY126" fmla="*/ 4237066 h 5955635"/>
                    <a:gd name="connsiteX127" fmla="*/ 6027957 w 6187971"/>
                    <a:gd name="connsiteY127" fmla="*/ 4214766 h 5955635"/>
                    <a:gd name="connsiteX128" fmla="*/ 6030850 w 6187971"/>
                    <a:gd name="connsiteY128" fmla="*/ 4210306 h 5955635"/>
                    <a:gd name="connsiteX129" fmla="*/ 6078987 w 6187971"/>
                    <a:gd name="connsiteY129" fmla="*/ 4111654 h 5955635"/>
                    <a:gd name="connsiteX130" fmla="*/ 6081879 w 6187971"/>
                    <a:gd name="connsiteY130" fmla="*/ 4107194 h 5955635"/>
                    <a:gd name="connsiteX131" fmla="*/ 6083986 w 6187971"/>
                    <a:gd name="connsiteY131" fmla="*/ 4099059 h 5955635"/>
                    <a:gd name="connsiteX132" fmla="*/ 6084771 w 6187971"/>
                    <a:gd name="connsiteY132" fmla="*/ 4102733 h 5955635"/>
                    <a:gd name="connsiteX133" fmla="*/ 6087953 w 6187971"/>
                    <a:gd name="connsiteY133" fmla="*/ 4063633 h 5955635"/>
                    <a:gd name="connsiteX134" fmla="*/ 6085846 w 6187971"/>
                    <a:gd name="connsiteY134" fmla="*/ 4071767 h 5955635"/>
                    <a:gd name="connsiteX135" fmla="*/ 6082169 w 6187971"/>
                    <a:gd name="connsiteY135" fmla="*/ 4072553 h 5955635"/>
                    <a:gd name="connsiteX136" fmla="*/ 6084276 w 6187971"/>
                    <a:gd name="connsiteY136" fmla="*/ 4064419 h 5955635"/>
                    <a:gd name="connsiteX137" fmla="*/ 6083990 w 6187971"/>
                    <a:gd name="connsiteY137" fmla="*/ 4063082 h 5955635"/>
                    <a:gd name="connsiteX138" fmla="*/ 6084968 w 6187971"/>
                    <a:gd name="connsiteY138" fmla="*/ 4060909 h 5955635"/>
                    <a:gd name="connsiteX139" fmla="*/ 6086383 w 6187971"/>
                    <a:gd name="connsiteY139" fmla="*/ 4056284 h 5955635"/>
                    <a:gd name="connsiteX140" fmla="*/ 6083491 w 6187971"/>
                    <a:gd name="connsiteY140" fmla="*/ 4060744 h 5955635"/>
                    <a:gd name="connsiteX141" fmla="*/ 6083990 w 6187971"/>
                    <a:gd name="connsiteY141" fmla="*/ 4063082 h 5955635"/>
                    <a:gd name="connsiteX142" fmla="*/ 6081384 w 6187971"/>
                    <a:gd name="connsiteY142" fmla="*/ 4068878 h 5955635"/>
                    <a:gd name="connsiteX143" fmla="*/ 6123530 w 6187971"/>
                    <a:gd name="connsiteY143" fmla="*/ 3906191 h 5955635"/>
                    <a:gd name="connsiteX144" fmla="*/ 6134315 w 6187971"/>
                    <a:gd name="connsiteY144" fmla="*/ 3884676 h 5955635"/>
                    <a:gd name="connsiteX145" fmla="*/ 6129067 w 6187971"/>
                    <a:gd name="connsiteY145" fmla="*/ 3878113 h 5955635"/>
                    <a:gd name="connsiteX146" fmla="*/ 6131959 w 6187971"/>
                    <a:gd name="connsiteY146" fmla="*/ 3873653 h 5955635"/>
                    <a:gd name="connsiteX147" fmla="*/ 6134066 w 6187971"/>
                    <a:gd name="connsiteY147" fmla="*/ 3865519 h 5955635"/>
                    <a:gd name="connsiteX148" fmla="*/ 6157494 w 6187971"/>
                    <a:gd name="connsiteY148" fmla="*/ 3795198 h 5955635"/>
                    <a:gd name="connsiteX149" fmla="*/ 6154602 w 6187971"/>
                    <a:gd name="connsiteY149" fmla="*/ 3799658 h 5955635"/>
                    <a:gd name="connsiteX150" fmla="*/ 6150140 w 6187971"/>
                    <a:gd name="connsiteY150" fmla="*/ 3796769 h 5955635"/>
                    <a:gd name="connsiteX151" fmla="*/ 6153032 w 6187971"/>
                    <a:gd name="connsiteY151" fmla="*/ 3792310 h 5955635"/>
                    <a:gd name="connsiteX152" fmla="*/ 6152247 w 6187971"/>
                    <a:gd name="connsiteY152" fmla="*/ 3788635 h 5955635"/>
                    <a:gd name="connsiteX153" fmla="*/ 6172783 w 6187971"/>
                    <a:gd name="connsiteY153" fmla="*/ 3722774 h 5955635"/>
                    <a:gd name="connsiteX154" fmla="*/ 6187039 w 6187971"/>
                    <a:gd name="connsiteY154" fmla="*/ 3627519 h 5955635"/>
                    <a:gd name="connsiteX155" fmla="*/ 5453639 w 6187971"/>
                    <a:gd name="connsiteY155" fmla="*/ 3702176 h 5955635"/>
                    <a:gd name="connsiteX156" fmla="*/ 5453774 w 6187971"/>
                    <a:gd name="connsiteY156" fmla="*/ 3702469 h 5955635"/>
                    <a:gd name="connsiteX157" fmla="*/ 5449948 w 6187971"/>
                    <a:gd name="connsiteY157" fmla="*/ 3712116 h 5955635"/>
                    <a:gd name="connsiteX158" fmla="*/ 5548423 w 6187971"/>
                    <a:gd name="connsiteY158" fmla="*/ 3643981 h 5955635"/>
                    <a:gd name="connsiteX159" fmla="*/ 5544882 w 6187971"/>
                    <a:gd name="connsiteY159" fmla="*/ 3649448 h 5955635"/>
                    <a:gd name="connsiteX160" fmla="*/ 5548423 w 6187971"/>
                    <a:gd name="connsiteY160" fmla="*/ 3643981 h 5955635"/>
                    <a:gd name="connsiteX161" fmla="*/ 5501782 w 6187971"/>
                    <a:gd name="connsiteY161" fmla="*/ 3594005 h 5955635"/>
                    <a:gd name="connsiteX162" fmla="*/ 5500844 w 6187971"/>
                    <a:gd name="connsiteY162" fmla="*/ 3597631 h 5955635"/>
                    <a:gd name="connsiteX163" fmla="*/ 5501806 w 6187971"/>
                    <a:gd name="connsiteY163" fmla="*/ 3602135 h 5955635"/>
                    <a:gd name="connsiteX164" fmla="*/ 5498264 w 6187971"/>
                    <a:gd name="connsiteY164" fmla="*/ 3607601 h 5955635"/>
                    <a:gd name="connsiteX165" fmla="*/ 5496339 w 6187971"/>
                    <a:gd name="connsiteY165" fmla="*/ 3598593 h 5955635"/>
                    <a:gd name="connsiteX166" fmla="*/ 5505531 w 6187971"/>
                    <a:gd name="connsiteY166" fmla="*/ 3584407 h 5955635"/>
                    <a:gd name="connsiteX167" fmla="*/ 5502887 w 6187971"/>
                    <a:gd name="connsiteY167" fmla="*/ 3593074 h 5955635"/>
                    <a:gd name="connsiteX168" fmla="*/ 5501782 w 6187971"/>
                    <a:gd name="connsiteY168" fmla="*/ 3594005 h 5955635"/>
                    <a:gd name="connsiteX169" fmla="*/ 5503423 w 6187971"/>
                    <a:gd name="connsiteY169" fmla="*/ 3587661 h 5955635"/>
                    <a:gd name="connsiteX170" fmla="*/ 5509363 w 6187971"/>
                    <a:gd name="connsiteY170" fmla="*/ 3567553 h 5955635"/>
                    <a:gd name="connsiteX171" fmla="*/ 5513086 w 6187971"/>
                    <a:gd name="connsiteY171" fmla="*/ 3566758 h 5955635"/>
                    <a:gd name="connsiteX172" fmla="*/ 5506965 w 6187971"/>
                    <a:gd name="connsiteY172" fmla="*/ 3582195 h 5955635"/>
                    <a:gd name="connsiteX173" fmla="*/ 5505531 w 6187971"/>
                    <a:gd name="connsiteY173" fmla="*/ 3584407 h 5955635"/>
                    <a:gd name="connsiteX174" fmla="*/ 5507691 w 6187971"/>
                    <a:gd name="connsiteY174" fmla="*/ 3577329 h 5955635"/>
                    <a:gd name="connsiteX175" fmla="*/ 5510688 w 6187971"/>
                    <a:gd name="connsiteY175" fmla="*/ 3559800 h 5955635"/>
                    <a:gd name="connsiteX176" fmla="*/ 5509363 w 6187971"/>
                    <a:gd name="connsiteY176" fmla="*/ 3567553 h 5955635"/>
                    <a:gd name="connsiteX177" fmla="*/ 5508582 w 6187971"/>
                    <a:gd name="connsiteY177" fmla="*/ 3567720 h 5955635"/>
                    <a:gd name="connsiteX178" fmla="*/ 5161932 w 6187971"/>
                    <a:gd name="connsiteY178" fmla="*/ 3575847 h 5955635"/>
                    <a:gd name="connsiteX179" fmla="*/ 5160517 w 6187971"/>
                    <a:gd name="connsiteY179" fmla="*/ 3580472 h 5955635"/>
                    <a:gd name="connsiteX180" fmla="*/ 5159539 w 6187971"/>
                    <a:gd name="connsiteY180" fmla="*/ 3582645 h 5955635"/>
                    <a:gd name="connsiteX181" fmla="*/ 5159040 w 6187971"/>
                    <a:gd name="connsiteY181" fmla="*/ 3580307 h 5955635"/>
                    <a:gd name="connsiteX182" fmla="*/ 5161932 w 6187971"/>
                    <a:gd name="connsiteY182" fmla="*/ 3575847 h 5955635"/>
                    <a:gd name="connsiteX183" fmla="*/ 1120688 w 6187971"/>
                    <a:gd name="connsiteY183" fmla="*/ 4434529 h 5955635"/>
                    <a:gd name="connsiteX184" fmla="*/ 1126155 w 6187971"/>
                    <a:gd name="connsiteY184" fmla="*/ 4438070 h 5955635"/>
                    <a:gd name="connsiteX185" fmla="*/ 1121651 w 6187971"/>
                    <a:gd name="connsiteY185" fmla="*/ 4439032 h 5955635"/>
                    <a:gd name="connsiteX186" fmla="*/ 5592057 w 6187971"/>
                    <a:gd name="connsiteY186" fmla="*/ 3360201 h 5955635"/>
                    <a:gd name="connsiteX187" fmla="*/ 5593625 w 6187971"/>
                    <a:gd name="connsiteY187" fmla="*/ 3370584 h 5955635"/>
                    <a:gd name="connsiteX188" fmla="*/ 5592663 w 6187971"/>
                    <a:gd name="connsiteY188" fmla="*/ 3366081 h 5955635"/>
                    <a:gd name="connsiteX189" fmla="*/ 5591701 w 6187971"/>
                    <a:gd name="connsiteY189" fmla="*/ 3361577 h 5955635"/>
                    <a:gd name="connsiteX190" fmla="*/ 818034 w 6187971"/>
                    <a:gd name="connsiteY190" fmla="*/ 4362609 h 5955635"/>
                    <a:gd name="connsiteX191" fmla="*/ 820283 w 6187971"/>
                    <a:gd name="connsiteY191" fmla="*/ 4366839 h 5955635"/>
                    <a:gd name="connsiteX192" fmla="*/ 818996 w 6187971"/>
                    <a:gd name="connsiteY192" fmla="*/ 4367114 h 5955635"/>
                    <a:gd name="connsiteX193" fmla="*/ 818034 w 6187971"/>
                    <a:gd name="connsiteY193" fmla="*/ 4362609 h 5955635"/>
                    <a:gd name="connsiteX194" fmla="*/ 5246100 w 6187971"/>
                    <a:gd name="connsiteY194" fmla="*/ 3411866 h 5955635"/>
                    <a:gd name="connsiteX195" fmla="*/ 5247019 w 6187971"/>
                    <a:gd name="connsiteY195" fmla="*/ 3411670 h 5955635"/>
                    <a:gd name="connsiteX196" fmla="*/ 5246885 w 6187971"/>
                    <a:gd name="connsiteY196" fmla="*/ 3415540 h 5955635"/>
                    <a:gd name="connsiteX197" fmla="*/ 5246100 w 6187971"/>
                    <a:gd name="connsiteY197" fmla="*/ 3411866 h 5955635"/>
                    <a:gd name="connsiteX198" fmla="*/ 5262588 w 6187971"/>
                    <a:gd name="connsiteY198" fmla="*/ 3147082 h 5955635"/>
                    <a:gd name="connsiteX199" fmla="*/ 5248332 w 6187971"/>
                    <a:gd name="connsiteY199" fmla="*/ 3242337 h 5955635"/>
                    <a:gd name="connsiteX200" fmla="*/ 5227796 w 6187971"/>
                    <a:gd name="connsiteY200" fmla="*/ 3308198 h 5955635"/>
                    <a:gd name="connsiteX201" fmla="*/ 5228581 w 6187971"/>
                    <a:gd name="connsiteY201" fmla="*/ 3311872 h 5955635"/>
                    <a:gd name="connsiteX202" fmla="*/ 5225689 w 6187971"/>
                    <a:gd name="connsiteY202" fmla="*/ 3316332 h 5955635"/>
                    <a:gd name="connsiteX203" fmla="*/ 5230152 w 6187971"/>
                    <a:gd name="connsiteY203" fmla="*/ 3319222 h 5955635"/>
                    <a:gd name="connsiteX204" fmla="*/ 5233044 w 6187971"/>
                    <a:gd name="connsiteY204" fmla="*/ 3314761 h 5955635"/>
                    <a:gd name="connsiteX205" fmla="*/ 5209615 w 6187971"/>
                    <a:gd name="connsiteY205" fmla="*/ 3385082 h 5955635"/>
                    <a:gd name="connsiteX206" fmla="*/ 5207509 w 6187971"/>
                    <a:gd name="connsiteY206" fmla="*/ 3393216 h 5955635"/>
                    <a:gd name="connsiteX207" fmla="*/ 5204616 w 6187971"/>
                    <a:gd name="connsiteY207" fmla="*/ 3397676 h 5955635"/>
                    <a:gd name="connsiteX208" fmla="*/ 5209864 w 6187971"/>
                    <a:gd name="connsiteY208" fmla="*/ 3404240 h 5955635"/>
                    <a:gd name="connsiteX209" fmla="*/ 5199079 w 6187971"/>
                    <a:gd name="connsiteY209" fmla="*/ 3425754 h 5955635"/>
                    <a:gd name="connsiteX210" fmla="*/ 5156933 w 6187971"/>
                    <a:gd name="connsiteY210" fmla="*/ 3588442 h 5955635"/>
                    <a:gd name="connsiteX211" fmla="*/ 5159539 w 6187971"/>
                    <a:gd name="connsiteY211" fmla="*/ 3582645 h 5955635"/>
                    <a:gd name="connsiteX212" fmla="*/ 5159825 w 6187971"/>
                    <a:gd name="connsiteY212" fmla="*/ 3583982 h 5955635"/>
                    <a:gd name="connsiteX213" fmla="*/ 5157718 w 6187971"/>
                    <a:gd name="connsiteY213" fmla="*/ 3592116 h 5955635"/>
                    <a:gd name="connsiteX214" fmla="*/ 5161395 w 6187971"/>
                    <a:gd name="connsiteY214" fmla="*/ 3591330 h 5955635"/>
                    <a:gd name="connsiteX215" fmla="*/ 5163502 w 6187971"/>
                    <a:gd name="connsiteY215" fmla="*/ 3583196 h 5955635"/>
                    <a:gd name="connsiteX216" fmla="*/ 5160320 w 6187971"/>
                    <a:gd name="connsiteY216" fmla="*/ 3622296 h 5955635"/>
                    <a:gd name="connsiteX217" fmla="*/ 5159535 w 6187971"/>
                    <a:gd name="connsiteY217" fmla="*/ 3618622 h 5955635"/>
                    <a:gd name="connsiteX218" fmla="*/ 5157428 w 6187971"/>
                    <a:gd name="connsiteY218" fmla="*/ 3626757 h 5955635"/>
                    <a:gd name="connsiteX219" fmla="*/ 5154536 w 6187971"/>
                    <a:gd name="connsiteY219" fmla="*/ 3631216 h 5955635"/>
                    <a:gd name="connsiteX220" fmla="*/ 5106399 w 6187971"/>
                    <a:gd name="connsiteY220" fmla="*/ 3729869 h 5955635"/>
                    <a:gd name="connsiteX221" fmla="*/ 5109291 w 6187971"/>
                    <a:gd name="connsiteY221" fmla="*/ 3725408 h 5955635"/>
                    <a:gd name="connsiteX222" fmla="*/ 5104829 w 6187971"/>
                    <a:gd name="connsiteY222" fmla="*/ 3722520 h 5955635"/>
                    <a:gd name="connsiteX223" fmla="*/ 5105614 w 6187971"/>
                    <a:gd name="connsiteY223" fmla="*/ 3726194 h 5955635"/>
                    <a:gd name="connsiteX224" fmla="*/ 5106399 w 6187971"/>
                    <a:gd name="connsiteY224" fmla="*/ 3729869 h 5955635"/>
                    <a:gd name="connsiteX225" fmla="*/ 5103506 w 6187971"/>
                    <a:gd name="connsiteY225" fmla="*/ 3734329 h 5955635"/>
                    <a:gd name="connsiteX226" fmla="*/ 5089045 w 6187971"/>
                    <a:gd name="connsiteY226" fmla="*/ 3756628 h 5955635"/>
                    <a:gd name="connsiteX227" fmla="*/ 5095614 w 6187971"/>
                    <a:gd name="connsiteY227" fmla="*/ 3751383 h 5955635"/>
                    <a:gd name="connsiteX228" fmla="*/ 5096399 w 6187971"/>
                    <a:gd name="connsiteY228" fmla="*/ 3755057 h 5955635"/>
                    <a:gd name="connsiteX229" fmla="*/ 5097184 w 6187971"/>
                    <a:gd name="connsiteY229" fmla="*/ 3758732 h 5955635"/>
                    <a:gd name="connsiteX230" fmla="*/ 5100077 w 6187971"/>
                    <a:gd name="connsiteY230" fmla="*/ 3754271 h 5955635"/>
                    <a:gd name="connsiteX231" fmla="*/ 5090862 w 6187971"/>
                    <a:gd name="connsiteY231" fmla="*/ 3783135 h 5955635"/>
                    <a:gd name="connsiteX232" fmla="*/ 5090077 w 6187971"/>
                    <a:gd name="connsiteY232" fmla="*/ 3779461 h 5955635"/>
                    <a:gd name="connsiteX233" fmla="*/ 5092970 w 6187971"/>
                    <a:gd name="connsiteY233" fmla="*/ 3775001 h 5955635"/>
                    <a:gd name="connsiteX234" fmla="*/ 5092185 w 6187971"/>
                    <a:gd name="connsiteY234" fmla="*/ 3771327 h 5955635"/>
                    <a:gd name="connsiteX235" fmla="*/ 5086400 w 6187971"/>
                    <a:gd name="connsiteY235" fmla="*/ 3780246 h 5955635"/>
                    <a:gd name="connsiteX236" fmla="*/ 5083508 w 6187971"/>
                    <a:gd name="connsiteY236" fmla="*/ 3784706 h 5955635"/>
                    <a:gd name="connsiteX237" fmla="*/ 5055907 w 6187971"/>
                    <a:gd name="connsiteY237" fmla="*/ 3817497 h 5955635"/>
                    <a:gd name="connsiteX238" fmla="*/ 5039585 w 6187971"/>
                    <a:gd name="connsiteY238" fmla="*/ 3867090 h 5955635"/>
                    <a:gd name="connsiteX239" fmla="*/ 5035908 w 6187971"/>
                    <a:gd name="connsiteY239" fmla="*/ 3867875 h 5955635"/>
                    <a:gd name="connsiteX240" fmla="*/ 5033801 w 6187971"/>
                    <a:gd name="connsiteY240" fmla="*/ 3876009 h 5955635"/>
                    <a:gd name="connsiteX241" fmla="*/ 5030123 w 6187971"/>
                    <a:gd name="connsiteY241" fmla="*/ 3876795 h 5955635"/>
                    <a:gd name="connsiteX242" fmla="*/ 5030908 w 6187971"/>
                    <a:gd name="connsiteY242" fmla="*/ 3880470 h 5955635"/>
                    <a:gd name="connsiteX243" fmla="*/ 5017232 w 6187971"/>
                    <a:gd name="connsiteY243" fmla="*/ 3906445 h 5955635"/>
                    <a:gd name="connsiteX244" fmla="*/ 5027479 w 6187971"/>
                    <a:gd name="connsiteY244" fmla="*/ 3900413 h 5955635"/>
                    <a:gd name="connsiteX245" fmla="*/ 5028264 w 6187971"/>
                    <a:gd name="connsiteY245" fmla="*/ 3904088 h 5955635"/>
                    <a:gd name="connsiteX246" fmla="*/ 5031156 w 6187971"/>
                    <a:gd name="connsiteY246" fmla="*/ 3899627 h 5955635"/>
                    <a:gd name="connsiteX247" fmla="*/ 5034833 w 6187971"/>
                    <a:gd name="connsiteY247" fmla="*/ 3898841 h 5955635"/>
                    <a:gd name="connsiteX248" fmla="*/ 5015372 w 6187971"/>
                    <a:gd name="connsiteY248" fmla="*/ 3933736 h 5955635"/>
                    <a:gd name="connsiteX249" fmla="*/ 5006447 w 6187971"/>
                    <a:gd name="connsiteY249" fmla="*/ 3927959 h 5955635"/>
                    <a:gd name="connsiteX250" fmla="*/ 4969384 w 6187971"/>
                    <a:gd name="connsiteY250" fmla="*/ 3970456 h 5955635"/>
                    <a:gd name="connsiteX251" fmla="*/ 4955170 w 6187971"/>
                    <a:gd name="connsiteY251" fmla="*/ 4011913 h 5955635"/>
                    <a:gd name="connsiteX252" fmla="*/ 4921785 w 6187971"/>
                    <a:gd name="connsiteY252" fmla="*/ 4053624 h 5955635"/>
                    <a:gd name="connsiteX253" fmla="*/ 4915463 w 6187971"/>
                    <a:gd name="connsiteY253" fmla="*/ 4078028 h 5955635"/>
                    <a:gd name="connsiteX254" fmla="*/ 4807661 w 6187971"/>
                    <a:gd name="connsiteY254" fmla="*/ 4239374 h 5955635"/>
                    <a:gd name="connsiteX255" fmla="*/ 4885465 w 6187971"/>
                    <a:gd name="connsiteY255" fmla="*/ 4153594 h 5955635"/>
                    <a:gd name="connsiteX256" fmla="*/ 4944634 w 6187971"/>
                    <a:gd name="connsiteY256" fmla="*/ 4052585 h 5955635"/>
                    <a:gd name="connsiteX257" fmla="*/ 4945419 w 6187971"/>
                    <a:gd name="connsiteY257" fmla="*/ 4056260 h 5955635"/>
                    <a:gd name="connsiteX258" fmla="*/ 4943311 w 6187971"/>
                    <a:gd name="connsiteY258" fmla="*/ 4064394 h 5955635"/>
                    <a:gd name="connsiteX259" fmla="*/ 4946204 w 6187971"/>
                    <a:gd name="connsiteY259" fmla="*/ 4059934 h 5955635"/>
                    <a:gd name="connsiteX260" fmla="*/ 4952773 w 6187971"/>
                    <a:gd name="connsiteY260" fmla="*/ 4054689 h 5955635"/>
                    <a:gd name="connsiteX261" fmla="*/ 4944096 w 6187971"/>
                    <a:gd name="connsiteY261" fmla="*/ 4068069 h 5955635"/>
                    <a:gd name="connsiteX262" fmla="*/ 5007190 w 6187971"/>
                    <a:gd name="connsiteY262" fmla="*/ 3985431 h 5955635"/>
                    <a:gd name="connsiteX263" fmla="*/ 5066112 w 6187971"/>
                    <a:gd name="connsiteY263" fmla="*/ 3865264 h 5955635"/>
                    <a:gd name="connsiteX264" fmla="*/ 5106357 w 6187971"/>
                    <a:gd name="connsiteY264" fmla="*/ 3783667 h 5955635"/>
                    <a:gd name="connsiteX265" fmla="*/ 5134785 w 6187971"/>
                    <a:gd name="connsiteY265" fmla="*/ 3700752 h 5955635"/>
                    <a:gd name="connsiteX266" fmla="*/ 5158998 w 6187971"/>
                    <a:gd name="connsiteY266" fmla="*/ 3634105 h 5955635"/>
                    <a:gd name="connsiteX267" fmla="*/ 5161890 w 6187971"/>
                    <a:gd name="connsiteY267" fmla="*/ 3629645 h 5955635"/>
                    <a:gd name="connsiteX268" fmla="*/ 5163998 w 6187971"/>
                    <a:gd name="connsiteY268" fmla="*/ 3621510 h 5955635"/>
                    <a:gd name="connsiteX269" fmla="*/ 5212714 w 6187971"/>
                    <a:gd name="connsiteY269" fmla="*/ 3453577 h 5955635"/>
                    <a:gd name="connsiteX270" fmla="*/ 5226101 w 6187971"/>
                    <a:gd name="connsiteY270" fmla="*/ 3462243 h 5955635"/>
                    <a:gd name="connsiteX271" fmla="*/ 5240563 w 6187971"/>
                    <a:gd name="connsiteY271" fmla="*/ 3439944 h 5955635"/>
                    <a:gd name="connsiteX272" fmla="*/ 5238456 w 6187971"/>
                    <a:gd name="connsiteY272" fmla="*/ 3448077 h 5955635"/>
                    <a:gd name="connsiteX273" fmla="*/ 5236348 w 6187971"/>
                    <a:gd name="connsiteY273" fmla="*/ 3456212 h 5955635"/>
                    <a:gd name="connsiteX274" fmla="*/ 5239241 w 6187971"/>
                    <a:gd name="connsiteY274" fmla="*/ 3451752 h 5955635"/>
                    <a:gd name="connsiteX275" fmla="*/ 5241348 w 6187971"/>
                    <a:gd name="connsiteY275" fmla="*/ 3443618 h 5955635"/>
                    <a:gd name="connsiteX276" fmla="*/ 5244240 w 6187971"/>
                    <a:gd name="connsiteY276" fmla="*/ 3439158 h 5955635"/>
                    <a:gd name="connsiteX277" fmla="*/ 5251347 w 6187971"/>
                    <a:gd name="connsiteY277" fmla="*/ 3418429 h 5955635"/>
                    <a:gd name="connsiteX278" fmla="*/ 5250562 w 6187971"/>
                    <a:gd name="connsiteY278" fmla="*/ 3414755 h 5955635"/>
                    <a:gd name="connsiteX279" fmla="*/ 5249777 w 6187971"/>
                    <a:gd name="connsiteY279" fmla="*/ 3411081 h 5955635"/>
                    <a:gd name="connsiteX280" fmla="*/ 5247019 w 6187971"/>
                    <a:gd name="connsiteY280" fmla="*/ 3411670 h 5955635"/>
                    <a:gd name="connsiteX281" fmla="*/ 5247153 w 6187971"/>
                    <a:gd name="connsiteY281" fmla="*/ 3407799 h 5955635"/>
                    <a:gd name="connsiteX282" fmla="*/ 5247422 w 6187971"/>
                    <a:gd name="connsiteY282" fmla="*/ 3400057 h 5955635"/>
                    <a:gd name="connsiteX283" fmla="*/ 5231391 w 6187971"/>
                    <a:gd name="connsiteY283" fmla="*/ 3415009 h 5955635"/>
                    <a:gd name="connsiteX284" fmla="*/ 5232465 w 6187971"/>
                    <a:gd name="connsiteY284" fmla="*/ 3384043 h 5955635"/>
                    <a:gd name="connsiteX285" fmla="*/ 5228003 w 6187971"/>
                    <a:gd name="connsiteY285" fmla="*/ 3381153 h 5955635"/>
                    <a:gd name="connsiteX286" fmla="*/ 5231680 w 6187971"/>
                    <a:gd name="connsiteY286" fmla="*/ 3380368 h 5955635"/>
                    <a:gd name="connsiteX287" fmla="*/ 5230895 w 6187971"/>
                    <a:gd name="connsiteY287" fmla="*/ 3376694 h 5955635"/>
                    <a:gd name="connsiteX288" fmla="*/ 5230110 w 6187971"/>
                    <a:gd name="connsiteY288" fmla="*/ 3373020 h 5955635"/>
                    <a:gd name="connsiteX289" fmla="*/ 5229324 w 6187971"/>
                    <a:gd name="connsiteY289" fmla="*/ 3369345 h 5955635"/>
                    <a:gd name="connsiteX290" fmla="*/ 5239613 w 6187971"/>
                    <a:gd name="connsiteY290" fmla="*/ 3309515 h 5955635"/>
                    <a:gd name="connsiteX291" fmla="*/ 5235936 w 6187971"/>
                    <a:gd name="connsiteY291" fmla="*/ 3310301 h 5955635"/>
                    <a:gd name="connsiteX292" fmla="*/ 5238828 w 6187971"/>
                    <a:gd name="connsiteY292" fmla="*/ 3305841 h 5955635"/>
                    <a:gd name="connsiteX293" fmla="*/ 5243828 w 6187971"/>
                    <a:gd name="connsiteY293" fmla="*/ 3293247 h 5955635"/>
                    <a:gd name="connsiteX294" fmla="*/ 5239366 w 6187971"/>
                    <a:gd name="connsiteY294" fmla="*/ 3290358 h 5955635"/>
                    <a:gd name="connsiteX295" fmla="*/ 5260687 w 6187971"/>
                    <a:gd name="connsiteY295" fmla="*/ 3228171 h 5955635"/>
                    <a:gd name="connsiteX296" fmla="*/ 5262588 w 6187971"/>
                    <a:gd name="connsiteY296" fmla="*/ 3147082 h 5955635"/>
                    <a:gd name="connsiteX297" fmla="*/ 869439 w 6187971"/>
                    <a:gd name="connsiteY297" fmla="*/ 3941889 h 5955635"/>
                    <a:gd name="connsiteX298" fmla="*/ 870401 w 6187971"/>
                    <a:gd name="connsiteY298" fmla="*/ 3946393 h 5955635"/>
                    <a:gd name="connsiteX299" fmla="*/ 869247 w 6187971"/>
                    <a:gd name="connsiteY299" fmla="*/ 3944432 h 5955635"/>
                    <a:gd name="connsiteX300" fmla="*/ 5600071 w 6187971"/>
                    <a:gd name="connsiteY300" fmla="*/ 2827600 h 5955635"/>
                    <a:gd name="connsiteX301" fmla="*/ 5601033 w 6187971"/>
                    <a:gd name="connsiteY301" fmla="*/ 2832105 h 5955635"/>
                    <a:gd name="connsiteX302" fmla="*/ 5600701 w 6187971"/>
                    <a:gd name="connsiteY302" fmla="*/ 2831889 h 5955635"/>
                    <a:gd name="connsiteX303" fmla="*/ 5594604 w 6187971"/>
                    <a:gd name="connsiteY303" fmla="*/ 2824058 h 5955635"/>
                    <a:gd name="connsiteX304" fmla="*/ 5594817 w 6187971"/>
                    <a:gd name="connsiteY304" fmla="*/ 2824013 h 5955635"/>
                    <a:gd name="connsiteX305" fmla="*/ 5595567 w 6187971"/>
                    <a:gd name="connsiteY305" fmla="*/ 2828563 h 5955635"/>
                    <a:gd name="connsiteX306" fmla="*/ 5594604 w 6187971"/>
                    <a:gd name="connsiteY306" fmla="*/ 2824058 h 5955635"/>
                    <a:gd name="connsiteX307" fmla="*/ 756958 w 6187971"/>
                    <a:gd name="connsiteY307" fmla="*/ 3768116 h 5955635"/>
                    <a:gd name="connsiteX308" fmla="*/ 764349 w 6187971"/>
                    <a:gd name="connsiteY308" fmla="*/ 3780665 h 5955635"/>
                    <a:gd name="connsiteX309" fmla="*/ 759845 w 6187971"/>
                    <a:gd name="connsiteY309" fmla="*/ 3781628 h 5955635"/>
                    <a:gd name="connsiteX310" fmla="*/ 5540370 w 6187971"/>
                    <a:gd name="connsiteY310" fmla="*/ 2614293 h 5955635"/>
                    <a:gd name="connsiteX311" fmla="*/ 5545837 w 6187971"/>
                    <a:gd name="connsiteY311" fmla="*/ 2617834 h 5955635"/>
                    <a:gd name="connsiteX312" fmla="*/ 5541332 w 6187971"/>
                    <a:gd name="connsiteY312" fmla="*/ 2618797 h 5955635"/>
                    <a:gd name="connsiteX313" fmla="*/ 5540370 w 6187971"/>
                    <a:gd name="connsiteY313" fmla="*/ 2614293 h 5955635"/>
                    <a:gd name="connsiteX314" fmla="*/ 5744362 w 6187971"/>
                    <a:gd name="connsiteY314" fmla="*/ 2533034 h 5955635"/>
                    <a:gd name="connsiteX315" fmla="*/ 5751754 w 6187971"/>
                    <a:gd name="connsiteY315" fmla="*/ 2545583 h 5955635"/>
                    <a:gd name="connsiteX316" fmla="*/ 5770344 w 6187971"/>
                    <a:gd name="connsiteY316" fmla="*/ 2654643 h 5955635"/>
                    <a:gd name="connsiteX317" fmla="*/ 5792210 w 6187971"/>
                    <a:gd name="connsiteY317" fmla="*/ 2668810 h 5955635"/>
                    <a:gd name="connsiteX318" fmla="*/ 5800215 w 6187971"/>
                    <a:gd name="connsiteY318" fmla="*/ 2728325 h 5955635"/>
                    <a:gd name="connsiteX319" fmla="*/ 5803450 w 6187971"/>
                    <a:gd name="connsiteY319" fmla="*/ 2699375 h 5955635"/>
                    <a:gd name="connsiteX320" fmla="*/ 5811149 w 6187971"/>
                    <a:gd name="connsiteY320" fmla="*/ 2735408 h 5955635"/>
                    <a:gd name="connsiteX321" fmla="*/ 5820811 w 6187971"/>
                    <a:gd name="connsiteY321" fmla="*/ 2714505 h 5955635"/>
                    <a:gd name="connsiteX322" fmla="*/ 5838358 w 6187971"/>
                    <a:gd name="connsiteY322" fmla="*/ 2950947 h 5955635"/>
                    <a:gd name="connsiteX323" fmla="*/ 5838665 w 6187971"/>
                    <a:gd name="connsiteY323" fmla="*/ 2974430 h 5955635"/>
                    <a:gd name="connsiteX324" fmla="*/ 4638016 w 6187971"/>
                    <a:gd name="connsiteY324" fmla="*/ 5312600 h 5955635"/>
                    <a:gd name="connsiteX325" fmla="*/ 4633512 w 6187971"/>
                    <a:gd name="connsiteY325" fmla="*/ 5313563 h 5955635"/>
                    <a:gd name="connsiteX326" fmla="*/ 4629008 w 6187971"/>
                    <a:gd name="connsiteY326" fmla="*/ 5314525 h 5955635"/>
                    <a:gd name="connsiteX327" fmla="*/ 4623541 w 6187971"/>
                    <a:gd name="connsiteY327" fmla="*/ 5310984 h 5955635"/>
                    <a:gd name="connsiteX328" fmla="*/ 4631588 w 6187971"/>
                    <a:gd name="connsiteY328" fmla="*/ 5304555 h 5955635"/>
                    <a:gd name="connsiteX329" fmla="*/ 4629663 w 6187971"/>
                    <a:gd name="connsiteY329" fmla="*/ 5295546 h 5955635"/>
                    <a:gd name="connsiteX330" fmla="*/ 4621617 w 6187971"/>
                    <a:gd name="connsiteY330" fmla="*/ 5301975 h 5955635"/>
                    <a:gd name="connsiteX331" fmla="*/ 4618076 w 6187971"/>
                    <a:gd name="connsiteY331" fmla="*/ 5307442 h 5955635"/>
                    <a:gd name="connsiteX332" fmla="*/ 4613571 w 6187971"/>
                    <a:gd name="connsiteY332" fmla="*/ 5308404 h 5955635"/>
                    <a:gd name="connsiteX333" fmla="*/ 4599097 w 6187971"/>
                    <a:gd name="connsiteY333" fmla="*/ 5306787 h 5955635"/>
                    <a:gd name="connsiteX334" fmla="*/ 4597479 w 6187971"/>
                    <a:gd name="connsiteY334" fmla="*/ 5321261 h 5955635"/>
                    <a:gd name="connsiteX335" fmla="*/ 4605526 w 6187971"/>
                    <a:gd name="connsiteY335" fmla="*/ 5314833 h 5955635"/>
                    <a:gd name="connsiteX336" fmla="*/ 4602946 w 6187971"/>
                    <a:gd name="connsiteY336" fmla="*/ 5324803 h 5955635"/>
                    <a:gd name="connsiteX337" fmla="*/ 4615496 w 6187971"/>
                    <a:gd name="connsiteY337" fmla="*/ 5317412 h 5955635"/>
                    <a:gd name="connsiteX338" fmla="*/ 4619038 w 6187971"/>
                    <a:gd name="connsiteY338" fmla="*/ 5311946 h 5955635"/>
                    <a:gd name="connsiteX339" fmla="*/ 4616458 w 6187971"/>
                    <a:gd name="connsiteY339" fmla="*/ 5321916 h 5955635"/>
                    <a:gd name="connsiteX340" fmla="*/ 4611954 w 6187971"/>
                    <a:gd name="connsiteY340" fmla="*/ 5322878 h 5955635"/>
                    <a:gd name="connsiteX341" fmla="*/ 4608413 w 6187971"/>
                    <a:gd name="connsiteY341" fmla="*/ 5328345 h 5955635"/>
                    <a:gd name="connsiteX342" fmla="*/ 4609375 w 6187971"/>
                    <a:gd name="connsiteY342" fmla="*/ 5332848 h 5955635"/>
                    <a:gd name="connsiteX343" fmla="*/ 4413078 w 6187971"/>
                    <a:gd name="connsiteY343" fmla="*/ 5450140 h 5955635"/>
                    <a:gd name="connsiteX344" fmla="*/ 4398604 w 6187971"/>
                    <a:gd name="connsiteY344" fmla="*/ 5448524 h 5955635"/>
                    <a:gd name="connsiteX345" fmla="*/ 4399566 w 6187971"/>
                    <a:gd name="connsiteY345" fmla="*/ 5453027 h 5955635"/>
                    <a:gd name="connsiteX346" fmla="*/ 3692038 w 6187971"/>
                    <a:gd name="connsiteY346" fmla="*/ 5712509 h 5955635"/>
                    <a:gd name="connsiteX347" fmla="*/ 1989514 w 6187971"/>
                    <a:gd name="connsiteY347" fmla="*/ 5525218 h 5955635"/>
                    <a:gd name="connsiteX348" fmla="*/ 2003026 w 6187971"/>
                    <a:gd name="connsiteY348" fmla="*/ 5522331 h 5955635"/>
                    <a:gd name="connsiteX349" fmla="*/ 1925842 w 6187971"/>
                    <a:gd name="connsiteY349" fmla="*/ 5491725 h 5955635"/>
                    <a:gd name="connsiteX350" fmla="*/ 1926804 w 6187971"/>
                    <a:gd name="connsiteY350" fmla="*/ 5496229 h 5955635"/>
                    <a:gd name="connsiteX351" fmla="*/ 1836763 w 6187971"/>
                    <a:gd name="connsiteY351" fmla="*/ 5449531 h 5955635"/>
                    <a:gd name="connsiteX352" fmla="*/ 1783061 w 6187971"/>
                    <a:gd name="connsiteY352" fmla="*/ 5418617 h 5955635"/>
                    <a:gd name="connsiteX353" fmla="*/ 1777595 w 6187971"/>
                    <a:gd name="connsiteY353" fmla="*/ 5415075 h 5955635"/>
                    <a:gd name="connsiteX354" fmla="*/ 1773091 w 6187971"/>
                    <a:gd name="connsiteY354" fmla="*/ 5416038 h 5955635"/>
                    <a:gd name="connsiteX355" fmla="*/ 1766662 w 6187971"/>
                    <a:gd name="connsiteY355" fmla="*/ 5407992 h 5955635"/>
                    <a:gd name="connsiteX356" fmla="*/ 1740293 w 6187971"/>
                    <a:gd name="connsiteY356" fmla="*/ 5394787 h 5955635"/>
                    <a:gd name="connsiteX357" fmla="*/ 1664727 w 6187971"/>
                    <a:gd name="connsiteY357" fmla="*/ 5349706 h 5955635"/>
                    <a:gd name="connsiteX358" fmla="*/ 1631929 w 6187971"/>
                    <a:gd name="connsiteY358" fmla="*/ 5328456 h 5955635"/>
                    <a:gd name="connsiteX359" fmla="*/ 1565371 w 6187971"/>
                    <a:gd name="connsiteY359" fmla="*/ 5281450 h 5955635"/>
                    <a:gd name="connsiteX360" fmla="*/ 1569874 w 6187971"/>
                    <a:gd name="connsiteY360" fmla="*/ 5280488 h 5955635"/>
                    <a:gd name="connsiteX361" fmla="*/ 1554437 w 6187971"/>
                    <a:gd name="connsiteY361" fmla="*/ 5274367 h 5955635"/>
                    <a:gd name="connsiteX362" fmla="*/ 1044223 w 6187971"/>
                    <a:gd name="connsiteY362" fmla="*/ 4804087 h 5955635"/>
                    <a:gd name="connsiteX363" fmla="*/ 631951 w 6187971"/>
                    <a:gd name="connsiteY363" fmla="*/ 4086820 h 5955635"/>
                    <a:gd name="connsiteX364" fmla="*/ 635493 w 6187971"/>
                    <a:gd name="connsiteY364" fmla="*/ 4081353 h 5955635"/>
                    <a:gd name="connsiteX365" fmla="*/ 700742 w 6187971"/>
                    <a:gd name="connsiteY365" fmla="*/ 4166316 h 5955635"/>
                    <a:gd name="connsiteX366" fmla="*/ 711982 w 6187971"/>
                    <a:gd name="connsiteY366" fmla="*/ 4196882 h 5955635"/>
                    <a:gd name="connsiteX367" fmla="*/ 706515 w 6187971"/>
                    <a:gd name="connsiteY367" fmla="*/ 4193340 h 5955635"/>
                    <a:gd name="connsiteX368" fmla="*/ 702011 w 6187971"/>
                    <a:gd name="connsiteY368" fmla="*/ 4194302 h 5955635"/>
                    <a:gd name="connsiteX369" fmla="*/ 707478 w 6187971"/>
                    <a:gd name="connsiteY369" fmla="*/ 4197844 h 5955635"/>
                    <a:gd name="connsiteX370" fmla="*/ 708440 w 6187971"/>
                    <a:gd name="connsiteY370" fmla="*/ 4202348 h 5955635"/>
                    <a:gd name="connsiteX371" fmla="*/ 713906 w 6187971"/>
                    <a:gd name="connsiteY371" fmla="*/ 4205890 h 5955635"/>
                    <a:gd name="connsiteX372" fmla="*/ 732229 w 6187971"/>
                    <a:gd name="connsiteY372" fmla="*/ 4225523 h 5955635"/>
                    <a:gd name="connsiteX373" fmla="*/ 750861 w 6187971"/>
                    <a:gd name="connsiteY373" fmla="*/ 4268639 h 5955635"/>
                    <a:gd name="connsiteX374" fmla="*/ 759869 w 6187971"/>
                    <a:gd name="connsiteY374" fmla="*/ 4266714 h 5955635"/>
                    <a:gd name="connsiteX375" fmla="*/ 761138 w 6187971"/>
                    <a:gd name="connsiteY375" fmla="*/ 4294702 h 5955635"/>
                    <a:gd name="connsiteX376" fmla="*/ 770454 w 6187971"/>
                    <a:gd name="connsiteY376" fmla="*/ 4316259 h 5955635"/>
                    <a:gd name="connsiteX377" fmla="*/ 788122 w 6187971"/>
                    <a:gd name="connsiteY377" fmla="*/ 4354871 h 5955635"/>
                    <a:gd name="connsiteX378" fmla="*/ 816723 w 6187971"/>
                    <a:gd name="connsiteY378" fmla="*/ 4400567 h 5955635"/>
                    <a:gd name="connsiteX379" fmla="*/ 845324 w 6187971"/>
                    <a:gd name="connsiteY379" fmla="*/ 4446262 h 5955635"/>
                    <a:gd name="connsiteX380" fmla="*/ 848211 w 6187971"/>
                    <a:gd name="connsiteY380" fmla="*/ 4459775 h 5955635"/>
                    <a:gd name="connsiteX381" fmla="*/ 865572 w 6187971"/>
                    <a:gd name="connsiteY381" fmla="*/ 4474903 h 5955635"/>
                    <a:gd name="connsiteX382" fmla="*/ 883599 w 6187971"/>
                    <a:gd name="connsiteY382" fmla="*/ 4512777 h 5955635"/>
                    <a:gd name="connsiteX383" fmla="*/ 885976 w 6187971"/>
                    <a:gd name="connsiteY383" fmla="*/ 4526170 h 5955635"/>
                    <a:gd name="connsiteX384" fmla="*/ 885567 w 6187971"/>
                    <a:gd name="connsiteY384" fmla="*/ 4525764 h 5955635"/>
                    <a:gd name="connsiteX385" fmla="*/ 881591 w 6187971"/>
                    <a:gd name="connsiteY385" fmla="*/ 4516811 h 5955635"/>
                    <a:gd name="connsiteX386" fmla="*/ 877775 w 6187971"/>
                    <a:gd name="connsiteY386" fmla="*/ 4509974 h 5955635"/>
                    <a:gd name="connsiteX387" fmla="*/ 877625 w 6187971"/>
                    <a:gd name="connsiteY387" fmla="*/ 4517880 h 5955635"/>
                    <a:gd name="connsiteX388" fmla="*/ 885567 w 6187971"/>
                    <a:gd name="connsiteY388" fmla="*/ 4525764 h 5955635"/>
                    <a:gd name="connsiteX389" fmla="*/ 886128 w 6187971"/>
                    <a:gd name="connsiteY389" fmla="*/ 4527028 h 5955635"/>
                    <a:gd name="connsiteX390" fmla="*/ 885976 w 6187971"/>
                    <a:gd name="connsiteY390" fmla="*/ 4526170 h 5955635"/>
                    <a:gd name="connsiteX391" fmla="*/ 888178 w 6187971"/>
                    <a:gd name="connsiteY391" fmla="*/ 4528356 h 5955635"/>
                    <a:gd name="connsiteX392" fmla="*/ 894482 w 6187971"/>
                    <a:gd name="connsiteY392" fmla="*/ 4544081 h 5955635"/>
                    <a:gd name="connsiteX393" fmla="*/ 933053 w 6187971"/>
                    <a:gd name="connsiteY393" fmla="*/ 4592357 h 5955635"/>
                    <a:gd name="connsiteX394" fmla="*/ 934015 w 6187971"/>
                    <a:gd name="connsiteY394" fmla="*/ 4596860 h 5955635"/>
                    <a:gd name="connsiteX395" fmla="*/ 934978 w 6187971"/>
                    <a:gd name="connsiteY395" fmla="*/ 4601364 h 5955635"/>
                    <a:gd name="connsiteX396" fmla="*/ 939482 w 6187971"/>
                    <a:gd name="connsiteY396" fmla="*/ 4600402 h 5955635"/>
                    <a:gd name="connsiteX397" fmla="*/ 946872 w 6187971"/>
                    <a:gd name="connsiteY397" fmla="*/ 4612952 h 5955635"/>
                    <a:gd name="connsiteX398" fmla="*/ 955226 w 6187971"/>
                    <a:gd name="connsiteY398" fmla="*/ 4630006 h 5955635"/>
                    <a:gd name="connsiteX399" fmla="*/ 998301 w 6187971"/>
                    <a:gd name="connsiteY399" fmla="*/ 4677318 h 5955635"/>
                    <a:gd name="connsiteX400" fmla="*/ 1008272 w 6187971"/>
                    <a:gd name="connsiteY400" fmla="*/ 4679898 h 5955635"/>
                    <a:gd name="connsiteX401" fmla="*/ 1003768 w 6187971"/>
                    <a:gd name="connsiteY401" fmla="*/ 4680860 h 5955635"/>
                    <a:gd name="connsiteX402" fmla="*/ 999264 w 6187971"/>
                    <a:gd name="connsiteY402" fmla="*/ 4681823 h 5955635"/>
                    <a:gd name="connsiteX403" fmla="*/ 1005693 w 6187971"/>
                    <a:gd name="connsiteY403" fmla="*/ 4689868 h 5955635"/>
                    <a:gd name="connsiteX404" fmla="*/ 1010197 w 6187971"/>
                    <a:gd name="connsiteY404" fmla="*/ 4688906 h 5955635"/>
                    <a:gd name="connsiteX405" fmla="*/ 1011159 w 6187971"/>
                    <a:gd name="connsiteY405" fmla="*/ 4693410 h 5955635"/>
                    <a:gd name="connsiteX406" fmla="*/ 1068054 w 6187971"/>
                    <a:gd name="connsiteY406" fmla="*/ 4761319 h 5955635"/>
                    <a:gd name="connsiteX407" fmla="*/ 1070941 w 6187971"/>
                    <a:gd name="connsiteY407" fmla="*/ 4774831 h 5955635"/>
                    <a:gd name="connsiteX408" fmla="*/ 1088302 w 6187971"/>
                    <a:gd name="connsiteY408" fmla="*/ 4789960 h 5955635"/>
                    <a:gd name="connsiteX409" fmla="*/ 1082836 w 6187971"/>
                    <a:gd name="connsiteY409" fmla="*/ 4786418 h 5955635"/>
                    <a:gd name="connsiteX410" fmla="*/ 1084761 w 6187971"/>
                    <a:gd name="connsiteY410" fmla="*/ 4795426 h 5955635"/>
                    <a:gd name="connsiteX411" fmla="*/ 1089264 w 6187971"/>
                    <a:gd name="connsiteY411" fmla="*/ 4794464 h 5955635"/>
                    <a:gd name="connsiteX412" fmla="*/ 1090227 w 6187971"/>
                    <a:gd name="connsiteY412" fmla="*/ 4798968 h 5955635"/>
                    <a:gd name="connsiteX413" fmla="*/ 1121407 w 6187971"/>
                    <a:gd name="connsiteY413" fmla="*/ 4834693 h 5955635"/>
                    <a:gd name="connsiteX414" fmla="*/ 1169950 w 6187971"/>
                    <a:gd name="connsiteY414" fmla="*/ 4885547 h 5955635"/>
                    <a:gd name="connsiteX415" fmla="*/ 1230080 w 6187971"/>
                    <a:gd name="connsiteY415" fmla="*/ 4924507 h 5955635"/>
                    <a:gd name="connsiteX416" fmla="*/ 1183462 w 6187971"/>
                    <a:gd name="connsiteY416" fmla="*/ 4882661 h 5955635"/>
                    <a:gd name="connsiteX417" fmla="*/ 1187004 w 6187971"/>
                    <a:gd name="connsiteY417" fmla="*/ 4877195 h 5955635"/>
                    <a:gd name="connsiteX418" fmla="*/ 1176071 w 6187971"/>
                    <a:gd name="connsiteY418" fmla="*/ 4870111 h 5955635"/>
                    <a:gd name="connsiteX419" fmla="*/ 1103738 w 6187971"/>
                    <a:gd name="connsiteY419" fmla="*/ 4796081 h 5955635"/>
                    <a:gd name="connsiteX420" fmla="*/ 1102776 w 6187971"/>
                    <a:gd name="connsiteY420" fmla="*/ 4791577 h 5955635"/>
                    <a:gd name="connsiteX421" fmla="*/ 1101814 w 6187971"/>
                    <a:gd name="connsiteY421" fmla="*/ 4787074 h 5955635"/>
                    <a:gd name="connsiteX422" fmla="*/ 1097311 w 6187971"/>
                    <a:gd name="connsiteY422" fmla="*/ 4788036 h 5955635"/>
                    <a:gd name="connsiteX423" fmla="*/ 1052310 w 6187971"/>
                    <a:gd name="connsiteY423" fmla="*/ 4731715 h 5955635"/>
                    <a:gd name="connsiteX424" fmla="*/ 1062280 w 6187971"/>
                    <a:gd name="connsiteY424" fmla="*/ 4734295 h 5955635"/>
                    <a:gd name="connsiteX425" fmla="*/ 1044919 w 6187971"/>
                    <a:gd name="connsiteY425" fmla="*/ 4719165 h 5955635"/>
                    <a:gd name="connsiteX426" fmla="*/ 1049423 w 6187971"/>
                    <a:gd name="connsiteY426" fmla="*/ 4718203 h 5955635"/>
                    <a:gd name="connsiteX427" fmla="*/ 1048461 w 6187971"/>
                    <a:gd name="connsiteY427" fmla="*/ 4713698 h 5955635"/>
                    <a:gd name="connsiteX428" fmla="*/ 1042995 w 6187971"/>
                    <a:gd name="connsiteY428" fmla="*/ 4710157 h 5955635"/>
                    <a:gd name="connsiteX429" fmla="*/ 1038491 w 6187971"/>
                    <a:gd name="connsiteY429" fmla="*/ 4711120 h 5955635"/>
                    <a:gd name="connsiteX430" fmla="*/ 952032 w 6187971"/>
                    <a:gd name="connsiteY430" fmla="*/ 4593011 h 5955635"/>
                    <a:gd name="connsiteX431" fmla="*/ 951070 w 6187971"/>
                    <a:gd name="connsiteY431" fmla="*/ 4588508 h 5955635"/>
                    <a:gd name="connsiteX432" fmla="*/ 945603 w 6187971"/>
                    <a:gd name="connsiteY432" fmla="*/ 4584966 h 5955635"/>
                    <a:gd name="connsiteX433" fmla="*/ 923430 w 6187971"/>
                    <a:gd name="connsiteY433" fmla="*/ 4547316 h 5955635"/>
                    <a:gd name="connsiteX434" fmla="*/ 922468 w 6187971"/>
                    <a:gd name="connsiteY434" fmla="*/ 4542812 h 5955635"/>
                    <a:gd name="connsiteX435" fmla="*/ 921506 w 6187971"/>
                    <a:gd name="connsiteY435" fmla="*/ 4538307 h 5955635"/>
                    <a:gd name="connsiteX436" fmla="*/ 917002 w 6187971"/>
                    <a:gd name="connsiteY436" fmla="*/ 4539270 h 5955635"/>
                    <a:gd name="connsiteX437" fmla="*/ 903182 w 6187971"/>
                    <a:gd name="connsiteY437" fmla="*/ 4518674 h 5955635"/>
                    <a:gd name="connsiteX438" fmla="*/ 906724 w 6187971"/>
                    <a:gd name="connsiteY438" fmla="*/ 4513208 h 5955635"/>
                    <a:gd name="connsiteX439" fmla="*/ 835702 w 6187971"/>
                    <a:gd name="connsiteY439" fmla="*/ 4401222 h 5955635"/>
                    <a:gd name="connsiteX440" fmla="*/ 840206 w 6187971"/>
                    <a:gd name="connsiteY440" fmla="*/ 4400260 h 5955635"/>
                    <a:gd name="connsiteX441" fmla="*/ 839244 w 6187971"/>
                    <a:gd name="connsiteY441" fmla="*/ 4395755 h 5955635"/>
                    <a:gd name="connsiteX442" fmla="*/ 833777 w 6187971"/>
                    <a:gd name="connsiteY442" fmla="*/ 4392213 h 5955635"/>
                    <a:gd name="connsiteX443" fmla="*/ 822708 w 6187971"/>
                    <a:gd name="connsiteY443" fmla="*/ 4371399 h 5955635"/>
                    <a:gd name="connsiteX444" fmla="*/ 820283 w 6187971"/>
                    <a:gd name="connsiteY444" fmla="*/ 4366839 h 5955635"/>
                    <a:gd name="connsiteX445" fmla="*/ 823500 w 6187971"/>
                    <a:gd name="connsiteY445" fmla="*/ 4366151 h 5955635"/>
                    <a:gd name="connsiteX446" fmla="*/ 822538 w 6187971"/>
                    <a:gd name="connsiteY446" fmla="*/ 4361647 h 5955635"/>
                    <a:gd name="connsiteX447" fmla="*/ 817071 w 6187971"/>
                    <a:gd name="connsiteY447" fmla="*/ 4358106 h 5955635"/>
                    <a:gd name="connsiteX448" fmla="*/ 811605 w 6187971"/>
                    <a:gd name="connsiteY448" fmla="*/ 4354564 h 5955635"/>
                    <a:gd name="connsiteX449" fmla="*/ 801327 w 6187971"/>
                    <a:gd name="connsiteY449" fmla="*/ 4328502 h 5955635"/>
                    <a:gd name="connsiteX450" fmla="*/ 756982 w 6187971"/>
                    <a:gd name="connsiteY450" fmla="*/ 4253202 h 5955635"/>
                    <a:gd name="connsiteX451" fmla="*/ 761486 w 6187971"/>
                    <a:gd name="connsiteY451" fmla="*/ 4252240 h 5955635"/>
                    <a:gd name="connsiteX452" fmla="*/ 762448 w 6187971"/>
                    <a:gd name="connsiteY452" fmla="*/ 4256744 h 5955635"/>
                    <a:gd name="connsiteX453" fmla="*/ 767914 w 6187971"/>
                    <a:gd name="connsiteY453" fmla="*/ 4260286 h 5955635"/>
                    <a:gd name="connsiteX454" fmla="*/ 765989 w 6187971"/>
                    <a:gd name="connsiteY454" fmla="*/ 4251278 h 5955635"/>
                    <a:gd name="connsiteX455" fmla="*/ 759562 w 6187971"/>
                    <a:gd name="connsiteY455" fmla="*/ 4243232 h 5955635"/>
                    <a:gd name="connsiteX456" fmla="*/ 751208 w 6187971"/>
                    <a:gd name="connsiteY456" fmla="*/ 4226178 h 5955635"/>
                    <a:gd name="connsiteX457" fmla="*/ 745742 w 6187971"/>
                    <a:gd name="connsiteY457" fmla="*/ 4222636 h 5955635"/>
                    <a:gd name="connsiteX458" fmla="*/ 747666 w 6187971"/>
                    <a:gd name="connsiteY458" fmla="*/ 4231645 h 5955635"/>
                    <a:gd name="connsiteX459" fmla="*/ 734810 w 6187971"/>
                    <a:gd name="connsiteY459" fmla="*/ 4215553 h 5955635"/>
                    <a:gd name="connsiteX460" fmla="*/ 730960 w 6187971"/>
                    <a:gd name="connsiteY460" fmla="*/ 4197536 h 5955635"/>
                    <a:gd name="connsiteX461" fmla="*/ 724531 w 6187971"/>
                    <a:gd name="connsiteY461" fmla="*/ 4189491 h 5955635"/>
                    <a:gd name="connsiteX462" fmla="*/ 729998 w 6187971"/>
                    <a:gd name="connsiteY462" fmla="*/ 4193033 h 5955635"/>
                    <a:gd name="connsiteX463" fmla="*/ 729691 w 6187971"/>
                    <a:gd name="connsiteY463" fmla="*/ 4169550 h 5955635"/>
                    <a:gd name="connsiteX464" fmla="*/ 769532 w 6187971"/>
                    <a:gd name="connsiteY464" fmla="*/ 4245812 h 5955635"/>
                    <a:gd name="connsiteX465" fmla="*/ 808104 w 6187971"/>
                    <a:gd name="connsiteY465" fmla="*/ 4294087 h 5955635"/>
                    <a:gd name="connsiteX466" fmla="*/ 804909 w 6187971"/>
                    <a:gd name="connsiteY466" fmla="*/ 4257092 h 5955635"/>
                    <a:gd name="connsiteX467" fmla="*/ 954652 w 6187971"/>
                    <a:gd name="connsiteY467" fmla="*/ 4517097 h 5955635"/>
                    <a:gd name="connsiteX468" fmla="*/ 951110 w 6187971"/>
                    <a:gd name="connsiteY468" fmla="*/ 4522564 h 5955635"/>
                    <a:gd name="connsiteX469" fmla="*/ 950148 w 6187971"/>
                    <a:gd name="connsiteY469" fmla="*/ 4518059 h 5955635"/>
                    <a:gd name="connsiteX470" fmla="*/ 945643 w 6187971"/>
                    <a:gd name="connsiteY470" fmla="*/ 4519022 h 5955635"/>
                    <a:gd name="connsiteX471" fmla="*/ 947568 w 6187971"/>
                    <a:gd name="connsiteY471" fmla="*/ 4528030 h 5955635"/>
                    <a:gd name="connsiteX472" fmla="*/ 950455 w 6187971"/>
                    <a:gd name="connsiteY472" fmla="*/ 4541543 h 5955635"/>
                    <a:gd name="connsiteX473" fmla="*/ 971358 w 6187971"/>
                    <a:gd name="connsiteY473" fmla="*/ 4551205 h 5955635"/>
                    <a:gd name="connsiteX474" fmla="*/ 972320 w 6187971"/>
                    <a:gd name="connsiteY474" fmla="*/ 4555710 h 5955635"/>
                    <a:gd name="connsiteX475" fmla="*/ 973282 w 6187971"/>
                    <a:gd name="connsiteY475" fmla="*/ 4560213 h 5955635"/>
                    <a:gd name="connsiteX476" fmla="*/ 979711 w 6187971"/>
                    <a:gd name="connsiteY476" fmla="*/ 4568259 h 5955635"/>
                    <a:gd name="connsiteX477" fmla="*/ 986140 w 6187971"/>
                    <a:gd name="connsiteY477" fmla="*/ 4576305 h 5955635"/>
                    <a:gd name="connsiteX478" fmla="*/ 996417 w 6187971"/>
                    <a:gd name="connsiteY478" fmla="*/ 4602367 h 5955635"/>
                    <a:gd name="connsiteX479" fmla="*/ 990952 w 6187971"/>
                    <a:gd name="connsiteY479" fmla="*/ 4598826 h 5955635"/>
                    <a:gd name="connsiteX480" fmla="*/ 991914 w 6187971"/>
                    <a:gd name="connsiteY480" fmla="*/ 4603329 h 5955635"/>
                    <a:gd name="connsiteX481" fmla="*/ 997379 w 6187971"/>
                    <a:gd name="connsiteY481" fmla="*/ 4606871 h 5955635"/>
                    <a:gd name="connsiteX482" fmla="*/ 1010237 w 6187971"/>
                    <a:gd name="connsiteY482" fmla="*/ 4622963 h 5955635"/>
                    <a:gd name="connsiteX483" fmla="*/ 1011200 w 6187971"/>
                    <a:gd name="connsiteY483" fmla="*/ 4627466 h 5955635"/>
                    <a:gd name="connsiteX484" fmla="*/ 1017628 w 6187971"/>
                    <a:gd name="connsiteY484" fmla="*/ 4635513 h 5955635"/>
                    <a:gd name="connsiteX485" fmla="*/ 1023094 w 6187971"/>
                    <a:gd name="connsiteY485" fmla="*/ 4639054 h 5955635"/>
                    <a:gd name="connsiteX486" fmla="*/ 1022132 w 6187971"/>
                    <a:gd name="connsiteY486" fmla="*/ 4634551 h 5955635"/>
                    <a:gd name="connsiteX487" fmla="*/ 1029523 w 6187971"/>
                    <a:gd name="connsiteY487" fmla="*/ 4647100 h 5955635"/>
                    <a:gd name="connsiteX488" fmla="*/ 1034027 w 6187971"/>
                    <a:gd name="connsiteY488" fmla="*/ 4646138 h 5955635"/>
                    <a:gd name="connsiteX489" fmla="*/ 1040455 w 6187971"/>
                    <a:gd name="connsiteY489" fmla="*/ 4654184 h 5955635"/>
                    <a:gd name="connsiteX490" fmla="*/ 1041417 w 6187971"/>
                    <a:gd name="connsiteY490" fmla="*/ 4658688 h 5955635"/>
                    <a:gd name="connsiteX491" fmla="*/ 1042380 w 6187971"/>
                    <a:gd name="connsiteY491" fmla="*/ 4663192 h 5955635"/>
                    <a:gd name="connsiteX492" fmla="*/ 1047846 w 6187971"/>
                    <a:gd name="connsiteY492" fmla="*/ 4666733 h 5955635"/>
                    <a:gd name="connsiteX493" fmla="*/ 1046884 w 6187971"/>
                    <a:gd name="connsiteY493" fmla="*/ 4662230 h 5955635"/>
                    <a:gd name="connsiteX494" fmla="*/ 1089960 w 6187971"/>
                    <a:gd name="connsiteY494" fmla="*/ 4709542 h 5955635"/>
                    <a:gd name="connsiteX495" fmla="*/ 1096388 w 6187971"/>
                    <a:gd name="connsiteY495" fmla="*/ 4717588 h 5955635"/>
                    <a:gd name="connsiteX496" fmla="*/ 1101855 w 6187971"/>
                    <a:gd name="connsiteY496" fmla="*/ 4721130 h 5955635"/>
                    <a:gd name="connsiteX497" fmla="*/ 1100893 w 6187971"/>
                    <a:gd name="connsiteY497" fmla="*/ 4716625 h 5955635"/>
                    <a:gd name="connsiteX498" fmla="*/ 1099931 w 6187971"/>
                    <a:gd name="connsiteY498" fmla="*/ 4712122 h 5955635"/>
                    <a:gd name="connsiteX499" fmla="*/ 1157788 w 6187971"/>
                    <a:gd name="connsiteY499" fmla="*/ 4784534 h 5955635"/>
                    <a:gd name="connsiteX500" fmla="*/ 1178691 w 6187971"/>
                    <a:gd name="connsiteY500" fmla="*/ 4794197 h 5955635"/>
                    <a:gd name="connsiteX501" fmla="*/ 1186082 w 6187971"/>
                    <a:gd name="connsiteY501" fmla="*/ 4806747 h 5955635"/>
                    <a:gd name="connsiteX502" fmla="*/ 1205368 w 6187971"/>
                    <a:gd name="connsiteY502" fmla="*/ 4830884 h 5955635"/>
                    <a:gd name="connsiteX503" fmla="*/ 1226271 w 6187971"/>
                    <a:gd name="connsiteY503" fmla="*/ 4840547 h 5955635"/>
                    <a:gd name="connsiteX504" fmla="*/ 1241052 w 6187971"/>
                    <a:gd name="connsiteY504" fmla="*/ 4865648 h 5955635"/>
                    <a:gd name="connsiteX505" fmla="*/ 1235587 w 6187971"/>
                    <a:gd name="connsiteY505" fmla="*/ 4862105 h 5955635"/>
                    <a:gd name="connsiteX506" fmla="*/ 1230120 w 6187971"/>
                    <a:gd name="connsiteY506" fmla="*/ 4858563 h 5955635"/>
                    <a:gd name="connsiteX507" fmla="*/ 1232045 w 6187971"/>
                    <a:gd name="connsiteY507" fmla="*/ 4867572 h 5955635"/>
                    <a:gd name="connsiteX508" fmla="*/ 1238474 w 6187971"/>
                    <a:gd name="connsiteY508" fmla="*/ 4875617 h 5955635"/>
                    <a:gd name="connsiteX509" fmla="*/ 1222074 w 6187971"/>
                    <a:gd name="connsiteY509" fmla="*/ 4864992 h 5955635"/>
                    <a:gd name="connsiteX510" fmla="*/ 1243939 w 6187971"/>
                    <a:gd name="connsiteY510" fmla="*/ 4879160 h 5955635"/>
                    <a:gd name="connsiteX511" fmla="*/ 1249406 w 6187971"/>
                    <a:gd name="connsiteY511" fmla="*/ 4882701 h 5955635"/>
                    <a:gd name="connsiteX512" fmla="*/ 1260338 w 6187971"/>
                    <a:gd name="connsiteY512" fmla="*/ 4889785 h 5955635"/>
                    <a:gd name="connsiteX513" fmla="*/ 1259376 w 6187971"/>
                    <a:gd name="connsiteY513" fmla="*/ 4885281 h 5955635"/>
                    <a:gd name="connsiteX514" fmla="*/ 1253910 w 6187971"/>
                    <a:gd name="connsiteY514" fmla="*/ 4881738 h 5955635"/>
                    <a:gd name="connsiteX515" fmla="*/ 1252948 w 6187971"/>
                    <a:gd name="connsiteY515" fmla="*/ 4877235 h 5955635"/>
                    <a:gd name="connsiteX516" fmla="*/ 1270309 w 6187971"/>
                    <a:gd name="connsiteY516" fmla="*/ 4892364 h 5955635"/>
                    <a:gd name="connsiteX517" fmla="*/ 1266460 w 6187971"/>
                    <a:gd name="connsiteY517" fmla="*/ 4874348 h 5955635"/>
                    <a:gd name="connsiteX518" fmla="*/ 1286708 w 6187971"/>
                    <a:gd name="connsiteY518" fmla="*/ 4902990 h 5955635"/>
                    <a:gd name="connsiteX519" fmla="*/ 1282203 w 6187971"/>
                    <a:gd name="connsiteY519" fmla="*/ 4903952 h 5955635"/>
                    <a:gd name="connsiteX520" fmla="*/ 1272233 w 6187971"/>
                    <a:gd name="connsiteY520" fmla="*/ 4901372 h 5955635"/>
                    <a:gd name="connsiteX521" fmla="*/ 1278662 w 6187971"/>
                    <a:gd name="connsiteY521" fmla="*/ 4909418 h 5955635"/>
                    <a:gd name="connsiteX522" fmla="*/ 1285090 w 6187971"/>
                    <a:gd name="connsiteY522" fmla="*/ 4917464 h 5955635"/>
                    <a:gd name="connsiteX523" fmla="*/ 1280587 w 6187971"/>
                    <a:gd name="connsiteY523" fmla="*/ 4918427 h 5955635"/>
                    <a:gd name="connsiteX524" fmla="*/ 1287015 w 6187971"/>
                    <a:gd name="connsiteY524" fmla="*/ 4926472 h 5955635"/>
                    <a:gd name="connsiteX525" fmla="*/ 1291519 w 6187971"/>
                    <a:gd name="connsiteY525" fmla="*/ 4925510 h 5955635"/>
                    <a:gd name="connsiteX526" fmla="*/ 1292481 w 6187971"/>
                    <a:gd name="connsiteY526" fmla="*/ 4930014 h 5955635"/>
                    <a:gd name="connsiteX527" fmla="*/ 1298910 w 6187971"/>
                    <a:gd name="connsiteY527" fmla="*/ 4938059 h 5955635"/>
                    <a:gd name="connsiteX528" fmla="*/ 1292356 w 6187971"/>
                    <a:gd name="connsiteY528" fmla="*/ 4937694 h 5955635"/>
                    <a:gd name="connsiteX529" fmla="*/ 1289901 w 6187971"/>
                    <a:gd name="connsiteY529" fmla="*/ 4939984 h 5955635"/>
                    <a:gd name="connsiteX530" fmla="*/ 1293236 w 6187971"/>
                    <a:gd name="connsiteY530" fmla="*/ 4944571 h 5955635"/>
                    <a:gd name="connsiteX531" fmla="*/ 1296561 w 6187971"/>
                    <a:gd name="connsiteY531" fmla="*/ 4951097 h 5955635"/>
                    <a:gd name="connsiteX532" fmla="*/ 1291826 w 6187971"/>
                    <a:gd name="connsiteY532" fmla="*/ 4948992 h 5955635"/>
                    <a:gd name="connsiteX533" fmla="*/ 1310150 w 6187971"/>
                    <a:gd name="connsiteY533" fmla="*/ 4968626 h 5955635"/>
                    <a:gd name="connsiteX534" fmla="*/ 1315616 w 6187971"/>
                    <a:gd name="connsiteY534" fmla="*/ 4972168 h 5955635"/>
                    <a:gd name="connsiteX535" fmla="*/ 1316579 w 6187971"/>
                    <a:gd name="connsiteY535" fmla="*/ 4976671 h 5955635"/>
                    <a:gd name="connsiteX536" fmla="*/ 1321083 w 6187971"/>
                    <a:gd name="connsiteY536" fmla="*/ 4975709 h 5955635"/>
                    <a:gd name="connsiteX537" fmla="*/ 1315616 w 6187971"/>
                    <a:gd name="connsiteY537" fmla="*/ 4972168 h 5955635"/>
                    <a:gd name="connsiteX538" fmla="*/ 1302760 w 6187971"/>
                    <a:gd name="connsiteY538" fmla="*/ 4956076 h 5955635"/>
                    <a:gd name="connsiteX539" fmla="*/ 1308226 w 6187971"/>
                    <a:gd name="connsiteY539" fmla="*/ 4959618 h 5955635"/>
                    <a:gd name="connsiteX540" fmla="*/ 1317234 w 6187971"/>
                    <a:gd name="connsiteY540" fmla="*/ 4957694 h 5955635"/>
                    <a:gd name="connsiteX541" fmla="*/ 1310805 w 6187971"/>
                    <a:gd name="connsiteY541" fmla="*/ 4949647 h 5955635"/>
                    <a:gd name="connsiteX542" fmla="*/ 1305339 w 6187971"/>
                    <a:gd name="connsiteY542" fmla="*/ 4946105 h 5955635"/>
                    <a:gd name="connsiteX543" fmla="*/ 1296986 w 6187971"/>
                    <a:gd name="connsiteY543" fmla="*/ 4929052 h 5955635"/>
                    <a:gd name="connsiteX544" fmla="*/ 1302452 w 6187971"/>
                    <a:gd name="connsiteY544" fmla="*/ 4932593 h 5955635"/>
                    <a:gd name="connsiteX545" fmla="*/ 1301490 w 6187971"/>
                    <a:gd name="connsiteY545" fmla="*/ 4928089 h 5955635"/>
                    <a:gd name="connsiteX546" fmla="*/ 1300528 w 6187971"/>
                    <a:gd name="connsiteY546" fmla="*/ 4923585 h 5955635"/>
                    <a:gd name="connsiteX547" fmla="*/ 1295061 w 6187971"/>
                    <a:gd name="connsiteY547" fmla="*/ 4920043 h 5955635"/>
                    <a:gd name="connsiteX548" fmla="*/ 1293137 w 6187971"/>
                    <a:gd name="connsiteY548" fmla="*/ 4911035 h 5955635"/>
                    <a:gd name="connsiteX549" fmla="*/ 1322392 w 6187971"/>
                    <a:gd name="connsiteY549" fmla="*/ 4937753 h 5955635"/>
                    <a:gd name="connsiteX550" fmla="*/ 1317889 w 6187971"/>
                    <a:gd name="connsiteY550" fmla="*/ 4938715 h 5955635"/>
                    <a:gd name="connsiteX551" fmla="*/ 1318851 w 6187971"/>
                    <a:gd name="connsiteY551" fmla="*/ 4943218 h 5955635"/>
                    <a:gd name="connsiteX552" fmla="*/ 1323354 w 6187971"/>
                    <a:gd name="connsiteY552" fmla="*/ 4942256 h 5955635"/>
                    <a:gd name="connsiteX553" fmla="*/ 1324317 w 6187971"/>
                    <a:gd name="connsiteY553" fmla="*/ 4946760 h 5955635"/>
                    <a:gd name="connsiteX554" fmla="*/ 1328821 w 6187971"/>
                    <a:gd name="connsiteY554" fmla="*/ 4945798 h 5955635"/>
                    <a:gd name="connsiteX555" fmla="*/ 1342641 w 6187971"/>
                    <a:gd name="connsiteY555" fmla="*/ 4966394 h 5955635"/>
                    <a:gd name="connsiteX556" fmla="*/ 1343603 w 6187971"/>
                    <a:gd name="connsiteY556" fmla="*/ 4970897 h 5955635"/>
                    <a:gd name="connsiteX557" fmla="*/ 1349069 w 6187971"/>
                    <a:gd name="connsiteY557" fmla="*/ 4974440 h 5955635"/>
                    <a:gd name="connsiteX558" fmla="*/ 1348107 w 6187971"/>
                    <a:gd name="connsiteY558" fmla="*/ 4969935 h 5955635"/>
                    <a:gd name="connsiteX559" fmla="*/ 1370935 w 6187971"/>
                    <a:gd name="connsiteY559" fmla="*/ 4988607 h 5955635"/>
                    <a:gd name="connsiteX560" fmla="*/ 1377363 w 6187971"/>
                    <a:gd name="connsiteY560" fmla="*/ 4996652 h 5955635"/>
                    <a:gd name="connsiteX561" fmla="*/ 1376401 w 6187971"/>
                    <a:gd name="connsiteY561" fmla="*/ 4992149 h 5955635"/>
                    <a:gd name="connsiteX562" fmla="*/ 1397304 w 6187971"/>
                    <a:gd name="connsiteY562" fmla="*/ 5001812 h 5955635"/>
                    <a:gd name="connsiteX563" fmla="*/ 1457741 w 6187971"/>
                    <a:gd name="connsiteY563" fmla="*/ 5064254 h 5955635"/>
                    <a:gd name="connsiteX564" fmla="*/ 1462246 w 6187971"/>
                    <a:gd name="connsiteY564" fmla="*/ 5063292 h 5955635"/>
                    <a:gd name="connsiteX565" fmla="*/ 1467712 w 6187971"/>
                    <a:gd name="connsiteY565" fmla="*/ 5066833 h 5955635"/>
                    <a:gd name="connsiteX566" fmla="*/ 1498892 w 6187971"/>
                    <a:gd name="connsiteY566" fmla="*/ 5102559 h 5955635"/>
                    <a:gd name="connsiteX567" fmla="*/ 1507901 w 6187971"/>
                    <a:gd name="connsiteY567" fmla="*/ 5100634 h 5955635"/>
                    <a:gd name="connsiteX568" fmla="*/ 1509826 w 6187971"/>
                    <a:gd name="connsiteY568" fmla="*/ 5109642 h 5955635"/>
                    <a:gd name="connsiteX569" fmla="*/ 1525262 w 6187971"/>
                    <a:gd name="connsiteY569" fmla="*/ 5115763 h 5955635"/>
                    <a:gd name="connsiteX570" fmla="*/ 1520758 w 6187971"/>
                    <a:gd name="connsiteY570" fmla="*/ 5116725 h 5955635"/>
                    <a:gd name="connsiteX571" fmla="*/ 1527187 w 6187971"/>
                    <a:gd name="connsiteY571" fmla="*/ 5124771 h 5955635"/>
                    <a:gd name="connsiteX572" fmla="*/ 1531691 w 6187971"/>
                    <a:gd name="connsiteY572" fmla="*/ 5123809 h 5955635"/>
                    <a:gd name="connsiteX573" fmla="*/ 1565451 w 6187971"/>
                    <a:gd name="connsiteY573" fmla="*/ 5149564 h 5955635"/>
                    <a:gd name="connsiteX574" fmla="*/ 1558060 w 6187971"/>
                    <a:gd name="connsiteY574" fmla="*/ 5137014 h 5955635"/>
                    <a:gd name="connsiteX575" fmla="*/ 1537157 w 6187971"/>
                    <a:gd name="connsiteY575" fmla="*/ 5127351 h 5955635"/>
                    <a:gd name="connsiteX576" fmla="*/ 1542623 w 6187971"/>
                    <a:gd name="connsiteY576" fmla="*/ 5130892 h 5955635"/>
                    <a:gd name="connsiteX577" fmla="*/ 1548090 w 6187971"/>
                    <a:gd name="connsiteY577" fmla="*/ 5134434 h 5955635"/>
                    <a:gd name="connsiteX578" fmla="*/ 1546166 w 6187971"/>
                    <a:gd name="connsiteY578" fmla="*/ 5125426 h 5955635"/>
                    <a:gd name="connsiteX579" fmla="*/ 1551631 w 6187971"/>
                    <a:gd name="connsiteY579" fmla="*/ 5128968 h 5955635"/>
                    <a:gd name="connsiteX580" fmla="*/ 1550669 w 6187971"/>
                    <a:gd name="connsiteY580" fmla="*/ 5124464 h 5955635"/>
                    <a:gd name="connsiteX581" fmla="*/ 1545203 w 6187971"/>
                    <a:gd name="connsiteY581" fmla="*/ 5120922 h 5955635"/>
                    <a:gd name="connsiteX582" fmla="*/ 1539737 w 6187971"/>
                    <a:gd name="connsiteY582" fmla="*/ 5117380 h 5955635"/>
                    <a:gd name="connsiteX583" fmla="*/ 1554211 w 6187971"/>
                    <a:gd name="connsiteY583" fmla="*/ 5118998 h 5955635"/>
                    <a:gd name="connsiteX584" fmla="*/ 1555173 w 6187971"/>
                    <a:gd name="connsiteY584" fmla="*/ 5123502 h 5955635"/>
                    <a:gd name="connsiteX585" fmla="*/ 1556135 w 6187971"/>
                    <a:gd name="connsiteY585" fmla="*/ 5128005 h 5955635"/>
                    <a:gd name="connsiteX586" fmla="*/ 1571572 w 6187971"/>
                    <a:gd name="connsiteY586" fmla="*/ 5134127 h 5955635"/>
                    <a:gd name="connsiteX587" fmla="*/ 1570610 w 6187971"/>
                    <a:gd name="connsiteY587" fmla="*/ 5129623 h 5955635"/>
                    <a:gd name="connsiteX588" fmla="*/ 1569648 w 6187971"/>
                    <a:gd name="connsiteY588" fmla="*/ 5125119 h 5955635"/>
                    <a:gd name="connsiteX589" fmla="*/ 1587010 w 6187971"/>
                    <a:gd name="connsiteY589" fmla="*/ 5140248 h 5955635"/>
                    <a:gd name="connsiteX590" fmla="*/ 1587972 w 6187971"/>
                    <a:gd name="connsiteY590" fmla="*/ 5144752 h 5955635"/>
                    <a:gd name="connsiteX591" fmla="*/ 1593438 w 6187971"/>
                    <a:gd name="connsiteY591" fmla="*/ 5148294 h 5955635"/>
                    <a:gd name="connsiteX592" fmla="*/ 1598904 w 6187971"/>
                    <a:gd name="connsiteY592" fmla="*/ 5151836 h 5955635"/>
                    <a:gd name="connsiteX593" fmla="*/ 1610799 w 6187971"/>
                    <a:gd name="connsiteY593" fmla="*/ 5163423 h 5955635"/>
                    <a:gd name="connsiteX594" fmla="*/ 1638786 w 6187971"/>
                    <a:gd name="connsiteY594" fmla="*/ 5162154 h 5955635"/>
                    <a:gd name="connsiteX595" fmla="*/ 1628575 w 6187971"/>
                    <a:gd name="connsiteY595" fmla="*/ 5158449 h 5955635"/>
                    <a:gd name="connsiteX596" fmla="*/ 1621158 w 6187971"/>
                    <a:gd name="connsiteY596" fmla="*/ 5151791 h 5955635"/>
                    <a:gd name="connsiteX597" fmla="*/ 1626891 w 6187971"/>
                    <a:gd name="connsiteY597" fmla="*/ 5150566 h 5955635"/>
                    <a:gd name="connsiteX598" fmla="*/ 1698916 w 6187971"/>
                    <a:gd name="connsiteY598" fmla="*/ 5201113 h 5955635"/>
                    <a:gd name="connsiteX599" fmla="*/ 1704383 w 6187971"/>
                    <a:gd name="connsiteY599" fmla="*/ 5204655 h 5955635"/>
                    <a:gd name="connsiteX600" fmla="*/ 1695374 w 6187971"/>
                    <a:gd name="connsiteY600" fmla="*/ 5206579 h 5955635"/>
                    <a:gd name="connsiteX601" fmla="*/ 1713697 w 6187971"/>
                    <a:gd name="connsiteY601" fmla="*/ 5226213 h 5955635"/>
                    <a:gd name="connsiteX602" fmla="*/ 1734601 w 6187971"/>
                    <a:gd name="connsiteY602" fmla="*/ 5235876 h 5955635"/>
                    <a:gd name="connsiteX603" fmla="*/ 1739105 w 6187971"/>
                    <a:gd name="connsiteY603" fmla="*/ 5234914 h 5955635"/>
                    <a:gd name="connsiteX604" fmla="*/ 1743608 w 6187971"/>
                    <a:gd name="connsiteY604" fmla="*/ 5233952 h 5955635"/>
                    <a:gd name="connsiteX605" fmla="*/ 1765474 w 6187971"/>
                    <a:gd name="connsiteY605" fmla="*/ 5248118 h 5955635"/>
                    <a:gd name="connsiteX606" fmla="*/ 1774483 w 6187971"/>
                    <a:gd name="connsiteY606" fmla="*/ 5246193 h 5955635"/>
                    <a:gd name="connsiteX607" fmla="*/ 1840078 w 6187971"/>
                    <a:gd name="connsiteY607" fmla="*/ 5288696 h 5955635"/>
                    <a:gd name="connsiteX608" fmla="*/ 1860019 w 6187971"/>
                    <a:gd name="connsiteY608" fmla="*/ 5293854 h 5955635"/>
                    <a:gd name="connsiteX609" fmla="*/ 1872877 w 6187971"/>
                    <a:gd name="connsiteY609" fmla="*/ 5309946 h 5955635"/>
                    <a:gd name="connsiteX610" fmla="*/ 2056500 w 6187971"/>
                    <a:gd name="connsiteY610" fmla="*/ 5397876 h 5955635"/>
                    <a:gd name="connsiteX611" fmla="*/ 2135609 w 6187971"/>
                    <a:gd name="connsiteY611" fmla="*/ 5437490 h 5955635"/>
                    <a:gd name="connsiteX612" fmla="*/ 2180957 w 6187971"/>
                    <a:gd name="connsiteY612" fmla="*/ 5451349 h 5955635"/>
                    <a:gd name="connsiteX613" fmla="*/ 2187385 w 6187971"/>
                    <a:gd name="connsiteY613" fmla="*/ 5459396 h 5955635"/>
                    <a:gd name="connsiteX614" fmla="*/ 2228229 w 6187971"/>
                    <a:gd name="connsiteY614" fmla="*/ 5474217 h 5955635"/>
                    <a:gd name="connsiteX615" fmla="*/ 2305413 w 6187971"/>
                    <a:gd name="connsiteY615" fmla="*/ 5504824 h 5955635"/>
                    <a:gd name="connsiteX616" fmla="*/ 2473293 w 6187971"/>
                    <a:gd name="connsiteY616" fmla="*/ 5563150 h 5955635"/>
                    <a:gd name="connsiteX617" fmla="*/ 2572035 w 6187971"/>
                    <a:gd name="connsiteY617" fmla="*/ 5584441 h 5955635"/>
                    <a:gd name="connsiteX618" fmla="*/ 2679785 w 6187971"/>
                    <a:gd name="connsiteY618" fmla="*/ 5603808 h 5955635"/>
                    <a:gd name="connsiteX619" fmla="*/ 2856366 w 6187971"/>
                    <a:gd name="connsiteY619" fmla="*/ 5636726 h 5955635"/>
                    <a:gd name="connsiteX620" fmla="*/ 2989216 w 6187971"/>
                    <a:gd name="connsiteY620" fmla="*/ 5641311 h 5955635"/>
                    <a:gd name="connsiteX621" fmla="*/ 3079605 w 6187971"/>
                    <a:gd name="connsiteY621" fmla="*/ 5645548 h 5955635"/>
                    <a:gd name="connsiteX622" fmla="*/ 3189935 w 6187971"/>
                    <a:gd name="connsiteY622" fmla="*/ 5654944 h 5955635"/>
                    <a:gd name="connsiteX623" fmla="*/ 3300264 w 6187971"/>
                    <a:gd name="connsiteY623" fmla="*/ 5664340 h 5955635"/>
                    <a:gd name="connsiteX624" fmla="*/ 3342726 w 6187971"/>
                    <a:gd name="connsiteY624" fmla="*/ 5664687 h 5955635"/>
                    <a:gd name="connsiteX625" fmla="*/ 3412212 w 6187971"/>
                    <a:gd name="connsiteY625" fmla="*/ 5659262 h 5955635"/>
                    <a:gd name="connsiteX626" fmla="*/ 3430228 w 6187971"/>
                    <a:gd name="connsiteY626" fmla="*/ 5655412 h 5955635"/>
                    <a:gd name="connsiteX627" fmla="*/ 3505179 w 6187971"/>
                    <a:gd name="connsiteY627" fmla="*/ 5653528 h 5955635"/>
                    <a:gd name="connsiteX628" fmla="*/ 3509684 w 6187971"/>
                    <a:gd name="connsiteY628" fmla="*/ 5652566 h 5955635"/>
                    <a:gd name="connsiteX629" fmla="*/ 3510646 w 6187971"/>
                    <a:gd name="connsiteY629" fmla="*/ 5657069 h 5955635"/>
                    <a:gd name="connsiteX630" fmla="*/ 3519654 w 6187971"/>
                    <a:gd name="connsiteY630" fmla="*/ 5655145 h 5955635"/>
                    <a:gd name="connsiteX631" fmla="*/ 3518691 w 6187971"/>
                    <a:gd name="connsiteY631" fmla="*/ 5650641 h 5955635"/>
                    <a:gd name="connsiteX632" fmla="*/ 3514188 w 6187971"/>
                    <a:gd name="connsiteY632" fmla="*/ 5651604 h 5955635"/>
                    <a:gd name="connsiteX633" fmla="*/ 3535746 w 6187971"/>
                    <a:gd name="connsiteY633" fmla="*/ 5642288 h 5955635"/>
                    <a:gd name="connsiteX634" fmla="*/ 3771882 w 6187971"/>
                    <a:gd name="connsiteY634" fmla="*/ 5601257 h 5955635"/>
                    <a:gd name="connsiteX635" fmla="*/ 3861001 w 6187971"/>
                    <a:gd name="connsiteY635" fmla="*/ 5577509 h 5955635"/>
                    <a:gd name="connsiteX636" fmla="*/ 4010291 w 6187971"/>
                    <a:gd name="connsiteY636" fmla="*/ 5526775 h 5955635"/>
                    <a:gd name="connsiteX637" fmla="*/ 4162160 w 6187971"/>
                    <a:gd name="connsiteY637" fmla="*/ 5466071 h 5955635"/>
                    <a:gd name="connsiteX638" fmla="*/ 4252897 w 6187971"/>
                    <a:gd name="connsiteY638" fmla="*/ 5427847 h 5955635"/>
                    <a:gd name="connsiteX639" fmla="*/ 4283464 w 6187971"/>
                    <a:gd name="connsiteY639" fmla="*/ 5416606 h 5955635"/>
                    <a:gd name="connsiteX640" fmla="*/ 4342672 w 6187971"/>
                    <a:gd name="connsiteY640" fmla="*/ 5385119 h 5955635"/>
                    <a:gd name="connsiteX641" fmla="*/ 4343634 w 6187971"/>
                    <a:gd name="connsiteY641" fmla="*/ 5389623 h 5955635"/>
                    <a:gd name="connsiteX642" fmla="*/ 4348138 w 6187971"/>
                    <a:gd name="connsiteY642" fmla="*/ 5388660 h 5955635"/>
                    <a:gd name="connsiteX643" fmla="*/ 4357146 w 6187971"/>
                    <a:gd name="connsiteY643" fmla="*/ 5386736 h 5955635"/>
                    <a:gd name="connsiteX644" fmla="*/ 4360688 w 6187971"/>
                    <a:gd name="connsiteY644" fmla="*/ 5381270 h 5955635"/>
                    <a:gd name="connsiteX645" fmla="*/ 4370658 w 6187971"/>
                    <a:gd name="connsiteY645" fmla="*/ 5383849 h 5955635"/>
                    <a:gd name="connsiteX646" fmla="*/ 4368733 w 6187971"/>
                    <a:gd name="connsiteY646" fmla="*/ 5374841 h 5955635"/>
                    <a:gd name="connsiteX647" fmla="*/ 4373238 w 6187971"/>
                    <a:gd name="connsiteY647" fmla="*/ 5373879 h 5955635"/>
                    <a:gd name="connsiteX648" fmla="*/ 4381283 w 6187971"/>
                    <a:gd name="connsiteY648" fmla="*/ 5367450 h 5955635"/>
                    <a:gd name="connsiteX649" fmla="*/ 4371313 w 6187971"/>
                    <a:gd name="connsiteY649" fmla="*/ 5364871 h 5955635"/>
                    <a:gd name="connsiteX650" fmla="*/ 4372275 w 6187971"/>
                    <a:gd name="connsiteY650" fmla="*/ 5369375 h 5955635"/>
                    <a:gd name="connsiteX651" fmla="*/ 4366809 w 6187971"/>
                    <a:gd name="connsiteY651" fmla="*/ 5365834 h 5955635"/>
                    <a:gd name="connsiteX652" fmla="*/ 4471713 w 6187971"/>
                    <a:gd name="connsiteY652" fmla="*/ 5305744 h 5955635"/>
                    <a:gd name="connsiteX653" fmla="*/ 4629396 w 6187971"/>
                    <a:gd name="connsiteY653" fmla="*/ 5206120 h 5955635"/>
                    <a:gd name="connsiteX654" fmla="*/ 4630359 w 6187971"/>
                    <a:gd name="connsiteY654" fmla="*/ 5210625 h 5955635"/>
                    <a:gd name="connsiteX655" fmla="*/ 4625854 w 6187971"/>
                    <a:gd name="connsiteY655" fmla="*/ 5211587 h 5955635"/>
                    <a:gd name="connsiteX656" fmla="*/ 4623274 w 6187971"/>
                    <a:gd name="connsiteY656" fmla="*/ 5221557 h 5955635"/>
                    <a:gd name="connsiteX657" fmla="*/ 4631321 w 6187971"/>
                    <a:gd name="connsiteY657" fmla="*/ 5215129 h 5955635"/>
                    <a:gd name="connsiteX658" fmla="*/ 4639366 w 6187971"/>
                    <a:gd name="connsiteY658" fmla="*/ 5208700 h 5955635"/>
                    <a:gd name="connsiteX659" fmla="*/ 4653841 w 6187971"/>
                    <a:gd name="connsiteY659" fmla="*/ 5210318 h 5955635"/>
                    <a:gd name="connsiteX660" fmla="*/ 4651512 w 6187971"/>
                    <a:gd name="connsiteY660" fmla="*/ 5204927 h 5955635"/>
                    <a:gd name="connsiteX661" fmla="*/ 4648965 w 6187971"/>
                    <a:gd name="connsiteY661" fmla="*/ 5205864 h 5955635"/>
                    <a:gd name="connsiteX662" fmla="*/ 4655458 w 6187971"/>
                    <a:gd name="connsiteY662" fmla="*/ 5195843 h 5955635"/>
                    <a:gd name="connsiteX663" fmla="*/ 4641946 w 6187971"/>
                    <a:gd name="connsiteY663" fmla="*/ 5198730 h 5955635"/>
                    <a:gd name="connsiteX664" fmla="*/ 4680251 w 6187971"/>
                    <a:gd name="connsiteY664" fmla="*/ 5157579 h 5955635"/>
                    <a:gd name="connsiteX665" fmla="*/ 4685717 w 6187971"/>
                    <a:gd name="connsiteY665" fmla="*/ 5161120 h 5955635"/>
                    <a:gd name="connsiteX666" fmla="*/ 4736572 w 6187971"/>
                    <a:gd name="connsiteY666" fmla="*/ 5112579 h 5955635"/>
                    <a:gd name="connsiteX667" fmla="*/ 4733031 w 6187971"/>
                    <a:gd name="connsiteY667" fmla="*/ 5118045 h 5955635"/>
                    <a:gd name="connsiteX668" fmla="*/ 4793855 w 6187971"/>
                    <a:gd name="connsiteY668" fmla="*/ 5072083 h 5955635"/>
                    <a:gd name="connsiteX669" fmla="*/ 4797397 w 6187971"/>
                    <a:gd name="connsiteY669" fmla="*/ 5066616 h 5955635"/>
                    <a:gd name="connsiteX670" fmla="*/ 4779381 w 6187971"/>
                    <a:gd name="connsiteY670" fmla="*/ 5070465 h 5955635"/>
                    <a:gd name="connsiteX671" fmla="*/ 4818648 w 6187971"/>
                    <a:gd name="connsiteY671" fmla="*/ 5033818 h 5955635"/>
                    <a:gd name="connsiteX672" fmla="*/ 4828619 w 6187971"/>
                    <a:gd name="connsiteY672" fmla="*/ 5036398 h 5955635"/>
                    <a:gd name="connsiteX673" fmla="*/ 4834740 w 6187971"/>
                    <a:gd name="connsiteY673" fmla="*/ 5020962 h 5955635"/>
                    <a:gd name="connsiteX674" fmla="*/ 4838282 w 6187971"/>
                    <a:gd name="connsiteY674" fmla="*/ 5015495 h 5955635"/>
                    <a:gd name="connsiteX675" fmla="*/ 4845366 w 6187971"/>
                    <a:gd name="connsiteY675" fmla="*/ 5004562 h 5955635"/>
                    <a:gd name="connsiteX676" fmla="*/ 4836357 w 6187971"/>
                    <a:gd name="connsiteY676" fmla="*/ 5006486 h 5955635"/>
                    <a:gd name="connsiteX677" fmla="*/ 4831853 w 6187971"/>
                    <a:gd name="connsiteY677" fmla="*/ 5007449 h 5955635"/>
                    <a:gd name="connsiteX678" fmla="*/ 4916509 w 6187971"/>
                    <a:gd name="connsiteY678" fmla="*/ 4918718 h 5955635"/>
                    <a:gd name="connsiteX679" fmla="*/ 4950617 w 6187971"/>
                    <a:gd name="connsiteY679" fmla="*/ 4902012 h 5955635"/>
                    <a:gd name="connsiteX680" fmla="*/ 4951579 w 6187971"/>
                    <a:gd name="connsiteY680" fmla="*/ 4906516 h 5955635"/>
                    <a:gd name="connsiteX681" fmla="*/ 4956084 w 6187971"/>
                    <a:gd name="connsiteY681" fmla="*/ 4905553 h 5955635"/>
                    <a:gd name="connsiteX682" fmla="*/ 4963167 w 6187971"/>
                    <a:gd name="connsiteY682" fmla="*/ 4894621 h 5955635"/>
                    <a:gd name="connsiteX683" fmla="*/ 4966709 w 6187971"/>
                    <a:gd name="connsiteY683" fmla="*/ 4889154 h 5955635"/>
                    <a:gd name="connsiteX684" fmla="*/ 4968326 w 6187971"/>
                    <a:gd name="connsiteY684" fmla="*/ 4874680 h 5955635"/>
                    <a:gd name="connsiteX685" fmla="*/ 4983456 w 6187971"/>
                    <a:gd name="connsiteY685" fmla="*/ 4857319 h 5955635"/>
                    <a:gd name="connsiteX686" fmla="*/ 4959318 w 6187971"/>
                    <a:gd name="connsiteY686" fmla="*/ 4876605 h 5955635"/>
                    <a:gd name="connsiteX687" fmla="*/ 4961242 w 6187971"/>
                    <a:gd name="connsiteY687" fmla="*/ 4885613 h 5955635"/>
                    <a:gd name="connsiteX688" fmla="*/ 4957701 w 6187971"/>
                    <a:gd name="connsiteY688" fmla="*/ 4891079 h 5955635"/>
                    <a:gd name="connsiteX689" fmla="*/ 4953197 w 6187971"/>
                    <a:gd name="connsiteY689" fmla="*/ 4892041 h 5955635"/>
                    <a:gd name="connsiteX690" fmla="*/ 4950617 w 6187971"/>
                    <a:gd name="connsiteY690" fmla="*/ 4902012 h 5955635"/>
                    <a:gd name="connsiteX691" fmla="*/ 4875317 w 6187971"/>
                    <a:gd name="connsiteY691" fmla="*/ 4946357 h 5955635"/>
                    <a:gd name="connsiteX692" fmla="*/ 4866310 w 6187971"/>
                    <a:gd name="connsiteY692" fmla="*/ 4948282 h 5955635"/>
                    <a:gd name="connsiteX693" fmla="*/ 4865347 w 6187971"/>
                    <a:gd name="connsiteY693" fmla="*/ 4943777 h 5955635"/>
                    <a:gd name="connsiteX694" fmla="*/ 4861805 w 6187971"/>
                    <a:gd name="connsiteY694" fmla="*/ 4949244 h 5955635"/>
                    <a:gd name="connsiteX695" fmla="*/ 4857301 w 6187971"/>
                    <a:gd name="connsiteY695" fmla="*/ 4950206 h 5955635"/>
                    <a:gd name="connsiteX696" fmla="*/ 4886477 w 6187971"/>
                    <a:gd name="connsiteY696" fmla="*/ 4910416 h 5955635"/>
                    <a:gd name="connsiteX697" fmla="*/ 4927253 w 6187971"/>
                    <a:gd name="connsiteY697" fmla="*/ 4880833 h 5955635"/>
                    <a:gd name="connsiteX698" fmla="*/ 4927789 w 6187971"/>
                    <a:gd name="connsiteY698" fmla="*/ 4883341 h 5955635"/>
                    <a:gd name="connsiteX699" fmla="*/ 4931331 w 6187971"/>
                    <a:gd name="connsiteY699" fmla="*/ 4877874 h 5955635"/>
                    <a:gd name="connsiteX700" fmla="*/ 4947423 w 6187971"/>
                    <a:gd name="connsiteY700" fmla="*/ 4865017 h 5955635"/>
                    <a:gd name="connsiteX701" fmla="*/ 4943881 w 6187971"/>
                    <a:gd name="connsiteY701" fmla="*/ 4870484 h 5955635"/>
                    <a:gd name="connsiteX702" fmla="*/ 4948386 w 6187971"/>
                    <a:gd name="connsiteY702" fmla="*/ 4869521 h 5955635"/>
                    <a:gd name="connsiteX703" fmla="*/ 4951928 w 6187971"/>
                    <a:gd name="connsiteY703" fmla="*/ 4864055 h 5955635"/>
                    <a:gd name="connsiteX704" fmla="*/ 5016294 w 6187971"/>
                    <a:gd name="connsiteY704" fmla="*/ 4812627 h 5955635"/>
                    <a:gd name="connsiteX705" fmla="*/ 5026265 w 6187971"/>
                    <a:gd name="connsiteY705" fmla="*/ 4815205 h 5955635"/>
                    <a:gd name="connsiteX706" fmla="*/ 5008556 w 6187971"/>
                    <a:gd name="connsiteY706" fmla="*/ 4842537 h 5955635"/>
                    <a:gd name="connsiteX707" fmla="*/ 5081624 w 6187971"/>
                    <a:gd name="connsiteY707" fmla="*/ 4765702 h 5955635"/>
                    <a:gd name="connsiteX708" fmla="*/ 5090632 w 6187971"/>
                    <a:gd name="connsiteY708" fmla="*/ 4763777 h 5955635"/>
                    <a:gd name="connsiteX709" fmla="*/ 5093211 w 6187971"/>
                    <a:gd name="connsiteY709" fmla="*/ 4753806 h 5955635"/>
                    <a:gd name="connsiteX710" fmla="*/ 5109959 w 6187971"/>
                    <a:gd name="connsiteY710" fmla="*/ 4721971 h 5955635"/>
                    <a:gd name="connsiteX711" fmla="*/ 5116387 w 6187971"/>
                    <a:gd name="connsiteY711" fmla="*/ 4730017 h 5955635"/>
                    <a:gd name="connsiteX712" fmla="*/ 5122508 w 6187971"/>
                    <a:gd name="connsiteY712" fmla="*/ 4714579 h 5955635"/>
                    <a:gd name="connsiteX713" fmla="*/ 5126050 w 6187971"/>
                    <a:gd name="connsiteY713" fmla="*/ 4709114 h 5955635"/>
                    <a:gd name="connsiteX714" fmla="*/ 5130554 w 6187971"/>
                    <a:gd name="connsiteY714" fmla="*/ 4708152 h 5955635"/>
                    <a:gd name="connsiteX715" fmla="*/ 5129592 w 6187971"/>
                    <a:gd name="connsiteY715" fmla="*/ 4703647 h 5955635"/>
                    <a:gd name="connsiteX716" fmla="*/ 5126050 w 6187971"/>
                    <a:gd name="connsiteY716" fmla="*/ 4709114 h 5955635"/>
                    <a:gd name="connsiteX717" fmla="*/ 5121546 w 6187971"/>
                    <a:gd name="connsiteY717" fmla="*/ 4710076 h 5955635"/>
                    <a:gd name="connsiteX718" fmla="*/ 5136676 w 6187971"/>
                    <a:gd name="connsiteY718" fmla="*/ 4692715 h 5955635"/>
                    <a:gd name="connsiteX719" fmla="*/ 5137638 w 6187971"/>
                    <a:gd name="connsiteY719" fmla="*/ 4697218 h 5955635"/>
                    <a:gd name="connsiteX720" fmla="*/ 5217830 w 6187971"/>
                    <a:gd name="connsiteY720" fmla="*/ 4543506 h 5955635"/>
                    <a:gd name="connsiteX721" fmla="*/ 5282585 w 6187971"/>
                    <a:gd name="connsiteY721" fmla="*/ 4383674 h 5955635"/>
                    <a:gd name="connsiteX722" fmla="*/ 5294480 w 6187971"/>
                    <a:gd name="connsiteY722" fmla="*/ 4395261 h 5955635"/>
                    <a:gd name="connsiteX723" fmla="*/ 5327359 w 6187971"/>
                    <a:gd name="connsiteY723" fmla="*/ 4284625 h 5955635"/>
                    <a:gd name="connsiteX724" fmla="*/ 5363780 w 6187971"/>
                    <a:gd name="connsiteY724" fmla="*/ 4168522 h 5955635"/>
                    <a:gd name="connsiteX725" fmla="*/ 5364742 w 6187971"/>
                    <a:gd name="connsiteY725" fmla="*/ 4173025 h 5955635"/>
                    <a:gd name="connsiteX726" fmla="*/ 5372788 w 6187971"/>
                    <a:gd name="connsiteY726" fmla="*/ 4166598 h 5955635"/>
                    <a:gd name="connsiteX727" fmla="*/ 5377292 w 6187971"/>
                    <a:gd name="connsiteY727" fmla="*/ 4165635 h 5955635"/>
                    <a:gd name="connsiteX728" fmla="*/ 5381488 w 6187971"/>
                    <a:gd name="connsiteY728" fmla="*/ 4141190 h 5955635"/>
                    <a:gd name="connsiteX729" fmla="*/ 5388573 w 6187971"/>
                    <a:gd name="connsiteY729" fmla="*/ 4130258 h 5955635"/>
                    <a:gd name="connsiteX730" fmla="*/ 5387610 w 6187971"/>
                    <a:gd name="connsiteY730" fmla="*/ 4125753 h 5955635"/>
                    <a:gd name="connsiteX731" fmla="*/ 5383106 w 6187971"/>
                    <a:gd name="connsiteY731" fmla="*/ 4126716 h 5955635"/>
                    <a:gd name="connsiteX732" fmla="*/ 5406629 w 6187971"/>
                    <a:gd name="connsiteY732" fmla="*/ 4060465 h 5955635"/>
                    <a:gd name="connsiteX733" fmla="*/ 5403743 w 6187971"/>
                    <a:gd name="connsiteY733" fmla="*/ 4046953 h 5955635"/>
                    <a:gd name="connsiteX734" fmla="*/ 5388613 w 6187971"/>
                    <a:gd name="connsiteY734" fmla="*/ 4064314 h 5955635"/>
                    <a:gd name="connsiteX735" fmla="*/ 5395042 w 6187971"/>
                    <a:gd name="connsiteY735" fmla="*/ 4072359 h 5955635"/>
                    <a:gd name="connsiteX736" fmla="*/ 5373790 w 6187971"/>
                    <a:gd name="connsiteY736" fmla="*/ 4105158 h 5955635"/>
                    <a:gd name="connsiteX737" fmla="*/ 5379912 w 6187971"/>
                    <a:gd name="connsiteY737" fmla="*/ 4089721 h 5955635"/>
                    <a:gd name="connsiteX738" fmla="*/ 5334176 w 6187971"/>
                    <a:gd name="connsiteY738" fmla="*/ 4184266 h 5955635"/>
                    <a:gd name="connsiteX739" fmla="*/ 5290365 w 6187971"/>
                    <a:gd name="connsiteY739" fmla="*/ 4287819 h 5955635"/>
                    <a:gd name="connsiteX740" fmla="*/ 5281356 w 6187971"/>
                    <a:gd name="connsiteY740" fmla="*/ 4289743 h 5955635"/>
                    <a:gd name="connsiteX741" fmla="*/ 5229191 w 6187971"/>
                    <a:gd name="connsiteY741" fmla="*/ 4376242 h 5955635"/>
                    <a:gd name="connsiteX742" fmla="*/ 5207940 w 6187971"/>
                    <a:gd name="connsiteY742" fmla="*/ 4409040 h 5955635"/>
                    <a:gd name="connsiteX743" fmla="*/ 5201818 w 6187971"/>
                    <a:gd name="connsiteY743" fmla="*/ 4424477 h 5955635"/>
                    <a:gd name="connsiteX744" fmla="*/ 5183148 w 6187971"/>
                    <a:gd name="connsiteY744" fmla="*/ 4447304 h 5955635"/>
                    <a:gd name="connsiteX745" fmla="*/ 5152233 w 6187971"/>
                    <a:gd name="connsiteY745" fmla="*/ 4501005 h 5955635"/>
                    <a:gd name="connsiteX746" fmla="*/ 5120357 w 6187971"/>
                    <a:gd name="connsiteY746" fmla="*/ 4550202 h 5955635"/>
                    <a:gd name="connsiteX747" fmla="*/ 5021841 w 6187971"/>
                    <a:gd name="connsiteY747" fmla="*/ 4684281 h 5955635"/>
                    <a:gd name="connsiteX748" fmla="*/ 4992545 w 6187971"/>
                    <a:gd name="connsiteY748" fmla="*/ 4723508 h 5955635"/>
                    <a:gd name="connsiteX749" fmla="*/ 4987079 w 6187971"/>
                    <a:gd name="connsiteY749" fmla="*/ 4719966 h 5955635"/>
                    <a:gd name="connsiteX750" fmla="*/ 4875706 w 6187971"/>
                    <a:gd name="connsiteY750" fmla="*/ 4837953 h 5955635"/>
                    <a:gd name="connsiteX751" fmla="*/ 4848989 w 6187971"/>
                    <a:gd name="connsiteY751" fmla="*/ 4867208 h 5955635"/>
                    <a:gd name="connsiteX752" fmla="*/ 4806180 w 6187971"/>
                    <a:gd name="connsiteY752" fmla="*/ 4909322 h 5955635"/>
                    <a:gd name="connsiteX753" fmla="*/ 4646224 w 6187971"/>
                    <a:gd name="connsiteY753" fmla="*/ 5042398 h 5955635"/>
                    <a:gd name="connsiteX754" fmla="*/ 4598911 w 6187971"/>
                    <a:gd name="connsiteY754" fmla="*/ 5085474 h 5955635"/>
                    <a:gd name="connsiteX755" fmla="*/ 4589903 w 6187971"/>
                    <a:gd name="connsiteY755" fmla="*/ 5087399 h 5955635"/>
                    <a:gd name="connsiteX756" fmla="*/ 4552253 w 6187971"/>
                    <a:gd name="connsiteY756" fmla="*/ 5109571 h 5955635"/>
                    <a:gd name="connsiteX757" fmla="*/ 4524573 w 6187971"/>
                    <a:gd name="connsiteY757" fmla="*/ 5134323 h 5955635"/>
                    <a:gd name="connsiteX758" fmla="*/ 4429640 w 6187971"/>
                    <a:gd name="connsiteY758" fmla="*/ 5196992 h 5955635"/>
                    <a:gd name="connsiteX759" fmla="*/ 4375898 w 6187971"/>
                    <a:gd name="connsiteY759" fmla="*/ 5232021 h 5955635"/>
                    <a:gd name="connsiteX760" fmla="*/ 4295132 w 6187971"/>
                    <a:gd name="connsiteY760" fmla="*/ 5272825 h 5955635"/>
                    <a:gd name="connsiteX761" fmla="*/ 4283544 w 6187971"/>
                    <a:gd name="connsiteY761" fmla="*/ 5284720 h 5955635"/>
                    <a:gd name="connsiteX762" fmla="*/ 4249436 w 6187971"/>
                    <a:gd name="connsiteY762" fmla="*/ 5301426 h 5955635"/>
                    <a:gd name="connsiteX763" fmla="*/ 4200853 w 6187971"/>
                    <a:gd name="connsiteY763" fmla="*/ 5316515 h 5955635"/>
                    <a:gd name="connsiteX764" fmla="*/ 4195695 w 6187971"/>
                    <a:gd name="connsiteY764" fmla="*/ 5336456 h 5955635"/>
                    <a:gd name="connsiteX765" fmla="*/ 4175098 w 6187971"/>
                    <a:gd name="connsiteY765" fmla="*/ 5350275 h 5955635"/>
                    <a:gd name="connsiteX766" fmla="*/ 4070850 w 6187971"/>
                    <a:gd name="connsiteY766" fmla="*/ 5391386 h 5955635"/>
                    <a:gd name="connsiteX767" fmla="*/ 4051871 w 6187971"/>
                    <a:gd name="connsiteY767" fmla="*/ 5390731 h 5955635"/>
                    <a:gd name="connsiteX768" fmla="*/ 4040284 w 6187971"/>
                    <a:gd name="connsiteY768" fmla="*/ 5402627 h 5955635"/>
                    <a:gd name="connsiteX769" fmla="*/ 4035780 w 6187971"/>
                    <a:gd name="connsiteY769" fmla="*/ 5403589 h 5955635"/>
                    <a:gd name="connsiteX770" fmla="*/ 3926065 w 6187971"/>
                    <a:gd name="connsiteY770" fmla="*/ 5441158 h 5955635"/>
                    <a:gd name="connsiteX771" fmla="*/ 3925102 w 6187971"/>
                    <a:gd name="connsiteY771" fmla="*/ 5436653 h 5955635"/>
                    <a:gd name="connsiteX772" fmla="*/ 3902581 w 6187971"/>
                    <a:gd name="connsiteY772" fmla="*/ 5441465 h 5955635"/>
                    <a:gd name="connsiteX773" fmla="*/ 3877482 w 6187971"/>
                    <a:gd name="connsiteY773" fmla="*/ 5456246 h 5955635"/>
                    <a:gd name="connsiteX774" fmla="*/ 3862045 w 6187971"/>
                    <a:gd name="connsiteY774" fmla="*/ 5450125 h 5955635"/>
                    <a:gd name="connsiteX775" fmla="*/ 3804454 w 6187971"/>
                    <a:gd name="connsiteY775" fmla="*/ 5467139 h 5955635"/>
                    <a:gd name="connsiteX776" fmla="*/ 3761338 w 6187971"/>
                    <a:gd name="connsiteY776" fmla="*/ 5485770 h 5955635"/>
                    <a:gd name="connsiteX777" fmla="*/ 3755871 w 6187971"/>
                    <a:gd name="connsiteY777" fmla="*/ 5482228 h 5955635"/>
                    <a:gd name="connsiteX778" fmla="*/ 3684769 w 6187971"/>
                    <a:gd name="connsiteY778" fmla="*/ 5502128 h 5955635"/>
                    <a:gd name="connsiteX779" fmla="*/ 3675760 w 6187971"/>
                    <a:gd name="connsiteY779" fmla="*/ 5504053 h 5955635"/>
                    <a:gd name="connsiteX780" fmla="*/ 3674798 w 6187971"/>
                    <a:gd name="connsiteY780" fmla="*/ 5499549 h 5955635"/>
                    <a:gd name="connsiteX781" fmla="*/ 3669332 w 6187971"/>
                    <a:gd name="connsiteY781" fmla="*/ 5496007 h 5955635"/>
                    <a:gd name="connsiteX782" fmla="*/ 3665790 w 6187971"/>
                    <a:gd name="connsiteY782" fmla="*/ 5501473 h 5955635"/>
                    <a:gd name="connsiteX783" fmla="*/ 3618170 w 6187971"/>
                    <a:gd name="connsiteY783" fmla="*/ 5521067 h 5955635"/>
                    <a:gd name="connsiteX784" fmla="*/ 3602733 w 6187971"/>
                    <a:gd name="connsiteY784" fmla="*/ 5514945 h 5955635"/>
                    <a:gd name="connsiteX785" fmla="*/ 3603695 w 6187971"/>
                    <a:gd name="connsiteY785" fmla="*/ 5519449 h 5955635"/>
                    <a:gd name="connsiteX786" fmla="*/ 3584717 w 6187971"/>
                    <a:gd name="connsiteY786" fmla="*/ 5518794 h 5955635"/>
                    <a:gd name="connsiteX787" fmla="*/ 3558655 w 6187971"/>
                    <a:gd name="connsiteY787" fmla="*/ 5529072 h 5955635"/>
                    <a:gd name="connsiteX788" fmla="*/ 3531630 w 6187971"/>
                    <a:gd name="connsiteY788" fmla="*/ 5534846 h 5955635"/>
                    <a:gd name="connsiteX789" fmla="*/ 3521660 w 6187971"/>
                    <a:gd name="connsiteY789" fmla="*/ 5532266 h 5955635"/>
                    <a:gd name="connsiteX790" fmla="*/ 3507186 w 6187971"/>
                    <a:gd name="connsiteY790" fmla="*/ 5530649 h 5955635"/>
                    <a:gd name="connsiteX791" fmla="*/ 3502681 w 6187971"/>
                    <a:gd name="connsiteY791" fmla="*/ 5531612 h 5955635"/>
                    <a:gd name="connsiteX792" fmla="*/ 3424187 w 6187971"/>
                    <a:gd name="connsiteY792" fmla="*/ 5538962 h 5955635"/>
                    <a:gd name="connsiteX793" fmla="*/ 3328639 w 6187971"/>
                    <a:gd name="connsiteY793" fmla="*/ 5554666 h 5955635"/>
                    <a:gd name="connsiteX794" fmla="*/ 3319631 w 6187971"/>
                    <a:gd name="connsiteY794" fmla="*/ 5556591 h 5955635"/>
                    <a:gd name="connsiteX795" fmla="*/ 3314165 w 6187971"/>
                    <a:gd name="connsiteY795" fmla="*/ 5553049 h 5955635"/>
                    <a:gd name="connsiteX796" fmla="*/ 3309661 w 6187971"/>
                    <a:gd name="connsiteY796" fmla="*/ 5554011 h 5955635"/>
                    <a:gd name="connsiteX797" fmla="*/ 3282636 w 6187971"/>
                    <a:gd name="connsiteY797" fmla="*/ 5559784 h 5955635"/>
                    <a:gd name="connsiteX798" fmla="*/ 3278132 w 6187971"/>
                    <a:gd name="connsiteY798" fmla="*/ 5560747 h 5955635"/>
                    <a:gd name="connsiteX799" fmla="*/ 3272666 w 6187971"/>
                    <a:gd name="connsiteY799" fmla="*/ 5557205 h 5955635"/>
                    <a:gd name="connsiteX800" fmla="*/ 3268162 w 6187971"/>
                    <a:gd name="connsiteY800" fmla="*/ 5558167 h 5955635"/>
                    <a:gd name="connsiteX801" fmla="*/ 3231167 w 6187971"/>
                    <a:gd name="connsiteY801" fmla="*/ 5561362 h 5955635"/>
                    <a:gd name="connsiteX802" fmla="*/ 3221197 w 6187971"/>
                    <a:gd name="connsiteY802" fmla="*/ 5558782 h 5955635"/>
                    <a:gd name="connsiteX803" fmla="*/ 3192247 w 6187971"/>
                    <a:gd name="connsiteY803" fmla="*/ 5555548 h 5955635"/>
                    <a:gd name="connsiteX804" fmla="*/ 3193209 w 6187971"/>
                    <a:gd name="connsiteY804" fmla="*/ 5560051 h 5955635"/>
                    <a:gd name="connsiteX805" fmla="*/ 3183239 w 6187971"/>
                    <a:gd name="connsiteY805" fmla="*/ 5557472 h 5955635"/>
                    <a:gd name="connsiteX806" fmla="*/ 3189836 w 6187971"/>
                    <a:gd name="connsiteY806" fmla="*/ 5552530 h 5955635"/>
                    <a:gd name="connsiteX807" fmla="*/ 3185794 w 6187971"/>
                    <a:gd name="connsiteY807" fmla="*/ 5544792 h 5955635"/>
                    <a:gd name="connsiteX808" fmla="*/ 3199331 w 6187971"/>
                    <a:gd name="connsiteY808" fmla="*/ 5544615 h 5955635"/>
                    <a:gd name="connsiteX809" fmla="*/ 3342806 w 6187971"/>
                    <a:gd name="connsiteY809" fmla="*/ 5532801 h 5955635"/>
                    <a:gd name="connsiteX810" fmla="*/ 3695394 w 6187971"/>
                    <a:gd name="connsiteY810" fmla="*/ 5485729 h 5955635"/>
                    <a:gd name="connsiteX811" fmla="*/ 3771963 w 6187971"/>
                    <a:gd name="connsiteY811" fmla="*/ 5469371 h 5955635"/>
                    <a:gd name="connsiteX812" fmla="*/ 3784514 w 6187971"/>
                    <a:gd name="connsiteY812" fmla="*/ 5461979 h 5955635"/>
                    <a:gd name="connsiteX813" fmla="*/ 3789017 w 6187971"/>
                    <a:gd name="connsiteY813" fmla="*/ 5461017 h 5955635"/>
                    <a:gd name="connsiteX814" fmla="*/ 3798026 w 6187971"/>
                    <a:gd name="connsiteY814" fmla="*/ 5459093 h 5955635"/>
                    <a:gd name="connsiteX815" fmla="*/ 3891649 w 6187971"/>
                    <a:gd name="connsiteY815" fmla="*/ 5434382 h 5955635"/>
                    <a:gd name="connsiteX816" fmla="*/ 4026464 w 6187971"/>
                    <a:gd name="connsiteY816" fmla="*/ 5382030 h 5955635"/>
                    <a:gd name="connsiteX817" fmla="*/ 4129751 w 6187971"/>
                    <a:gd name="connsiteY817" fmla="*/ 5336416 h 5955635"/>
                    <a:gd name="connsiteX818" fmla="*/ 4167400 w 6187971"/>
                    <a:gd name="connsiteY818" fmla="*/ 5314243 h 5955635"/>
                    <a:gd name="connsiteX819" fmla="*/ 4181875 w 6187971"/>
                    <a:gd name="connsiteY819" fmla="*/ 5315860 h 5955635"/>
                    <a:gd name="connsiteX820" fmla="*/ 4197004 w 6187971"/>
                    <a:gd name="connsiteY820" fmla="*/ 5298499 h 5955635"/>
                    <a:gd name="connsiteX821" fmla="*/ 4232075 w 6187971"/>
                    <a:gd name="connsiteY821" fmla="*/ 5286297 h 5955635"/>
                    <a:gd name="connsiteX822" fmla="*/ 4350491 w 6187971"/>
                    <a:gd name="connsiteY822" fmla="*/ 5223321 h 5955635"/>
                    <a:gd name="connsiteX823" fmla="*/ 4370125 w 6187971"/>
                    <a:gd name="connsiteY823" fmla="*/ 5204997 h 5955635"/>
                    <a:gd name="connsiteX824" fmla="*/ 4490158 w 6187971"/>
                    <a:gd name="connsiteY824" fmla="*/ 5127546 h 5955635"/>
                    <a:gd name="connsiteX825" fmla="*/ 4596679 w 6187971"/>
                    <a:gd name="connsiteY825" fmla="*/ 5052983 h 5955635"/>
                    <a:gd name="connsiteX826" fmla="*/ 4603762 w 6187971"/>
                    <a:gd name="connsiteY826" fmla="*/ 5042050 h 5955635"/>
                    <a:gd name="connsiteX827" fmla="*/ 4604725 w 6187971"/>
                    <a:gd name="connsiteY827" fmla="*/ 5046554 h 5955635"/>
                    <a:gd name="connsiteX828" fmla="*/ 4652038 w 6187971"/>
                    <a:gd name="connsiteY828" fmla="*/ 5003479 h 5955635"/>
                    <a:gd name="connsiteX829" fmla="*/ 4681642 w 6187971"/>
                    <a:gd name="connsiteY829" fmla="*/ 4987735 h 5955635"/>
                    <a:gd name="connsiteX830" fmla="*/ 4675213 w 6187971"/>
                    <a:gd name="connsiteY830" fmla="*/ 4979689 h 5955635"/>
                    <a:gd name="connsiteX831" fmla="*/ 4694847 w 6187971"/>
                    <a:gd name="connsiteY831" fmla="*/ 4961365 h 5955635"/>
                    <a:gd name="connsiteX832" fmla="*/ 4709321 w 6187971"/>
                    <a:gd name="connsiteY832" fmla="*/ 4962983 h 5955635"/>
                    <a:gd name="connsiteX833" fmla="*/ 4798482 w 6187971"/>
                    <a:gd name="connsiteY833" fmla="*/ 4873290 h 5955635"/>
                    <a:gd name="connsiteX834" fmla="*/ 4806527 w 6187971"/>
                    <a:gd name="connsiteY834" fmla="*/ 4866861 h 5955635"/>
                    <a:gd name="connsiteX835" fmla="*/ 4810069 w 6187971"/>
                    <a:gd name="connsiteY835" fmla="*/ 4861394 h 5955635"/>
                    <a:gd name="connsiteX836" fmla="*/ 4805565 w 6187971"/>
                    <a:gd name="connsiteY836" fmla="*/ 4862357 h 5955635"/>
                    <a:gd name="connsiteX837" fmla="*/ 4801060 w 6187971"/>
                    <a:gd name="connsiteY837" fmla="*/ 4863319 h 5955635"/>
                    <a:gd name="connsiteX838" fmla="*/ 4898266 w 6187971"/>
                    <a:gd name="connsiteY838" fmla="*/ 4767198 h 5955635"/>
                    <a:gd name="connsiteX839" fmla="*/ 4912741 w 6187971"/>
                    <a:gd name="connsiteY839" fmla="*/ 4768815 h 5955635"/>
                    <a:gd name="connsiteX840" fmla="*/ 5052449 w 6187971"/>
                    <a:gd name="connsiteY840" fmla="*/ 4607097 h 5955635"/>
                    <a:gd name="connsiteX841" fmla="*/ 5184765 w 6187971"/>
                    <a:gd name="connsiteY841" fmla="*/ 4432830 h 5955635"/>
                    <a:gd name="connsiteX842" fmla="*/ 5143881 w 6187971"/>
                    <a:gd name="connsiteY842" fmla="*/ 4483951 h 5955635"/>
                    <a:gd name="connsiteX843" fmla="*/ 5131330 w 6187971"/>
                    <a:gd name="connsiteY843" fmla="*/ 4491343 h 5955635"/>
                    <a:gd name="connsiteX844" fmla="*/ 5037974 w 6187971"/>
                    <a:gd name="connsiteY844" fmla="*/ 4605480 h 5955635"/>
                    <a:gd name="connsiteX845" fmla="*/ 4920480 w 6187971"/>
                    <a:gd name="connsiteY845" fmla="*/ 4738904 h 5955635"/>
                    <a:gd name="connsiteX846" fmla="*/ 4903425 w 6187971"/>
                    <a:gd name="connsiteY846" fmla="*/ 4747257 h 5955635"/>
                    <a:gd name="connsiteX847" fmla="*/ 4838404 w 6187971"/>
                    <a:gd name="connsiteY847" fmla="*/ 4817664 h 5955635"/>
                    <a:gd name="connsiteX848" fmla="*/ 4829395 w 6187971"/>
                    <a:gd name="connsiteY848" fmla="*/ 4819589 h 5955635"/>
                    <a:gd name="connsiteX849" fmla="*/ 4831320 w 6187971"/>
                    <a:gd name="connsiteY849" fmla="*/ 4828597 h 5955635"/>
                    <a:gd name="connsiteX850" fmla="*/ 4739274 w 6187971"/>
                    <a:gd name="connsiteY850" fmla="*/ 4904777 h 5955635"/>
                    <a:gd name="connsiteX851" fmla="*/ 4750861 w 6187971"/>
                    <a:gd name="connsiteY851" fmla="*/ 4892883 h 5955635"/>
                    <a:gd name="connsiteX852" fmla="*/ 4781119 w 6187971"/>
                    <a:gd name="connsiteY852" fmla="*/ 4858161 h 5955635"/>
                    <a:gd name="connsiteX853" fmla="*/ 4838096 w 6187971"/>
                    <a:gd name="connsiteY853" fmla="*/ 4794182 h 5955635"/>
                    <a:gd name="connsiteX854" fmla="*/ 4846142 w 6187971"/>
                    <a:gd name="connsiteY854" fmla="*/ 4787753 h 5955635"/>
                    <a:gd name="connsiteX855" fmla="*/ 4855150 w 6187971"/>
                    <a:gd name="connsiteY855" fmla="*/ 4785829 h 5955635"/>
                    <a:gd name="connsiteX856" fmla="*/ 4872859 w 6187971"/>
                    <a:gd name="connsiteY856" fmla="*/ 4758497 h 5955635"/>
                    <a:gd name="connsiteX857" fmla="*/ 4899577 w 6187971"/>
                    <a:gd name="connsiteY857" fmla="*/ 4729241 h 5955635"/>
                    <a:gd name="connsiteX858" fmla="*/ 4951393 w 6187971"/>
                    <a:gd name="connsiteY858" fmla="*/ 4685203 h 5955635"/>
                    <a:gd name="connsiteX859" fmla="*/ 4950431 w 6187971"/>
                    <a:gd name="connsiteY859" fmla="*/ 4680699 h 5955635"/>
                    <a:gd name="connsiteX860" fmla="*/ 4965561 w 6187971"/>
                    <a:gd name="connsiteY860" fmla="*/ 4663338 h 5955635"/>
                    <a:gd name="connsiteX861" fmla="*/ 4969103 w 6187971"/>
                    <a:gd name="connsiteY861" fmla="*/ 4657871 h 5955635"/>
                    <a:gd name="connsiteX862" fmla="*/ 4999362 w 6187971"/>
                    <a:gd name="connsiteY862" fmla="*/ 4623149 h 5955635"/>
                    <a:gd name="connsiteX863" fmla="*/ 5014491 w 6187971"/>
                    <a:gd name="connsiteY863" fmla="*/ 4605787 h 5955635"/>
                    <a:gd name="connsiteX864" fmla="*/ 5059879 w 6187971"/>
                    <a:gd name="connsiteY864" fmla="*/ 4553704 h 5955635"/>
                    <a:gd name="connsiteX865" fmla="*/ 5078551 w 6187971"/>
                    <a:gd name="connsiteY865" fmla="*/ 4530876 h 5955635"/>
                    <a:gd name="connsiteX866" fmla="*/ 5083055 w 6187971"/>
                    <a:gd name="connsiteY866" fmla="*/ 4529914 h 5955635"/>
                    <a:gd name="connsiteX867" fmla="*/ 5086597 w 6187971"/>
                    <a:gd name="connsiteY867" fmla="*/ 4524447 h 5955635"/>
                    <a:gd name="connsiteX868" fmla="*/ 5085635 w 6187971"/>
                    <a:gd name="connsiteY868" fmla="*/ 4519944 h 5955635"/>
                    <a:gd name="connsiteX869" fmla="*/ 5090139 w 6187971"/>
                    <a:gd name="connsiteY869" fmla="*/ 4518982 h 5955635"/>
                    <a:gd name="connsiteX870" fmla="*/ 5159358 w 6187971"/>
                    <a:gd name="connsiteY870" fmla="*/ 4424129 h 5955635"/>
                    <a:gd name="connsiteX871" fmla="*/ 5167403 w 6187971"/>
                    <a:gd name="connsiteY871" fmla="*/ 4417701 h 5955635"/>
                    <a:gd name="connsiteX872" fmla="*/ 5171907 w 6187971"/>
                    <a:gd name="connsiteY872" fmla="*/ 4416738 h 5955635"/>
                    <a:gd name="connsiteX873" fmla="*/ 5175450 w 6187971"/>
                    <a:gd name="connsiteY873" fmla="*/ 4411272 h 5955635"/>
                    <a:gd name="connsiteX874" fmla="*/ 5174487 w 6187971"/>
                    <a:gd name="connsiteY874" fmla="*/ 4406768 h 5955635"/>
                    <a:gd name="connsiteX875" fmla="*/ 5198318 w 6187971"/>
                    <a:gd name="connsiteY875" fmla="*/ 4363999 h 5955635"/>
                    <a:gd name="connsiteX876" fmla="*/ 5201860 w 6187971"/>
                    <a:gd name="connsiteY876" fmla="*/ 4358534 h 5955635"/>
                    <a:gd name="connsiteX877" fmla="*/ 5204439 w 6187971"/>
                    <a:gd name="connsiteY877" fmla="*/ 4348563 h 5955635"/>
                    <a:gd name="connsiteX878" fmla="*/ 5195619 w 6187971"/>
                    <a:gd name="connsiteY878" fmla="*/ 4350447 h 5955635"/>
                    <a:gd name="connsiteX879" fmla="*/ 5203077 w 6187971"/>
                    <a:gd name="connsiteY879" fmla="*/ 4339435 h 5955635"/>
                    <a:gd name="connsiteX880" fmla="*/ 5204128 w 6187971"/>
                    <a:gd name="connsiteY880" fmla="*/ 4325131 h 5955635"/>
                    <a:gd name="connsiteX881" fmla="*/ 5204204 w 6187971"/>
                    <a:gd name="connsiteY881" fmla="*/ 4325020 h 5955635"/>
                    <a:gd name="connsiteX882" fmla="*/ 5218092 w 6187971"/>
                    <a:gd name="connsiteY882" fmla="*/ 4313267 h 5955635"/>
                    <a:gd name="connsiteX883" fmla="*/ 5229887 w 6187971"/>
                    <a:gd name="connsiteY883" fmla="*/ 4291321 h 5955635"/>
                    <a:gd name="connsiteX884" fmla="*/ 5234391 w 6187971"/>
                    <a:gd name="connsiteY884" fmla="*/ 4290358 h 5955635"/>
                    <a:gd name="connsiteX885" fmla="*/ 5233429 w 6187971"/>
                    <a:gd name="connsiteY885" fmla="*/ 4285854 h 5955635"/>
                    <a:gd name="connsiteX886" fmla="*/ 5232466 w 6187971"/>
                    <a:gd name="connsiteY886" fmla="*/ 4281350 h 5955635"/>
                    <a:gd name="connsiteX887" fmla="*/ 5245016 w 6187971"/>
                    <a:gd name="connsiteY887" fmla="*/ 4273959 h 5955635"/>
                    <a:gd name="connsiteX888" fmla="*/ 5241474 w 6187971"/>
                    <a:gd name="connsiteY888" fmla="*/ 4279425 h 5955635"/>
                    <a:gd name="connsiteX889" fmla="*/ 5238895 w 6187971"/>
                    <a:gd name="connsiteY889" fmla="*/ 4289396 h 5955635"/>
                    <a:gd name="connsiteX890" fmla="*/ 5246941 w 6187971"/>
                    <a:gd name="connsiteY890" fmla="*/ 4282967 h 5955635"/>
                    <a:gd name="connsiteX891" fmla="*/ 5251445 w 6187971"/>
                    <a:gd name="connsiteY891" fmla="*/ 4282005 h 5955635"/>
                    <a:gd name="connsiteX892" fmla="*/ 5238240 w 6187971"/>
                    <a:gd name="connsiteY892" fmla="*/ 4308374 h 5955635"/>
                    <a:gd name="connsiteX893" fmla="*/ 5347073 w 6187971"/>
                    <a:gd name="connsiteY893" fmla="*/ 4134414 h 5955635"/>
                    <a:gd name="connsiteX894" fmla="*/ 5356737 w 6187971"/>
                    <a:gd name="connsiteY894" fmla="*/ 4113510 h 5955635"/>
                    <a:gd name="connsiteX895" fmla="*/ 5360278 w 6187971"/>
                    <a:gd name="connsiteY895" fmla="*/ 4108045 h 5955635"/>
                    <a:gd name="connsiteX896" fmla="*/ 5440163 w 6187971"/>
                    <a:gd name="connsiteY896" fmla="*/ 3930850 h 5955635"/>
                    <a:gd name="connsiteX897" fmla="*/ 5447247 w 6187971"/>
                    <a:gd name="connsiteY897" fmla="*/ 3919918 h 5955635"/>
                    <a:gd name="connsiteX898" fmla="*/ 5441125 w 6187971"/>
                    <a:gd name="connsiteY898" fmla="*/ 3935354 h 5955635"/>
                    <a:gd name="connsiteX899" fmla="*/ 5443050 w 6187971"/>
                    <a:gd name="connsiteY899" fmla="*/ 3944362 h 5955635"/>
                    <a:gd name="connsiteX900" fmla="*/ 5437891 w 6187971"/>
                    <a:gd name="connsiteY900" fmla="*/ 3964303 h 5955635"/>
                    <a:gd name="connsiteX901" fmla="*/ 5434349 w 6187971"/>
                    <a:gd name="connsiteY901" fmla="*/ 3969770 h 5955635"/>
                    <a:gd name="connsiteX902" fmla="*/ 5435311 w 6187971"/>
                    <a:gd name="connsiteY902" fmla="*/ 3974273 h 5955635"/>
                    <a:gd name="connsiteX903" fmla="*/ 5425955 w 6187971"/>
                    <a:gd name="connsiteY903" fmla="*/ 4018659 h 5955635"/>
                    <a:gd name="connsiteX904" fmla="*/ 5428535 w 6187971"/>
                    <a:gd name="connsiteY904" fmla="*/ 4008688 h 5955635"/>
                    <a:gd name="connsiteX905" fmla="*/ 5430460 w 6187971"/>
                    <a:gd name="connsiteY905" fmla="*/ 4017697 h 5955635"/>
                    <a:gd name="connsiteX906" fmla="*/ 5438505 w 6187971"/>
                    <a:gd name="connsiteY906" fmla="*/ 4011268 h 5955635"/>
                    <a:gd name="connsiteX907" fmla="*/ 5439468 w 6187971"/>
                    <a:gd name="connsiteY907" fmla="*/ 4015773 h 5955635"/>
                    <a:gd name="connsiteX908" fmla="*/ 5435926 w 6187971"/>
                    <a:gd name="connsiteY908" fmla="*/ 4021238 h 5955635"/>
                    <a:gd name="connsiteX909" fmla="*/ 5436889 w 6187971"/>
                    <a:gd name="connsiteY909" fmla="*/ 4025742 h 5955635"/>
                    <a:gd name="connsiteX910" fmla="*/ 5429150 w 6187971"/>
                    <a:gd name="connsiteY910" fmla="*/ 4055653 h 5955635"/>
                    <a:gd name="connsiteX911" fmla="*/ 5430112 w 6187971"/>
                    <a:gd name="connsiteY911" fmla="*/ 4060158 h 5955635"/>
                    <a:gd name="connsiteX912" fmla="*/ 5433654 w 6187971"/>
                    <a:gd name="connsiteY912" fmla="*/ 4054691 h 5955635"/>
                    <a:gd name="connsiteX913" fmla="*/ 5438158 w 6187971"/>
                    <a:gd name="connsiteY913" fmla="*/ 4053729 h 5955635"/>
                    <a:gd name="connsiteX914" fmla="*/ 5410438 w 6187971"/>
                    <a:gd name="connsiteY914" fmla="*/ 4144425 h 5955635"/>
                    <a:gd name="connsiteX915" fmla="*/ 5377252 w 6187971"/>
                    <a:gd name="connsiteY915" fmla="*/ 4231578 h 5955635"/>
                    <a:gd name="connsiteX916" fmla="*/ 5378214 w 6187971"/>
                    <a:gd name="connsiteY916" fmla="*/ 4236082 h 5955635"/>
                    <a:gd name="connsiteX917" fmla="*/ 5373710 w 6187971"/>
                    <a:gd name="connsiteY917" fmla="*/ 4237045 h 5955635"/>
                    <a:gd name="connsiteX918" fmla="*/ 5374672 w 6187971"/>
                    <a:gd name="connsiteY918" fmla="*/ 4241549 h 5955635"/>
                    <a:gd name="connsiteX919" fmla="*/ 5371130 w 6187971"/>
                    <a:gd name="connsiteY919" fmla="*/ 4247016 h 5955635"/>
                    <a:gd name="connsiteX920" fmla="*/ 5365009 w 6187971"/>
                    <a:gd name="connsiteY920" fmla="*/ 4262452 h 5955635"/>
                    <a:gd name="connsiteX921" fmla="*/ 5366934 w 6187971"/>
                    <a:gd name="connsiteY921" fmla="*/ 4271460 h 5955635"/>
                    <a:gd name="connsiteX922" fmla="*/ 5372092 w 6187971"/>
                    <a:gd name="connsiteY922" fmla="*/ 4251519 h 5955635"/>
                    <a:gd name="connsiteX923" fmla="*/ 5376597 w 6187971"/>
                    <a:gd name="connsiteY923" fmla="*/ 4250557 h 5955635"/>
                    <a:gd name="connsiteX924" fmla="*/ 5377559 w 6187971"/>
                    <a:gd name="connsiteY924" fmla="*/ 4255061 h 5955635"/>
                    <a:gd name="connsiteX925" fmla="*/ 5381101 w 6187971"/>
                    <a:gd name="connsiteY925" fmla="*/ 4249594 h 5955635"/>
                    <a:gd name="connsiteX926" fmla="*/ 5380139 w 6187971"/>
                    <a:gd name="connsiteY926" fmla="*/ 4245091 h 5955635"/>
                    <a:gd name="connsiteX927" fmla="*/ 5383681 w 6187971"/>
                    <a:gd name="connsiteY927" fmla="*/ 4239624 h 5955635"/>
                    <a:gd name="connsiteX928" fmla="*/ 5389802 w 6187971"/>
                    <a:gd name="connsiteY928" fmla="*/ 4224188 h 5955635"/>
                    <a:gd name="connsiteX929" fmla="*/ 5387877 w 6187971"/>
                    <a:gd name="connsiteY929" fmla="*/ 4215179 h 5955635"/>
                    <a:gd name="connsiteX930" fmla="*/ 5396885 w 6187971"/>
                    <a:gd name="connsiteY930" fmla="*/ 4213255 h 5955635"/>
                    <a:gd name="connsiteX931" fmla="*/ 5403662 w 6187971"/>
                    <a:gd name="connsiteY931" fmla="*/ 4178840 h 5955635"/>
                    <a:gd name="connsiteX932" fmla="*/ 5428147 w 6187971"/>
                    <a:gd name="connsiteY932" fmla="*/ 4117093 h 5955635"/>
                    <a:gd name="connsiteX933" fmla="*/ 5423643 w 6187971"/>
                    <a:gd name="connsiteY933" fmla="*/ 4118055 h 5955635"/>
                    <a:gd name="connsiteX934" fmla="*/ 5430726 w 6187971"/>
                    <a:gd name="connsiteY934" fmla="*/ 4107123 h 5955635"/>
                    <a:gd name="connsiteX935" fmla="*/ 5428802 w 6187971"/>
                    <a:gd name="connsiteY935" fmla="*/ 4098114 h 5955635"/>
                    <a:gd name="connsiteX936" fmla="*/ 5433306 w 6187971"/>
                    <a:gd name="connsiteY936" fmla="*/ 4097152 h 5955635"/>
                    <a:gd name="connsiteX937" fmla="*/ 5440389 w 6187971"/>
                    <a:gd name="connsiteY937" fmla="*/ 4086220 h 5955635"/>
                    <a:gd name="connsiteX938" fmla="*/ 5458446 w 6187971"/>
                    <a:gd name="connsiteY938" fmla="*/ 4016427 h 5955635"/>
                    <a:gd name="connsiteX939" fmla="*/ 5449438 w 6187971"/>
                    <a:gd name="connsiteY939" fmla="*/ 4018351 h 5955635"/>
                    <a:gd name="connsiteX940" fmla="*/ 5482318 w 6187971"/>
                    <a:gd name="connsiteY940" fmla="*/ 3907715 h 5955635"/>
                    <a:gd name="connsiteX941" fmla="*/ 5505533 w 6187971"/>
                    <a:gd name="connsiteY941" fmla="*/ 3817982 h 5955635"/>
                    <a:gd name="connsiteX942" fmla="*/ 5510038 w 6187971"/>
                    <a:gd name="connsiteY942" fmla="*/ 3817020 h 5955635"/>
                    <a:gd name="connsiteX943" fmla="*/ 5525514 w 6187971"/>
                    <a:gd name="connsiteY943" fmla="*/ 3757197 h 5955635"/>
                    <a:gd name="connsiteX944" fmla="*/ 5528401 w 6187971"/>
                    <a:gd name="connsiteY944" fmla="*/ 3770709 h 5955635"/>
                    <a:gd name="connsiteX945" fmla="*/ 5520048 w 6187971"/>
                    <a:gd name="connsiteY945" fmla="*/ 3753656 h 5955635"/>
                    <a:gd name="connsiteX946" fmla="*/ 5543571 w 6187971"/>
                    <a:gd name="connsiteY946" fmla="*/ 3687405 h 5955635"/>
                    <a:gd name="connsiteX947" fmla="*/ 5547113 w 6187971"/>
                    <a:gd name="connsiteY947" fmla="*/ 3681939 h 5955635"/>
                    <a:gd name="connsiteX948" fmla="*/ 5546151 w 6187971"/>
                    <a:gd name="connsiteY948" fmla="*/ 3677434 h 5955635"/>
                    <a:gd name="connsiteX949" fmla="*/ 5541647 w 6187971"/>
                    <a:gd name="connsiteY949" fmla="*/ 3678397 h 5955635"/>
                    <a:gd name="connsiteX950" fmla="*/ 5544226 w 6187971"/>
                    <a:gd name="connsiteY950" fmla="*/ 3668427 h 5955635"/>
                    <a:gd name="connsiteX951" fmla="*/ 5545189 w 6187971"/>
                    <a:gd name="connsiteY951" fmla="*/ 3672930 h 5955635"/>
                    <a:gd name="connsiteX952" fmla="*/ 5549693 w 6187971"/>
                    <a:gd name="connsiteY952" fmla="*/ 3671968 h 5955635"/>
                    <a:gd name="connsiteX953" fmla="*/ 5547768 w 6187971"/>
                    <a:gd name="connsiteY953" fmla="*/ 3662960 h 5955635"/>
                    <a:gd name="connsiteX954" fmla="*/ 5551310 w 6187971"/>
                    <a:gd name="connsiteY954" fmla="*/ 3657493 h 5955635"/>
                    <a:gd name="connsiteX955" fmla="*/ 5548423 w 6187971"/>
                    <a:gd name="connsiteY955" fmla="*/ 3643981 h 5955635"/>
                    <a:gd name="connsiteX956" fmla="*/ 5551003 w 6187971"/>
                    <a:gd name="connsiteY956" fmla="*/ 3634011 h 5955635"/>
                    <a:gd name="connsiteX957" fmla="*/ 5547461 w 6187971"/>
                    <a:gd name="connsiteY957" fmla="*/ 3639478 h 5955635"/>
                    <a:gd name="connsiteX958" fmla="*/ 5543919 w 6187971"/>
                    <a:gd name="connsiteY958" fmla="*/ 3644943 h 5955635"/>
                    <a:gd name="connsiteX959" fmla="*/ 5541995 w 6187971"/>
                    <a:gd name="connsiteY959" fmla="*/ 3635936 h 5955635"/>
                    <a:gd name="connsiteX960" fmla="*/ 5549733 w 6187971"/>
                    <a:gd name="connsiteY960" fmla="*/ 3606025 h 5955635"/>
                    <a:gd name="connsiteX961" fmla="*/ 5561668 w 6187971"/>
                    <a:gd name="connsiteY961" fmla="*/ 3551669 h 5955635"/>
                    <a:gd name="connsiteX962" fmla="*/ 5565210 w 6187971"/>
                    <a:gd name="connsiteY962" fmla="*/ 3546202 h 5955635"/>
                    <a:gd name="connsiteX963" fmla="*/ 5564248 w 6187971"/>
                    <a:gd name="connsiteY963" fmla="*/ 3541699 h 5955635"/>
                    <a:gd name="connsiteX964" fmla="*/ 5568445 w 6187971"/>
                    <a:gd name="connsiteY964" fmla="*/ 3517253 h 5955635"/>
                    <a:gd name="connsiteX965" fmla="*/ 5569100 w 6187971"/>
                    <a:gd name="connsiteY965" fmla="*/ 3498276 h 5955635"/>
                    <a:gd name="connsiteX966" fmla="*/ 5580380 w 6187971"/>
                    <a:gd name="connsiteY966" fmla="*/ 3462898 h 5955635"/>
                    <a:gd name="connsiteX967" fmla="*/ 5584885 w 6187971"/>
                    <a:gd name="connsiteY967" fmla="*/ 3461936 h 5955635"/>
                    <a:gd name="connsiteX968" fmla="*/ 5582960 w 6187971"/>
                    <a:gd name="connsiteY968" fmla="*/ 3452927 h 5955635"/>
                    <a:gd name="connsiteX969" fmla="*/ 5581998 w 6187971"/>
                    <a:gd name="connsiteY969" fmla="*/ 3448424 h 5955635"/>
                    <a:gd name="connsiteX970" fmla="*/ 5578456 w 6187971"/>
                    <a:gd name="connsiteY970" fmla="*/ 3453889 h 5955635"/>
                    <a:gd name="connsiteX971" fmla="*/ 5585232 w 6187971"/>
                    <a:gd name="connsiteY971" fmla="*/ 3419474 h 5955635"/>
                    <a:gd name="connsiteX972" fmla="*/ 5588774 w 6187971"/>
                    <a:gd name="connsiteY972" fmla="*/ 3414008 h 5955635"/>
                    <a:gd name="connsiteX973" fmla="*/ 5587812 w 6187971"/>
                    <a:gd name="connsiteY973" fmla="*/ 3409504 h 5955635"/>
                    <a:gd name="connsiteX974" fmla="*/ 5590084 w 6187971"/>
                    <a:gd name="connsiteY974" fmla="*/ 3376051 h 5955635"/>
                    <a:gd name="connsiteX975" fmla="*/ 5591047 w 6187971"/>
                    <a:gd name="connsiteY975" fmla="*/ 3380555 h 5955635"/>
                    <a:gd name="connsiteX976" fmla="*/ 5593934 w 6187971"/>
                    <a:gd name="connsiteY976" fmla="*/ 3394067 h 5955635"/>
                    <a:gd name="connsiteX977" fmla="*/ 5596512 w 6187971"/>
                    <a:gd name="connsiteY977" fmla="*/ 3384097 h 5955635"/>
                    <a:gd name="connsiteX978" fmla="*/ 5600054 w 6187971"/>
                    <a:gd name="connsiteY978" fmla="*/ 3378631 h 5955635"/>
                    <a:gd name="connsiteX979" fmla="*/ 5599399 w 6187971"/>
                    <a:gd name="connsiteY979" fmla="*/ 3397610 h 5955635"/>
                    <a:gd name="connsiteX980" fmla="*/ 5609370 w 6187971"/>
                    <a:gd name="connsiteY980" fmla="*/ 3400188 h 5955635"/>
                    <a:gd name="connsiteX981" fmla="*/ 5616146 w 6187971"/>
                    <a:gd name="connsiteY981" fmla="*/ 3365773 h 5955635"/>
                    <a:gd name="connsiteX982" fmla="*/ 5619688 w 6187971"/>
                    <a:gd name="connsiteY982" fmla="*/ 3360307 h 5955635"/>
                    <a:gd name="connsiteX983" fmla="*/ 5618726 w 6187971"/>
                    <a:gd name="connsiteY983" fmla="*/ 3355803 h 5955635"/>
                    <a:gd name="connsiteX984" fmla="*/ 5617764 w 6187971"/>
                    <a:gd name="connsiteY984" fmla="*/ 3351299 h 5955635"/>
                    <a:gd name="connsiteX985" fmla="*/ 5614222 w 6187971"/>
                    <a:gd name="connsiteY985" fmla="*/ 3356765 h 5955635"/>
                    <a:gd name="connsiteX986" fmla="*/ 5611335 w 6187971"/>
                    <a:gd name="connsiteY986" fmla="*/ 3343253 h 5955635"/>
                    <a:gd name="connsiteX987" fmla="*/ 5605868 w 6187971"/>
                    <a:gd name="connsiteY987" fmla="*/ 3339711 h 5955635"/>
                    <a:gd name="connsiteX988" fmla="*/ 5601672 w 6187971"/>
                    <a:gd name="connsiteY988" fmla="*/ 3364156 h 5955635"/>
                    <a:gd name="connsiteX989" fmla="*/ 5600710 w 6187971"/>
                    <a:gd name="connsiteY989" fmla="*/ 3359652 h 5955635"/>
                    <a:gd name="connsiteX990" fmla="*/ 5594281 w 6187971"/>
                    <a:gd name="connsiteY990" fmla="*/ 3351607 h 5955635"/>
                    <a:gd name="connsiteX991" fmla="*/ 5592057 w 6187971"/>
                    <a:gd name="connsiteY991" fmla="*/ 3360201 h 5955635"/>
                    <a:gd name="connsiteX992" fmla="*/ 5590783 w 6187971"/>
                    <a:gd name="connsiteY992" fmla="*/ 3351765 h 5955635"/>
                    <a:gd name="connsiteX993" fmla="*/ 5593974 w 6187971"/>
                    <a:gd name="connsiteY993" fmla="*/ 3328124 h 5955635"/>
                    <a:gd name="connsiteX994" fmla="*/ 5577575 w 6187971"/>
                    <a:gd name="connsiteY994" fmla="*/ 3317498 h 5955635"/>
                    <a:gd name="connsiteX995" fmla="*/ 5583041 w 6187971"/>
                    <a:gd name="connsiteY995" fmla="*/ 3321040 h 5955635"/>
                    <a:gd name="connsiteX996" fmla="*/ 5587545 w 6187971"/>
                    <a:gd name="connsiteY996" fmla="*/ 3320078 h 5955635"/>
                    <a:gd name="connsiteX997" fmla="*/ 5592049 w 6187971"/>
                    <a:gd name="connsiteY997" fmla="*/ 3319116 h 5955635"/>
                    <a:gd name="connsiteX998" fmla="*/ 5590125 w 6187971"/>
                    <a:gd name="connsiteY998" fmla="*/ 3310107 h 5955635"/>
                    <a:gd name="connsiteX999" fmla="*/ 5589163 w 6187971"/>
                    <a:gd name="connsiteY999" fmla="*/ 3305604 h 5955635"/>
                    <a:gd name="connsiteX1000" fmla="*/ 5596246 w 6187971"/>
                    <a:gd name="connsiteY1000" fmla="*/ 3294671 h 5955635"/>
                    <a:gd name="connsiteX1001" fmla="*/ 5598170 w 6187971"/>
                    <a:gd name="connsiteY1001" fmla="*/ 3303679 h 5955635"/>
                    <a:gd name="connsiteX1002" fmla="*/ 5602675 w 6187971"/>
                    <a:gd name="connsiteY1002" fmla="*/ 3302717 h 5955635"/>
                    <a:gd name="connsiteX1003" fmla="*/ 5605254 w 6187971"/>
                    <a:gd name="connsiteY1003" fmla="*/ 3292746 h 5955635"/>
                    <a:gd name="connsiteX1004" fmla="*/ 5603330 w 6187971"/>
                    <a:gd name="connsiteY1004" fmla="*/ 3283738 h 5955635"/>
                    <a:gd name="connsiteX1005" fmla="*/ 5592397 w 6187971"/>
                    <a:gd name="connsiteY1005" fmla="*/ 3276655 h 5955635"/>
                    <a:gd name="connsiteX1006" fmla="*/ 5586930 w 6187971"/>
                    <a:gd name="connsiteY1006" fmla="*/ 3273113 h 5955635"/>
                    <a:gd name="connsiteX1007" fmla="*/ 5583389 w 6187971"/>
                    <a:gd name="connsiteY1007" fmla="*/ 3278580 h 5955635"/>
                    <a:gd name="connsiteX1008" fmla="*/ 5583081 w 6187971"/>
                    <a:gd name="connsiteY1008" fmla="*/ 3255097 h 5955635"/>
                    <a:gd name="connsiteX1009" fmla="*/ 5585968 w 6187971"/>
                    <a:gd name="connsiteY1009" fmla="*/ 3268609 h 5955635"/>
                    <a:gd name="connsiteX1010" fmla="*/ 5591127 w 6187971"/>
                    <a:gd name="connsiteY1010" fmla="*/ 3248668 h 5955635"/>
                    <a:gd name="connsiteX1011" fmla="*/ 5595632 w 6187971"/>
                    <a:gd name="connsiteY1011" fmla="*/ 3247705 h 5955635"/>
                    <a:gd name="connsiteX1012" fmla="*/ 5594669 w 6187971"/>
                    <a:gd name="connsiteY1012" fmla="*/ 3243202 h 5955635"/>
                    <a:gd name="connsiteX1013" fmla="*/ 5593707 w 6187971"/>
                    <a:gd name="connsiteY1013" fmla="*/ 3238698 h 5955635"/>
                    <a:gd name="connsiteX1014" fmla="*/ 5589203 w 6187971"/>
                    <a:gd name="connsiteY1014" fmla="*/ 3239660 h 5955635"/>
                    <a:gd name="connsiteX1015" fmla="*/ 5596286 w 6187971"/>
                    <a:gd name="connsiteY1015" fmla="*/ 3228728 h 5955635"/>
                    <a:gd name="connsiteX1016" fmla="*/ 5590512 w 6187971"/>
                    <a:gd name="connsiteY1016" fmla="*/ 3201704 h 5955635"/>
                    <a:gd name="connsiteX1017" fmla="*/ 5592437 w 6187971"/>
                    <a:gd name="connsiteY1017" fmla="*/ 3210711 h 5955635"/>
                    <a:gd name="connsiteX1018" fmla="*/ 5595672 w 6187971"/>
                    <a:gd name="connsiteY1018" fmla="*/ 3181763 h 5955635"/>
                    <a:gd name="connsiteX1019" fmla="*/ 5601139 w 6187971"/>
                    <a:gd name="connsiteY1019" fmla="*/ 3185304 h 5955635"/>
                    <a:gd name="connsiteX1020" fmla="*/ 5600176 w 6187971"/>
                    <a:gd name="connsiteY1020" fmla="*/ 3180800 h 5955635"/>
                    <a:gd name="connsiteX1021" fmla="*/ 5604680 w 6187971"/>
                    <a:gd name="connsiteY1021" fmla="*/ 3179838 h 5955635"/>
                    <a:gd name="connsiteX1022" fmla="*/ 5610146 w 6187971"/>
                    <a:gd name="connsiteY1022" fmla="*/ 3183379 h 5955635"/>
                    <a:gd name="connsiteX1023" fmla="*/ 5609799 w 6187971"/>
                    <a:gd name="connsiteY1023" fmla="*/ 3225841 h 5955635"/>
                    <a:gd name="connsiteX1024" fmla="*/ 5605295 w 6187971"/>
                    <a:gd name="connsiteY1024" fmla="*/ 3226803 h 5955635"/>
                    <a:gd name="connsiteX1025" fmla="*/ 5604639 w 6187971"/>
                    <a:gd name="connsiteY1025" fmla="*/ 3245781 h 5955635"/>
                    <a:gd name="connsiteX1026" fmla="*/ 5610761 w 6187971"/>
                    <a:gd name="connsiteY1026" fmla="*/ 3230344 h 5955635"/>
                    <a:gd name="connsiteX1027" fmla="*/ 5611068 w 6187971"/>
                    <a:gd name="connsiteY1027" fmla="*/ 3253827 h 5955635"/>
                    <a:gd name="connsiteX1028" fmla="*/ 5607526 w 6187971"/>
                    <a:gd name="connsiteY1028" fmla="*/ 3259294 h 5955635"/>
                    <a:gd name="connsiteX1029" fmla="*/ 5608488 w 6187971"/>
                    <a:gd name="connsiteY1029" fmla="*/ 3263797 h 5955635"/>
                    <a:gd name="connsiteX1030" fmla="*/ 5613955 w 6187971"/>
                    <a:gd name="connsiteY1030" fmla="*/ 3267339 h 5955635"/>
                    <a:gd name="connsiteX1031" fmla="*/ 5617497 w 6187971"/>
                    <a:gd name="connsiteY1031" fmla="*/ 3261873 h 5955635"/>
                    <a:gd name="connsiteX1032" fmla="*/ 5620076 w 6187971"/>
                    <a:gd name="connsiteY1032" fmla="*/ 3251903 h 5955635"/>
                    <a:gd name="connsiteX1033" fmla="*/ 5619114 w 6187971"/>
                    <a:gd name="connsiteY1033" fmla="*/ 3247399 h 5955635"/>
                    <a:gd name="connsiteX1034" fmla="*/ 5614610 w 6187971"/>
                    <a:gd name="connsiteY1034" fmla="*/ 3248361 h 5955635"/>
                    <a:gd name="connsiteX1035" fmla="*/ 5614651 w 6187971"/>
                    <a:gd name="connsiteY1035" fmla="*/ 3182417 h 5955635"/>
                    <a:gd name="connsiteX1036" fmla="*/ 5618192 w 6187971"/>
                    <a:gd name="connsiteY1036" fmla="*/ 3176951 h 5955635"/>
                    <a:gd name="connsiteX1037" fmla="*/ 5617229 w 6187971"/>
                    <a:gd name="connsiteY1037" fmla="*/ 3172447 h 5955635"/>
                    <a:gd name="connsiteX1038" fmla="*/ 5616267 w 6187971"/>
                    <a:gd name="connsiteY1038" fmla="*/ 3167943 h 5955635"/>
                    <a:gd name="connsiteX1039" fmla="*/ 5619502 w 6187971"/>
                    <a:gd name="connsiteY1039" fmla="*/ 3138994 h 5955635"/>
                    <a:gd name="connsiteX1040" fmla="*/ 5614998 w 6187971"/>
                    <a:gd name="connsiteY1040" fmla="*/ 3139956 h 5955635"/>
                    <a:gd name="connsiteX1041" fmla="*/ 5618540 w 6187971"/>
                    <a:gd name="connsiteY1041" fmla="*/ 3134491 h 5955635"/>
                    <a:gd name="connsiteX1042" fmla="*/ 5621120 w 6187971"/>
                    <a:gd name="connsiteY1042" fmla="*/ 3124519 h 5955635"/>
                    <a:gd name="connsiteX1043" fmla="*/ 5615653 w 6187971"/>
                    <a:gd name="connsiteY1043" fmla="*/ 3120977 h 5955635"/>
                    <a:gd name="connsiteX1044" fmla="*/ 5607995 w 6187971"/>
                    <a:gd name="connsiteY1044" fmla="*/ 3019002 h 5955635"/>
                    <a:gd name="connsiteX1045" fmla="*/ 5610575 w 6187971"/>
                    <a:gd name="connsiteY1045" fmla="*/ 3009032 h 5955635"/>
                    <a:gd name="connsiteX1046" fmla="*/ 5609613 w 6187971"/>
                    <a:gd name="connsiteY1046" fmla="*/ 3004527 h 5955635"/>
                    <a:gd name="connsiteX1047" fmla="*/ 5605109 w 6187971"/>
                    <a:gd name="connsiteY1047" fmla="*/ 3005490 h 5955635"/>
                    <a:gd name="connsiteX1048" fmla="*/ 5608343 w 6187971"/>
                    <a:gd name="connsiteY1048" fmla="*/ 2976541 h 5955635"/>
                    <a:gd name="connsiteX1049" fmla="*/ 5607380 w 6187971"/>
                    <a:gd name="connsiteY1049" fmla="*/ 2972037 h 5955635"/>
                    <a:gd name="connsiteX1050" fmla="*/ 5605456 w 6187971"/>
                    <a:gd name="connsiteY1050" fmla="*/ 2963029 h 5955635"/>
                    <a:gd name="connsiteX1051" fmla="*/ 5604494 w 6187971"/>
                    <a:gd name="connsiteY1051" fmla="*/ 2958525 h 5955635"/>
                    <a:gd name="connsiteX1052" fmla="*/ 5608036 w 6187971"/>
                    <a:gd name="connsiteY1052" fmla="*/ 2953059 h 5955635"/>
                    <a:gd name="connsiteX1053" fmla="*/ 5607073 w 6187971"/>
                    <a:gd name="connsiteY1053" fmla="*/ 2948555 h 5955635"/>
                    <a:gd name="connsiteX1054" fmla="*/ 5601300 w 6187971"/>
                    <a:gd name="connsiteY1054" fmla="*/ 2921531 h 5955635"/>
                    <a:gd name="connsiteX1055" fmla="*/ 5600338 w 6187971"/>
                    <a:gd name="connsiteY1055" fmla="*/ 2917026 h 5955635"/>
                    <a:gd name="connsiteX1056" fmla="*/ 5598413 w 6187971"/>
                    <a:gd name="connsiteY1056" fmla="*/ 2908019 h 5955635"/>
                    <a:gd name="connsiteX1057" fmla="*/ 5597451 w 6187971"/>
                    <a:gd name="connsiteY1057" fmla="*/ 2903514 h 5955635"/>
                    <a:gd name="connsiteX1058" fmla="*/ 5590715 w 6187971"/>
                    <a:gd name="connsiteY1058" fmla="*/ 2871986 h 5955635"/>
                    <a:gd name="connsiteX1059" fmla="*/ 5595874 w 6187971"/>
                    <a:gd name="connsiteY1059" fmla="*/ 2852045 h 5955635"/>
                    <a:gd name="connsiteX1060" fmla="*/ 5599416 w 6187971"/>
                    <a:gd name="connsiteY1060" fmla="*/ 2846579 h 5955635"/>
                    <a:gd name="connsiteX1061" fmla="*/ 5598453 w 6187971"/>
                    <a:gd name="connsiteY1061" fmla="*/ 2842075 h 5955635"/>
                    <a:gd name="connsiteX1062" fmla="*/ 5593950 w 6187971"/>
                    <a:gd name="connsiteY1062" fmla="*/ 2843037 h 5955635"/>
                    <a:gd name="connsiteX1063" fmla="*/ 5594912 w 6187971"/>
                    <a:gd name="connsiteY1063" fmla="*/ 2847541 h 5955635"/>
                    <a:gd name="connsiteX1064" fmla="*/ 5586559 w 6187971"/>
                    <a:gd name="connsiteY1064" fmla="*/ 2830487 h 5955635"/>
                    <a:gd name="connsiteX1065" fmla="*/ 5595567 w 6187971"/>
                    <a:gd name="connsiteY1065" fmla="*/ 2828563 h 5955635"/>
                    <a:gd name="connsiteX1066" fmla="*/ 5600701 w 6187971"/>
                    <a:gd name="connsiteY1066" fmla="*/ 2831889 h 5955635"/>
                    <a:gd name="connsiteX1067" fmla="*/ 5604441 w 6187971"/>
                    <a:gd name="connsiteY1067" fmla="*/ 2857353 h 5955635"/>
                    <a:gd name="connsiteX1068" fmla="*/ 5620278 w 6187971"/>
                    <a:gd name="connsiteY1068" fmla="*/ 2922185 h 5955635"/>
                    <a:gd name="connsiteX1069" fmla="*/ 5616736 w 6187971"/>
                    <a:gd name="connsiteY1069" fmla="*/ 2927652 h 5955635"/>
                    <a:gd name="connsiteX1070" fmla="*/ 5617699 w 6187971"/>
                    <a:gd name="connsiteY1070" fmla="*/ 2932156 h 5955635"/>
                    <a:gd name="connsiteX1071" fmla="*/ 5627014 w 6187971"/>
                    <a:gd name="connsiteY1071" fmla="*/ 2953713 h 5955635"/>
                    <a:gd name="connsiteX1072" fmla="*/ 5623165 w 6187971"/>
                    <a:gd name="connsiteY1072" fmla="*/ 2935697 h 5955635"/>
                    <a:gd name="connsiteX1073" fmla="*/ 5628632 w 6187971"/>
                    <a:gd name="connsiteY1073" fmla="*/ 2939239 h 5955635"/>
                    <a:gd name="connsiteX1074" fmla="*/ 5627670 w 6187971"/>
                    <a:gd name="connsiteY1074" fmla="*/ 2934735 h 5955635"/>
                    <a:gd name="connsiteX1075" fmla="*/ 5626707 w 6187971"/>
                    <a:gd name="connsiteY1075" fmla="*/ 2930231 h 5955635"/>
                    <a:gd name="connsiteX1076" fmla="*/ 5625745 w 6187971"/>
                    <a:gd name="connsiteY1076" fmla="*/ 2925727 h 5955635"/>
                    <a:gd name="connsiteX1077" fmla="*/ 5638642 w 6187971"/>
                    <a:gd name="connsiteY1077" fmla="*/ 2875875 h 5955635"/>
                    <a:gd name="connsiteX1078" fmla="*/ 5658009 w 6187971"/>
                    <a:gd name="connsiteY1078" fmla="*/ 2768126 h 5955635"/>
                    <a:gd name="connsiteX1079" fmla="*/ 5661551 w 6187971"/>
                    <a:gd name="connsiteY1079" fmla="*/ 2762659 h 5955635"/>
                    <a:gd name="connsiteX1080" fmla="*/ 5665093 w 6187971"/>
                    <a:gd name="connsiteY1080" fmla="*/ 2757194 h 5955635"/>
                    <a:gd name="connsiteX1081" fmla="*/ 5670559 w 6187971"/>
                    <a:gd name="connsiteY1081" fmla="*/ 2760735 h 5955635"/>
                    <a:gd name="connsiteX1082" fmla="*/ 5667672 w 6187971"/>
                    <a:gd name="connsiteY1082" fmla="*/ 2747222 h 5955635"/>
                    <a:gd name="connsiteX1083" fmla="*/ 5667406 w 6187971"/>
                    <a:gd name="connsiteY1083" fmla="*/ 2657797 h 5955635"/>
                    <a:gd name="connsiteX1084" fmla="*/ 5673834 w 6187971"/>
                    <a:gd name="connsiteY1084" fmla="*/ 2665842 h 5955635"/>
                    <a:gd name="connsiteX1085" fmla="*/ 5689312 w 6187971"/>
                    <a:gd name="connsiteY1085" fmla="*/ 2606020 h 5955635"/>
                    <a:gd name="connsiteX1086" fmla="*/ 5691236 w 6187971"/>
                    <a:gd name="connsiteY1086" fmla="*/ 2615028 h 5955635"/>
                    <a:gd name="connsiteX1087" fmla="*/ 5692198 w 6187971"/>
                    <a:gd name="connsiteY1087" fmla="*/ 2619532 h 5955635"/>
                    <a:gd name="connsiteX1088" fmla="*/ 5695739 w 6187971"/>
                    <a:gd name="connsiteY1088" fmla="*/ 2614066 h 5955635"/>
                    <a:gd name="connsiteX1089" fmla="*/ 5693815 w 6187971"/>
                    <a:gd name="connsiteY1089" fmla="*/ 2605058 h 5955635"/>
                    <a:gd name="connsiteX1090" fmla="*/ 5709211 w 6187971"/>
                    <a:gd name="connsiteY1090" fmla="*/ 2677123 h 5955635"/>
                    <a:gd name="connsiteX1091" fmla="*/ 5729234 w 6187971"/>
                    <a:gd name="connsiteY1091" fmla="*/ 2550395 h 5955635"/>
                    <a:gd name="connsiteX1092" fmla="*/ 5744362 w 6187971"/>
                    <a:gd name="connsiteY1092" fmla="*/ 2533034 h 5955635"/>
                    <a:gd name="connsiteX1093" fmla="*/ 5538793 w 6187971"/>
                    <a:gd name="connsiteY1093" fmla="*/ 2562824 h 5955635"/>
                    <a:gd name="connsiteX1094" fmla="*/ 5560618 w 6187971"/>
                    <a:gd name="connsiteY1094" fmla="*/ 2642934 h 5955635"/>
                    <a:gd name="connsiteX1095" fmla="*/ 5581828 w 6187971"/>
                    <a:gd name="connsiteY1095" fmla="*/ 2676080 h 5955635"/>
                    <a:gd name="connsiteX1096" fmla="*/ 5595955 w 6187971"/>
                    <a:gd name="connsiteY1096" fmla="*/ 2720158 h 5955635"/>
                    <a:gd name="connsiteX1097" fmla="*/ 5603306 w 6187971"/>
                    <a:gd name="connsiteY1097" fmla="*/ 2798652 h 5955635"/>
                    <a:gd name="connsiteX1098" fmla="*/ 5597839 w 6187971"/>
                    <a:gd name="connsiteY1098" fmla="*/ 2795110 h 5955635"/>
                    <a:gd name="connsiteX1099" fmla="*/ 5598802 w 6187971"/>
                    <a:gd name="connsiteY1099" fmla="*/ 2799614 h 5955635"/>
                    <a:gd name="connsiteX1100" fmla="*/ 5598146 w 6187971"/>
                    <a:gd name="connsiteY1100" fmla="*/ 2818592 h 5955635"/>
                    <a:gd name="connsiteX1101" fmla="*/ 5599109 w 6187971"/>
                    <a:gd name="connsiteY1101" fmla="*/ 2823096 h 5955635"/>
                    <a:gd name="connsiteX1102" fmla="*/ 5594817 w 6187971"/>
                    <a:gd name="connsiteY1102" fmla="*/ 2824013 h 5955635"/>
                    <a:gd name="connsiteX1103" fmla="*/ 5593589 w 6187971"/>
                    <a:gd name="connsiteY1103" fmla="*/ 2816549 h 5955635"/>
                    <a:gd name="connsiteX1104" fmla="*/ 5584327 w 6187971"/>
                    <a:gd name="connsiteY1104" fmla="*/ 2797996 h 5955635"/>
                    <a:gd name="connsiteX1105" fmla="*/ 5587868 w 6187971"/>
                    <a:gd name="connsiteY1105" fmla="*/ 2792530 h 5955635"/>
                    <a:gd name="connsiteX1106" fmla="*/ 5586906 w 6187971"/>
                    <a:gd name="connsiteY1106" fmla="*/ 2788027 h 5955635"/>
                    <a:gd name="connsiteX1107" fmla="*/ 5590448 w 6187971"/>
                    <a:gd name="connsiteY1107" fmla="*/ 2782560 h 5955635"/>
                    <a:gd name="connsiteX1108" fmla="*/ 5589486 w 6187971"/>
                    <a:gd name="connsiteY1108" fmla="*/ 2778056 h 5955635"/>
                    <a:gd name="connsiteX1109" fmla="*/ 5584982 w 6187971"/>
                    <a:gd name="connsiteY1109" fmla="*/ 2779018 h 5955635"/>
                    <a:gd name="connsiteX1110" fmla="*/ 5572780 w 6187971"/>
                    <a:gd name="connsiteY1110" fmla="*/ 2743948 h 5955635"/>
                    <a:gd name="connsiteX1111" fmla="*/ 5577284 w 6187971"/>
                    <a:gd name="connsiteY1111" fmla="*/ 2742986 h 5955635"/>
                    <a:gd name="connsiteX1112" fmla="*/ 5575359 w 6187971"/>
                    <a:gd name="connsiteY1112" fmla="*/ 2733977 h 5955635"/>
                    <a:gd name="connsiteX1113" fmla="*/ 5574397 w 6187971"/>
                    <a:gd name="connsiteY1113" fmla="*/ 2729474 h 5955635"/>
                    <a:gd name="connsiteX1114" fmla="*/ 5569278 w 6187971"/>
                    <a:gd name="connsiteY1114" fmla="*/ 2683471 h 5955635"/>
                    <a:gd name="connsiteX1115" fmla="*/ 5564774 w 6187971"/>
                    <a:gd name="connsiteY1115" fmla="*/ 2684433 h 5955635"/>
                    <a:gd name="connsiteX1116" fmla="*/ 5568316 w 6187971"/>
                    <a:gd name="connsiteY1116" fmla="*/ 2678967 h 5955635"/>
                    <a:gd name="connsiteX1117" fmla="*/ 5562849 w 6187971"/>
                    <a:gd name="connsiteY1117" fmla="*/ 2675425 h 5955635"/>
                    <a:gd name="connsiteX1118" fmla="*/ 5557076 w 6187971"/>
                    <a:gd name="connsiteY1118" fmla="*/ 2648401 h 5955635"/>
                    <a:gd name="connsiteX1119" fmla="*/ 5549686 w 6187971"/>
                    <a:gd name="connsiteY1119" fmla="*/ 2635851 h 5955635"/>
                    <a:gd name="connsiteX1120" fmla="*/ 5553227 w 6187971"/>
                    <a:gd name="connsiteY1120" fmla="*/ 2630384 h 5955635"/>
                    <a:gd name="connsiteX1121" fmla="*/ 5543257 w 6187971"/>
                    <a:gd name="connsiteY1121" fmla="*/ 2627805 h 5955635"/>
                    <a:gd name="connsiteX1122" fmla="*/ 5547761 w 6187971"/>
                    <a:gd name="connsiteY1122" fmla="*/ 2626843 h 5955635"/>
                    <a:gd name="connsiteX1123" fmla="*/ 5546799 w 6187971"/>
                    <a:gd name="connsiteY1123" fmla="*/ 2622339 h 5955635"/>
                    <a:gd name="connsiteX1124" fmla="*/ 5545837 w 6187971"/>
                    <a:gd name="connsiteY1124" fmla="*/ 2617834 h 5955635"/>
                    <a:gd name="connsiteX1125" fmla="*/ 5544874 w 6187971"/>
                    <a:gd name="connsiteY1125" fmla="*/ 2613331 h 5955635"/>
                    <a:gd name="connsiteX1126" fmla="*/ 5543912 w 6187971"/>
                    <a:gd name="connsiteY1126" fmla="*/ 2608826 h 5955635"/>
                    <a:gd name="connsiteX1127" fmla="*/ 5546491 w 6187971"/>
                    <a:gd name="connsiteY1127" fmla="*/ 2598857 h 5955635"/>
                    <a:gd name="connsiteX1128" fmla="*/ 5540063 w 6187971"/>
                    <a:gd name="connsiteY1128" fmla="*/ 2590810 h 5955635"/>
                    <a:gd name="connsiteX1129" fmla="*/ 5538793 w 6187971"/>
                    <a:gd name="connsiteY1129" fmla="*/ 2562824 h 5955635"/>
                    <a:gd name="connsiteX1130" fmla="*/ 665421 w 6187971"/>
                    <a:gd name="connsiteY1130" fmla="*/ 3538061 h 5955635"/>
                    <a:gd name="connsiteX1131" fmla="*/ 668307 w 6187971"/>
                    <a:gd name="connsiteY1131" fmla="*/ 3551573 h 5955635"/>
                    <a:gd name="connsiteX1132" fmla="*/ 661880 w 6187971"/>
                    <a:gd name="connsiteY1132" fmla="*/ 3543528 h 5955635"/>
                    <a:gd name="connsiteX1133" fmla="*/ 665421 w 6187971"/>
                    <a:gd name="connsiteY1133" fmla="*/ 3538061 h 5955635"/>
                    <a:gd name="connsiteX1134" fmla="*/ 727864 w 6187971"/>
                    <a:gd name="connsiteY1134" fmla="*/ 3477624 h 5955635"/>
                    <a:gd name="connsiteX1135" fmla="*/ 733330 w 6187971"/>
                    <a:gd name="connsiteY1135" fmla="*/ 3481166 h 5955635"/>
                    <a:gd name="connsiteX1136" fmla="*/ 729788 w 6187971"/>
                    <a:gd name="connsiteY1136" fmla="*/ 3486633 h 5955635"/>
                    <a:gd name="connsiteX1137" fmla="*/ 727864 w 6187971"/>
                    <a:gd name="connsiteY1137" fmla="*/ 3477624 h 5955635"/>
                    <a:gd name="connsiteX1138" fmla="*/ 5425431 w 6187971"/>
                    <a:gd name="connsiteY1138" fmla="*/ 2252659 h 5955635"/>
                    <a:gd name="connsiteX1139" fmla="*/ 5432822 w 6187971"/>
                    <a:gd name="connsiteY1139" fmla="*/ 2265209 h 5955635"/>
                    <a:gd name="connsiteX1140" fmla="*/ 5433785 w 6187971"/>
                    <a:gd name="connsiteY1140" fmla="*/ 2269713 h 5955635"/>
                    <a:gd name="connsiteX1141" fmla="*/ 5434747 w 6187971"/>
                    <a:gd name="connsiteY1141" fmla="*/ 2274217 h 5955635"/>
                    <a:gd name="connsiteX1142" fmla="*/ 5435709 w 6187971"/>
                    <a:gd name="connsiteY1142" fmla="*/ 2278721 h 5955635"/>
                    <a:gd name="connsiteX1143" fmla="*/ 5429280 w 6187971"/>
                    <a:gd name="connsiteY1143" fmla="*/ 2270676 h 5955635"/>
                    <a:gd name="connsiteX1144" fmla="*/ 5425431 w 6187971"/>
                    <a:gd name="connsiteY1144" fmla="*/ 2252659 h 5955635"/>
                    <a:gd name="connsiteX1145" fmla="*/ 697152 w 6187971"/>
                    <a:gd name="connsiteY1145" fmla="*/ 3201608 h 5955635"/>
                    <a:gd name="connsiteX1146" fmla="*/ 701656 w 6187971"/>
                    <a:gd name="connsiteY1146" fmla="*/ 3200646 h 5955635"/>
                    <a:gd name="connsiteX1147" fmla="*/ 702618 w 6187971"/>
                    <a:gd name="connsiteY1147" fmla="*/ 3205149 h 5955635"/>
                    <a:gd name="connsiteX1148" fmla="*/ 697152 w 6187971"/>
                    <a:gd name="connsiteY1148" fmla="*/ 3201608 h 5955635"/>
                    <a:gd name="connsiteX1149" fmla="*/ 23704 w 6187971"/>
                    <a:gd name="connsiteY1149" fmla="*/ 3000785 h 5955635"/>
                    <a:gd name="connsiteX1150" fmla="*/ 25950 w 6187971"/>
                    <a:gd name="connsiteY1150" fmla="*/ 3003797 h 5955635"/>
                    <a:gd name="connsiteX1151" fmla="*/ 28196 w 6187971"/>
                    <a:gd name="connsiteY1151" fmla="*/ 3006809 h 5955635"/>
                    <a:gd name="connsiteX1152" fmla="*/ 22935 w 6187971"/>
                    <a:gd name="connsiteY1152" fmla="*/ 3006044 h 5955635"/>
                    <a:gd name="connsiteX1153" fmla="*/ 23704 w 6187971"/>
                    <a:gd name="connsiteY1153" fmla="*/ 3000785 h 5955635"/>
                    <a:gd name="connsiteX1154" fmla="*/ 5144618 w 6187971"/>
                    <a:gd name="connsiteY1154" fmla="*/ 1709820 h 5955635"/>
                    <a:gd name="connsiteX1155" fmla="*/ 5178685 w 6187971"/>
                    <a:gd name="connsiteY1155" fmla="*/ 1759057 h 5955635"/>
                    <a:gd name="connsiteX1156" fmla="*/ 5174182 w 6187971"/>
                    <a:gd name="connsiteY1156" fmla="*/ 1760019 h 5955635"/>
                    <a:gd name="connsiteX1157" fmla="*/ 5165829 w 6187971"/>
                    <a:gd name="connsiteY1157" fmla="*/ 1742966 h 5955635"/>
                    <a:gd name="connsiteX1158" fmla="*/ 5152972 w 6187971"/>
                    <a:gd name="connsiteY1158" fmla="*/ 1726875 h 5955635"/>
                    <a:gd name="connsiteX1159" fmla="*/ 5147505 w 6187971"/>
                    <a:gd name="connsiteY1159" fmla="*/ 1723332 h 5955635"/>
                    <a:gd name="connsiteX1160" fmla="*/ 5141076 w 6187971"/>
                    <a:gd name="connsiteY1160" fmla="*/ 1715287 h 5955635"/>
                    <a:gd name="connsiteX1161" fmla="*/ 5144618 w 6187971"/>
                    <a:gd name="connsiteY1161" fmla="*/ 1709820 h 5955635"/>
                    <a:gd name="connsiteX1162" fmla="*/ 726773 w 6187971"/>
                    <a:gd name="connsiteY1162" fmla="*/ 2634833 h 5955635"/>
                    <a:gd name="connsiteX1163" fmla="*/ 727736 w 6187971"/>
                    <a:gd name="connsiteY1163" fmla="*/ 2639338 h 5955635"/>
                    <a:gd name="connsiteX1164" fmla="*/ 723231 w 6187971"/>
                    <a:gd name="connsiteY1164" fmla="*/ 2640300 h 5955635"/>
                    <a:gd name="connsiteX1165" fmla="*/ 726773 w 6187971"/>
                    <a:gd name="connsiteY1165" fmla="*/ 2634833 h 5955635"/>
                    <a:gd name="connsiteX1166" fmla="*/ 760478 w 6187971"/>
                    <a:gd name="connsiteY1166" fmla="*/ 2435480 h 5955635"/>
                    <a:gd name="connsiteX1167" fmla="*/ 760347 w 6187971"/>
                    <a:gd name="connsiteY1167" fmla="*/ 2439276 h 5955635"/>
                    <a:gd name="connsiteX1168" fmla="*/ 756805 w 6187971"/>
                    <a:gd name="connsiteY1168" fmla="*/ 2444741 h 5955635"/>
                    <a:gd name="connsiteX1169" fmla="*/ 779150 w 6187971"/>
                    <a:gd name="connsiteY1169" fmla="*/ 2373847 h 5955635"/>
                    <a:gd name="connsiteX1170" fmla="*/ 779366 w 6187971"/>
                    <a:gd name="connsiteY1170" fmla="*/ 2373987 h 5955635"/>
                    <a:gd name="connsiteX1171" fmla="*/ 778898 w 6187971"/>
                    <a:gd name="connsiteY1171" fmla="*/ 2374800 h 5955635"/>
                    <a:gd name="connsiteX1172" fmla="*/ 82769 w 6187971"/>
                    <a:gd name="connsiteY1172" fmla="*/ 2413119 h 5955635"/>
                    <a:gd name="connsiteX1173" fmla="*/ 52067 w 6187971"/>
                    <a:gd name="connsiteY1173" fmla="*/ 2604720 h 5955635"/>
                    <a:gd name="connsiteX1174" fmla="*/ 56497 w 6187971"/>
                    <a:gd name="connsiteY1174" fmla="*/ 2629537 h 5955635"/>
                    <a:gd name="connsiteX1175" fmla="*/ 43546 w 6187971"/>
                    <a:gd name="connsiteY1175" fmla="*/ 2681370 h 5955635"/>
                    <a:gd name="connsiteX1176" fmla="*/ 47915 w 6187971"/>
                    <a:gd name="connsiteY1176" fmla="*/ 2724979 h 5955635"/>
                    <a:gd name="connsiteX1177" fmla="*/ 31949 w 6187971"/>
                    <a:gd name="connsiteY1177" fmla="*/ 2779060 h 5955635"/>
                    <a:gd name="connsiteX1178" fmla="*/ 21428 w 6187971"/>
                    <a:gd name="connsiteY1178" fmla="*/ 2777530 h 5955635"/>
                    <a:gd name="connsiteX1179" fmla="*/ 18290 w 6187971"/>
                    <a:gd name="connsiteY1179" fmla="*/ 2817361 h 5955635"/>
                    <a:gd name="connsiteX1180" fmla="*/ 21305 w 6187971"/>
                    <a:gd name="connsiteY1180" fmla="*/ 2815114 h 5955635"/>
                    <a:gd name="connsiteX1181" fmla="*/ 22074 w 6187971"/>
                    <a:gd name="connsiteY1181" fmla="*/ 2809854 h 5955635"/>
                    <a:gd name="connsiteX1182" fmla="*/ 24320 w 6187971"/>
                    <a:gd name="connsiteY1182" fmla="*/ 2812866 h 5955635"/>
                    <a:gd name="connsiteX1183" fmla="*/ 31118 w 6187971"/>
                    <a:gd name="connsiteY1183" fmla="*/ 2803112 h 5955635"/>
                    <a:gd name="connsiteX1184" fmla="*/ 29518 w 6187971"/>
                    <a:gd name="connsiteY1184" fmla="*/ 2832423 h 5955635"/>
                    <a:gd name="connsiteX1185" fmla="*/ 31764 w 6187971"/>
                    <a:gd name="connsiteY1185" fmla="*/ 2835435 h 5955635"/>
                    <a:gd name="connsiteX1186" fmla="*/ 28750 w 6187971"/>
                    <a:gd name="connsiteY1186" fmla="*/ 2837683 h 5955635"/>
                    <a:gd name="connsiteX1187" fmla="*/ 30226 w 6187971"/>
                    <a:gd name="connsiteY1187" fmla="*/ 2845955 h 5955635"/>
                    <a:gd name="connsiteX1188" fmla="*/ 27211 w 6187971"/>
                    <a:gd name="connsiteY1188" fmla="*/ 2848202 h 5955635"/>
                    <a:gd name="connsiteX1189" fmla="*/ 33057 w 6187971"/>
                    <a:gd name="connsiteY1189" fmla="*/ 2900083 h 5955635"/>
                    <a:gd name="connsiteX1190" fmla="*/ 21643 w 6187971"/>
                    <a:gd name="connsiteY1190" fmla="*/ 2941397 h 5955635"/>
                    <a:gd name="connsiteX1191" fmla="*/ 20874 w 6187971"/>
                    <a:gd name="connsiteY1191" fmla="*/ 2946657 h 5955635"/>
                    <a:gd name="connsiteX1192" fmla="*/ 19336 w 6187971"/>
                    <a:gd name="connsiteY1192" fmla="*/ 2957176 h 5955635"/>
                    <a:gd name="connsiteX1193" fmla="*/ 17091 w 6187971"/>
                    <a:gd name="connsiteY1193" fmla="*/ 2954164 h 5955635"/>
                    <a:gd name="connsiteX1194" fmla="*/ 17860 w 6187971"/>
                    <a:gd name="connsiteY1194" fmla="*/ 2948904 h 5955635"/>
                    <a:gd name="connsiteX1195" fmla="*/ 15614 w 6187971"/>
                    <a:gd name="connsiteY1195" fmla="*/ 2945892 h 5955635"/>
                    <a:gd name="connsiteX1196" fmla="*/ 19275 w 6187971"/>
                    <a:gd name="connsiteY1196" fmla="*/ 2975968 h 5955635"/>
                    <a:gd name="connsiteX1197" fmla="*/ 20044 w 6187971"/>
                    <a:gd name="connsiteY1197" fmla="*/ 2970708 h 5955635"/>
                    <a:gd name="connsiteX1198" fmla="*/ 22290 w 6187971"/>
                    <a:gd name="connsiteY1198" fmla="*/ 2973720 h 5955635"/>
                    <a:gd name="connsiteX1199" fmla="*/ 24535 w 6187971"/>
                    <a:gd name="connsiteY1199" fmla="*/ 2976733 h 5955635"/>
                    <a:gd name="connsiteX1200" fmla="*/ 28319 w 6187971"/>
                    <a:gd name="connsiteY1200" fmla="*/ 2969225 h 5955635"/>
                    <a:gd name="connsiteX1201" fmla="*/ 24474 w 6187971"/>
                    <a:gd name="connsiteY1201" fmla="*/ 2995525 h 5955635"/>
                    <a:gd name="connsiteX1202" fmla="*/ 23704 w 6187971"/>
                    <a:gd name="connsiteY1202" fmla="*/ 3000785 h 5955635"/>
                    <a:gd name="connsiteX1203" fmla="*/ 21090 w 6187971"/>
                    <a:gd name="connsiteY1203" fmla="*/ 3110523 h 5955635"/>
                    <a:gd name="connsiteX1204" fmla="*/ 20321 w 6187971"/>
                    <a:gd name="connsiteY1204" fmla="*/ 3115783 h 5955635"/>
                    <a:gd name="connsiteX1205" fmla="*/ 21797 w 6187971"/>
                    <a:gd name="connsiteY1205" fmla="*/ 3124055 h 5955635"/>
                    <a:gd name="connsiteX1206" fmla="*/ 19552 w 6187971"/>
                    <a:gd name="connsiteY1206" fmla="*/ 3121043 h 5955635"/>
                    <a:gd name="connsiteX1207" fmla="*/ 32964 w 6187971"/>
                    <a:gd name="connsiteY1207" fmla="*/ 3157909 h 5955635"/>
                    <a:gd name="connsiteX1208" fmla="*/ 31488 w 6187971"/>
                    <a:gd name="connsiteY1208" fmla="*/ 3149636 h 5955635"/>
                    <a:gd name="connsiteX1209" fmla="*/ 34503 w 6187971"/>
                    <a:gd name="connsiteY1209" fmla="*/ 3147389 h 5955635"/>
                    <a:gd name="connsiteX1210" fmla="*/ 35979 w 6187971"/>
                    <a:gd name="connsiteY1210" fmla="*/ 3155661 h 5955635"/>
                    <a:gd name="connsiteX1211" fmla="*/ 36796 w 6187971"/>
                    <a:gd name="connsiteY1211" fmla="*/ 3156756 h 5955635"/>
                    <a:gd name="connsiteX1212" fmla="*/ 36814 w 6187971"/>
                    <a:gd name="connsiteY1212" fmla="*/ 3159140 h 5955635"/>
                    <a:gd name="connsiteX1213" fmla="*/ 37456 w 6187971"/>
                    <a:gd name="connsiteY1213" fmla="*/ 3163933 h 5955635"/>
                    <a:gd name="connsiteX1214" fmla="*/ 38225 w 6187971"/>
                    <a:gd name="connsiteY1214" fmla="*/ 3158673 h 5955635"/>
                    <a:gd name="connsiteX1215" fmla="*/ 36796 w 6187971"/>
                    <a:gd name="connsiteY1215" fmla="*/ 3156756 h 5955635"/>
                    <a:gd name="connsiteX1216" fmla="*/ 36748 w 6187971"/>
                    <a:gd name="connsiteY1216" fmla="*/ 3150401 h 5955635"/>
                    <a:gd name="connsiteX1217" fmla="*/ 66281 w 6187971"/>
                    <a:gd name="connsiteY1217" fmla="*/ 3315844 h 5955635"/>
                    <a:gd name="connsiteX1218" fmla="*/ 65450 w 6187971"/>
                    <a:gd name="connsiteY1218" fmla="*/ 3339896 h 5955635"/>
                    <a:gd name="connsiteX1219" fmla="*/ 72956 w 6187971"/>
                    <a:gd name="connsiteY1219" fmla="*/ 3343673 h 5955635"/>
                    <a:gd name="connsiteX1220" fmla="*/ 72187 w 6187971"/>
                    <a:gd name="connsiteY1220" fmla="*/ 3348933 h 5955635"/>
                    <a:gd name="connsiteX1221" fmla="*/ 73664 w 6187971"/>
                    <a:gd name="connsiteY1221" fmla="*/ 3357205 h 5955635"/>
                    <a:gd name="connsiteX1222" fmla="*/ 81694 w 6187971"/>
                    <a:gd name="connsiteY1222" fmla="*/ 3430890 h 5955635"/>
                    <a:gd name="connsiteX1223" fmla="*/ 82462 w 6187971"/>
                    <a:gd name="connsiteY1223" fmla="*/ 3425630 h 5955635"/>
                    <a:gd name="connsiteX1224" fmla="*/ 87723 w 6187971"/>
                    <a:gd name="connsiteY1224" fmla="*/ 3426395 h 5955635"/>
                    <a:gd name="connsiteX1225" fmla="*/ 86954 w 6187971"/>
                    <a:gd name="connsiteY1225" fmla="*/ 3431654 h 5955635"/>
                    <a:gd name="connsiteX1226" fmla="*/ 89199 w 6187971"/>
                    <a:gd name="connsiteY1226" fmla="*/ 3434667 h 5955635"/>
                    <a:gd name="connsiteX1227" fmla="*/ 97998 w 6187971"/>
                    <a:gd name="connsiteY1227" fmla="*/ 3503092 h 5955635"/>
                    <a:gd name="connsiteX1228" fmla="*/ 124762 w 6187971"/>
                    <a:gd name="connsiteY1228" fmla="*/ 3595615 h 5955635"/>
                    <a:gd name="connsiteX1229" fmla="*/ 92676 w 6187971"/>
                    <a:gd name="connsiteY1229" fmla="*/ 3521119 h 5955635"/>
                    <a:gd name="connsiteX1230" fmla="*/ 86123 w 6187971"/>
                    <a:gd name="connsiteY1230" fmla="*/ 3455706 h 5955635"/>
                    <a:gd name="connsiteX1231" fmla="*/ 80863 w 6187971"/>
                    <a:gd name="connsiteY1231" fmla="*/ 3454941 h 5955635"/>
                    <a:gd name="connsiteX1232" fmla="*/ 80155 w 6187971"/>
                    <a:gd name="connsiteY1232" fmla="*/ 3441409 h 5955635"/>
                    <a:gd name="connsiteX1233" fmla="*/ 80924 w 6187971"/>
                    <a:gd name="connsiteY1233" fmla="*/ 3436150 h 5955635"/>
                    <a:gd name="connsiteX1234" fmla="*/ 77909 w 6187971"/>
                    <a:gd name="connsiteY1234" fmla="*/ 3438397 h 5955635"/>
                    <a:gd name="connsiteX1235" fmla="*/ 62313 w 6187971"/>
                    <a:gd name="connsiteY1235" fmla="*/ 3379727 h 5955635"/>
                    <a:gd name="connsiteX1236" fmla="*/ 60067 w 6187971"/>
                    <a:gd name="connsiteY1236" fmla="*/ 3376715 h 5955635"/>
                    <a:gd name="connsiteX1237" fmla="*/ 57821 w 6187971"/>
                    <a:gd name="connsiteY1237" fmla="*/ 3373703 h 5955635"/>
                    <a:gd name="connsiteX1238" fmla="*/ 55576 w 6187971"/>
                    <a:gd name="connsiteY1238" fmla="*/ 3370690 h 5955635"/>
                    <a:gd name="connsiteX1239" fmla="*/ 58590 w 6187971"/>
                    <a:gd name="connsiteY1239" fmla="*/ 3368443 h 5955635"/>
                    <a:gd name="connsiteX1240" fmla="*/ 53330 w 6187971"/>
                    <a:gd name="connsiteY1240" fmla="*/ 3367678 h 5955635"/>
                    <a:gd name="connsiteX1241" fmla="*/ 41394 w 6187971"/>
                    <a:gd name="connsiteY1241" fmla="*/ 3339084 h 5955635"/>
                    <a:gd name="connsiteX1242" fmla="*/ 33057 w 6187971"/>
                    <a:gd name="connsiteY1242" fmla="*/ 3359359 h 5955635"/>
                    <a:gd name="connsiteX1243" fmla="*/ 30073 w 6187971"/>
                    <a:gd name="connsiteY1243" fmla="*/ 3352210 h 5955635"/>
                    <a:gd name="connsiteX1244" fmla="*/ 28581 w 6187971"/>
                    <a:gd name="connsiteY1244" fmla="*/ 3348636 h 5955635"/>
                    <a:gd name="connsiteX1245" fmla="*/ 29335 w 6187971"/>
                    <a:gd name="connsiteY1245" fmla="*/ 3348074 h 5955635"/>
                    <a:gd name="connsiteX1246" fmla="*/ 27089 w 6187971"/>
                    <a:gd name="connsiteY1246" fmla="*/ 3345062 h 5955635"/>
                    <a:gd name="connsiteX1247" fmla="*/ 28581 w 6187971"/>
                    <a:gd name="connsiteY1247" fmla="*/ 3348636 h 5955635"/>
                    <a:gd name="connsiteX1248" fmla="*/ 26320 w 6187971"/>
                    <a:gd name="connsiteY1248" fmla="*/ 3350322 h 5955635"/>
                    <a:gd name="connsiteX1249" fmla="*/ 24074 w 6187971"/>
                    <a:gd name="connsiteY1249" fmla="*/ 3347310 h 5955635"/>
                    <a:gd name="connsiteX1250" fmla="*/ 21828 w 6187971"/>
                    <a:gd name="connsiteY1250" fmla="*/ 3344297 h 5955635"/>
                    <a:gd name="connsiteX1251" fmla="*/ 19644 w 6187971"/>
                    <a:gd name="connsiteY1251" fmla="*/ 3322493 h 5955635"/>
                    <a:gd name="connsiteX1252" fmla="*/ 20413 w 6187971"/>
                    <a:gd name="connsiteY1252" fmla="*/ 3317233 h 5955635"/>
                    <a:gd name="connsiteX1253" fmla="*/ 18937 w 6187971"/>
                    <a:gd name="connsiteY1253" fmla="*/ 3308961 h 5955635"/>
                    <a:gd name="connsiteX1254" fmla="*/ 19706 w 6187971"/>
                    <a:gd name="connsiteY1254" fmla="*/ 3303701 h 5955635"/>
                    <a:gd name="connsiteX1255" fmla="*/ 21182 w 6187971"/>
                    <a:gd name="connsiteY1255" fmla="*/ 3311973 h 5955635"/>
                    <a:gd name="connsiteX1256" fmla="*/ 22659 w 6187971"/>
                    <a:gd name="connsiteY1256" fmla="*/ 3320245 h 5955635"/>
                    <a:gd name="connsiteX1257" fmla="*/ 26504 w 6187971"/>
                    <a:gd name="connsiteY1257" fmla="*/ 3293946 h 5955635"/>
                    <a:gd name="connsiteX1258" fmla="*/ 42286 w 6187971"/>
                    <a:gd name="connsiteY1258" fmla="*/ 3296241 h 5955635"/>
                    <a:gd name="connsiteX1259" fmla="*/ 16537 w 6187971"/>
                    <a:gd name="connsiteY1259" fmla="*/ 3123291 h 5955635"/>
                    <a:gd name="connsiteX1260" fmla="*/ 15060 w 6187971"/>
                    <a:gd name="connsiteY1260" fmla="*/ 3115018 h 5955635"/>
                    <a:gd name="connsiteX1261" fmla="*/ 15829 w 6187971"/>
                    <a:gd name="connsiteY1261" fmla="*/ 3109758 h 5955635"/>
                    <a:gd name="connsiteX1262" fmla="*/ 10046 w 6187971"/>
                    <a:gd name="connsiteY1262" fmla="*/ 3039086 h 5955635"/>
                    <a:gd name="connsiteX1263" fmla="*/ 1309 w 6187971"/>
                    <a:gd name="connsiteY1263" fmla="*/ 2951870 h 5955635"/>
                    <a:gd name="connsiteX1264" fmla="*/ 3862 w 6187971"/>
                    <a:gd name="connsiteY1264" fmla="*/ 2860923 h 5955635"/>
                    <a:gd name="connsiteX1265" fmla="*/ 7308 w 6187971"/>
                    <a:gd name="connsiteY1265" fmla="*/ 2727132 h 5955635"/>
                    <a:gd name="connsiteX1266" fmla="*/ 30195 w 6187971"/>
                    <a:gd name="connsiteY1266" fmla="*/ 2625713 h 5955635"/>
                    <a:gd name="connsiteX1267" fmla="*/ 27888 w 6187971"/>
                    <a:gd name="connsiteY1267" fmla="*/ 2641492 h 5955635"/>
                    <a:gd name="connsiteX1268" fmla="*/ 31672 w 6187971"/>
                    <a:gd name="connsiteY1268" fmla="*/ 2633985 h 5955635"/>
                    <a:gd name="connsiteX1269" fmla="*/ 32441 w 6187971"/>
                    <a:gd name="connsiteY1269" fmla="*/ 2628725 h 5955635"/>
                    <a:gd name="connsiteX1270" fmla="*/ 33917 w 6187971"/>
                    <a:gd name="connsiteY1270" fmla="*/ 2636997 h 5955635"/>
                    <a:gd name="connsiteX1271" fmla="*/ 36163 w 6187971"/>
                    <a:gd name="connsiteY1271" fmla="*/ 2640009 h 5955635"/>
                    <a:gd name="connsiteX1272" fmla="*/ 47822 w 6187971"/>
                    <a:gd name="connsiteY1272" fmla="*/ 2523528 h 5955635"/>
                    <a:gd name="connsiteX1273" fmla="*/ 82769 w 6187971"/>
                    <a:gd name="connsiteY1273" fmla="*/ 2413119 h 5955635"/>
                    <a:gd name="connsiteX1274" fmla="*/ 842852 w 6187971"/>
                    <a:gd name="connsiteY1274" fmla="*/ 2186167 h 5955635"/>
                    <a:gd name="connsiteX1275" fmla="*/ 844776 w 6187971"/>
                    <a:gd name="connsiteY1275" fmla="*/ 2195175 h 5955635"/>
                    <a:gd name="connsiteX1276" fmla="*/ 807086 w 6187971"/>
                    <a:gd name="connsiteY1276" fmla="*/ 2283291 h 5955635"/>
                    <a:gd name="connsiteX1277" fmla="*/ 802365 w 6187971"/>
                    <a:gd name="connsiteY1277" fmla="*/ 2310792 h 5955635"/>
                    <a:gd name="connsiteX1278" fmla="*/ 785915 w 6187971"/>
                    <a:gd name="connsiteY1278" fmla="*/ 2348273 h 5955635"/>
                    <a:gd name="connsiteX1279" fmla="*/ 807499 w 6187971"/>
                    <a:gd name="connsiteY1279" fmla="*/ 2266692 h 5955635"/>
                    <a:gd name="connsiteX1280" fmla="*/ 823460 w 6187971"/>
                    <a:gd name="connsiteY1280" fmla="*/ 2218568 h 5955635"/>
                    <a:gd name="connsiteX1281" fmla="*/ 830609 w 6187971"/>
                    <a:gd name="connsiteY1281" fmla="*/ 2217040 h 5955635"/>
                    <a:gd name="connsiteX1282" fmla="*/ 839310 w 6187971"/>
                    <a:gd name="connsiteY1282" fmla="*/ 2191634 h 5955635"/>
                    <a:gd name="connsiteX1283" fmla="*/ 842852 w 6187971"/>
                    <a:gd name="connsiteY1283" fmla="*/ 2186167 h 5955635"/>
                    <a:gd name="connsiteX1284" fmla="*/ 840927 w 6187971"/>
                    <a:gd name="connsiteY1284" fmla="*/ 2177159 h 5955635"/>
                    <a:gd name="connsiteX1285" fmla="*/ 838347 w 6187971"/>
                    <a:gd name="connsiteY1285" fmla="*/ 2187130 h 5955635"/>
                    <a:gd name="connsiteX1286" fmla="*/ 834806 w 6187971"/>
                    <a:gd name="connsiteY1286" fmla="*/ 2192596 h 5955635"/>
                    <a:gd name="connsiteX1287" fmla="*/ 827275 w 6187971"/>
                    <a:gd name="connsiteY1287" fmla="*/ 2207064 h 5955635"/>
                    <a:gd name="connsiteX1288" fmla="*/ 834303 w 6187971"/>
                    <a:gd name="connsiteY1288" fmla="*/ 2185873 h 5955635"/>
                    <a:gd name="connsiteX1289" fmla="*/ 837385 w 6187971"/>
                    <a:gd name="connsiteY1289" fmla="*/ 2182625 h 5955635"/>
                    <a:gd name="connsiteX1290" fmla="*/ 836151 w 6187971"/>
                    <a:gd name="connsiteY1290" fmla="*/ 2180302 h 5955635"/>
                    <a:gd name="connsiteX1291" fmla="*/ 836748 w 6187971"/>
                    <a:gd name="connsiteY1291" fmla="*/ 2178498 h 5955635"/>
                    <a:gd name="connsiteX1292" fmla="*/ 839464 w 6187971"/>
                    <a:gd name="connsiteY1292" fmla="*/ 2170309 h 5955635"/>
                    <a:gd name="connsiteX1293" fmla="*/ 839965 w 6187971"/>
                    <a:gd name="connsiteY1293" fmla="*/ 2172655 h 5955635"/>
                    <a:gd name="connsiteX1294" fmla="*/ 838208 w 6187971"/>
                    <a:gd name="connsiteY1294" fmla="*/ 2174097 h 5955635"/>
                    <a:gd name="connsiteX1295" fmla="*/ 845313 w 6187971"/>
                    <a:gd name="connsiteY1295" fmla="*/ 2152674 h 5955635"/>
                    <a:gd name="connsiteX1296" fmla="*/ 849628 w 6187971"/>
                    <a:gd name="connsiteY1296" fmla="*/ 2151752 h 5955635"/>
                    <a:gd name="connsiteX1297" fmla="*/ 847050 w 6187971"/>
                    <a:gd name="connsiteY1297" fmla="*/ 2161723 h 5955635"/>
                    <a:gd name="connsiteX1298" fmla="*/ 846087 w 6187971"/>
                    <a:gd name="connsiteY1298" fmla="*/ 2157218 h 5955635"/>
                    <a:gd name="connsiteX1299" fmla="*/ 843632 w 6187971"/>
                    <a:gd name="connsiteY1299" fmla="*/ 2157743 h 5955635"/>
                    <a:gd name="connsiteX1300" fmla="*/ 875203 w 6187971"/>
                    <a:gd name="connsiteY1300" fmla="*/ 2077877 h 5955635"/>
                    <a:gd name="connsiteX1301" fmla="*/ 874366 w 6187971"/>
                    <a:gd name="connsiteY1301" fmla="*/ 2081194 h 5955635"/>
                    <a:gd name="connsiteX1302" fmla="*/ 881198 w 6187971"/>
                    <a:gd name="connsiteY1302" fmla="*/ 2079073 h 5955635"/>
                    <a:gd name="connsiteX1303" fmla="*/ 852208 w 6187971"/>
                    <a:gd name="connsiteY1303" fmla="*/ 2141782 h 5955635"/>
                    <a:gd name="connsiteX1304" fmla="*/ 848676 w 6187971"/>
                    <a:gd name="connsiteY1304" fmla="*/ 2142537 h 5955635"/>
                    <a:gd name="connsiteX1305" fmla="*/ 849759 w 6187971"/>
                    <a:gd name="connsiteY1305" fmla="*/ 2139271 h 5955635"/>
                    <a:gd name="connsiteX1306" fmla="*/ 4931467 w 6187971"/>
                    <a:gd name="connsiteY1306" fmla="*/ 1175063 h 5955635"/>
                    <a:gd name="connsiteX1307" fmla="*/ 4937140 w 6187971"/>
                    <a:gd name="connsiteY1307" fmla="*/ 1179573 h 5955635"/>
                    <a:gd name="connsiteX1308" fmla="*/ 4931674 w 6187971"/>
                    <a:gd name="connsiteY1308" fmla="*/ 1176031 h 5955635"/>
                    <a:gd name="connsiteX1309" fmla="*/ 561352 w 6187971"/>
                    <a:gd name="connsiteY1309" fmla="*/ 2088239 h 5955635"/>
                    <a:gd name="connsiteX1310" fmla="*/ 573826 w 6187971"/>
                    <a:gd name="connsiteY1310" fmla="*/ 2087987 h 5955635"/>
                    <a:gd name="connsiteX1311" fmla="*/ 582872 w 6187971"/>
                    <a:gd name="connsiteY1311" fmla="*/ 2092891 h 5955635"/>
                    <a:gd name="connsiteX1312" fmla="*/ 578185 w 6187971"/>
                    <a:gd name="connsiteY1312" fmla="*/ 2103852 h 5955635"/>
                    <a:gd name="connsiteX1313" fmla="*/ 404548 w 6187971"/>
                    <a:gd name="connsiteY1313" fmla="*/ 3073332 h 5955635"/>
                    <a:gd name="connsiteX1314" fmla="*/ 414356 w 6187971"/>
                    <a:gd name="connsiteY1314" fmla="*/ 3260413 h 5955635"/>
                    <a:gd name="connsiteX1315" fmla="*/ 410289 w 6187971"/>
                    <a:gd name="connsiteY1315" fmla="*/ 3235547 h 5955635"/>
                    <a:gd name="connsiteX1316" fmla="*/ 403101 w 6187971"/>
                    <a:gd name="connsiteY1316" fmla="*/ 2771698 h 5955635"/>
                    <a:gd name="connsiteX1317" fmla="*/ 408415 w 6187971"/>
                    <a:gd name="connsiteY1317" fmla="*/ 2604354 h 5955635"/>
                    <a:gd name="connsiteX1318" fmla="*/ 435141 w 6187971"/>
                    <a:gd name="connsiteY1318" fmla="*/ 2583001 h 5955635"/>
                    <a:gd name="connsiteX1319" fmla="*/ 449176 w 6187971"/>
                    <a:gd name="connsiteY1319" fmla="*/ 2566314 h 5955635"/>
                    <a:gd name="connsiteX1320" fmla="*/ 552039 w 6187971"/>
                    <a:gd name="connsiteY1320" fmla="*/ 2114152 h 5955635"/>
                    <a:gd name="connsiteX1321" fmla="*/ 561352 w 6187971"/>
                    <a:gd name="connsiteY1321" fmla="*/ 2088239 h 5955635"/>
                    <a:gd name="connsiteX1322" fmla="*/ 5705773 w 6187971"/>
                    <a:gd name="connsiteY1322" fmla="*/ 955466 h 5955635"/>
                    <a:gd name="connsiteX1323" fmla="*/ 5709740 w 6187971"/>
                    <a:gd name="connsiteY1323" fmla="*/ 967367 h 5955635"/>
                    <a:gd name="connsiteX1324" fmla="*/ 5705773 w 6187971"/>
                    <a:gd name="connsiteY1324" fmla="*/ 955466 h 5955635"/>
                    <a:gd name="connsiteX1325" fmla="*/ 968004 w 6187971"/>
                    <a:gd name="connsiteY1325" fmla="*/ 1863229 h 5955635"/>
                    <a:gd name="connsiteX1326" fmla="*/ 968776 w 6187971"/>
                    <a:gd name="connsiteY1326" fmla="*/ 1863422 h 5955635"/>
                    <a:gd name="connsiteX1327" fmla="*/ 957715 w 6187971"/>
                    <a:gd name="connsiteY1327" fmla="*/ 1886114 h 5955635"/>
                    <a:gd name="connsiteX1328" fmla="*/ 938869 w 6187971"/>
                    <a:gd name="connsiteY1328" fmla="*/ 1930172 h 5955635"/>
                    <a:gd name="connsiteX1329" fmla="*/ 906645 w 6187971"/>
                    <a:gd name="connsiteY1329" fmla="*/ 2021830 h 5955635"/>
                    <a:gd name="connsiteX1330" fmla="*/ 901179 w 6187971"/>
                    <a:gd name="connsiteY1330" fmla="*/ 2018288 h 5955635"/>
                    <a:gd name="connsiteX1331" fmla="*/ 890505 w 6187971"/>
                    <a:gd name="connsiteY1331" fmla="*/ 2048238 h 5955635"/>
                    <a:gd name="connsiteX1332" fmla="*/ 877626 w 6187971"/>
                    <a:gd name="connsiteY1332" fmla="*/ 2072031 h 5955635"/>
                    <a:gd name="connsiteX1333" fmla="*/ 952342 w 6187971"/>
                    <a:gd name="connsiteY1333" fmla="*/ 1891751 h 5955635"/>
                    <a:gd name="connsiteX1334" fmla="*/ 959967 w 6187971"/>
                    <a:gd name="connsiteY1334" fmla="*/ 1872523 h 5955635"/>
                    <a:gd name="connsiteX1335" fmla="*/ 968004 w 6187971"/>
                    <a:gd name="connsiteY1335" fmla="*/ 1863229 h 5955635"/>
                    <a:gd name="connsiteX1336" fmla="*/ 4343712 w 6187971"/>
                    <a:gd name="connsiteY1336" fmla="*/ 1135297 h 5955635"/>
                    <a:gd name="connsiteX1337" fmla="*/ 4388447 w 6187971"/>
                    <a:gd name="connsiteY1337" fmla="*/ 1168954 h 5955635"/>
                    <a:gd name="connsiteX1338" fmla="*/ 4474271 w 6187971"/>
                    <a:gd name="connsiteY1338" fmla="*/ 1238784 h 5955635"/>
                    <a:gd name="connsiteX1339" fmla="*/ 4471193 w 6187971"/>
                    <a:gd name="connsiteY1339" fmla="*/ 1238219 h 5955635"/>
                    <a:gd name="connsiteX1340" fmla="*/ 4461959 w 6187971"/>
                    <a:gd name="connsiteY1340" fmla="*/ 1236526 h 5955635"/>
                    <a:gd name="connsiteX1341" fmla="*/ 4467551 w 6187971"/>
                    <a:gd name="connsiteY1341" fmla="*/ 1240734 h 5955635"/>
                    <a:gd name="connsiteX1342" fmla="*/ 4368285 w 6187971"/>
                    <a:gd name="connsiteY1342" fmla="*/ 1174804 h 5955635"/>
                    <a:gd name="connsiteX1343" fmla="*/ 4302825 w 6187971"/>
                    <a:gd name="connsiteY1343" fmla="*/ 1150076 h 5955635"/>
                    <a:gd name="connsiteX1344" fmla="*/ 4474219 w 6187971"/>
                    <a:gd name="connsiteY1344" fmla="*/ 1273777 h 5955635"/>
                    <a:gd name="connsiteX1345" fmla="*/ 4527622 w 6187971"/>
                    <a:gd name="connsiteY1345" fmla="*/ 1312207 h 5955635"/>
                    <a:gd name="connsiteX1346" fmla="*/ 4519208 w 6187971"/>
                    <a:gd name="connsiteY1346" fmla="*/ 1323392 h 5955635"/>
                    <a:gd name="connsiteX1347" fmla="*/ 4535984 w 6187971"/>
                    <a:gd name="connsiteY1347" fmla="*/ 1336014 h 5955635"/>
                    <a:gd name="connsiteX1348" fmla="*/ 4543833 w 6187971"/>
                    <a:gd name="connsiteY1348" fmla="*/ 1327907 h 5955635"/>
                    <a:gd name="connsiteX1349" fmla="*/ 4631607 w 6187971"/>
                    <a:gd name="connsiteY1349" fmla="*/ 1404458 h 5955635"/>
                    <a:gd name="connsiteX1350" fmla="*/ 4674083 w 6187971"/>
                    <a:gd name="connsiteY1350" fmla="*/ 1450430 h 5955635"/>
                    <a:gd name="connsiteX1351" fmla="*/ 4719073 w 6187971"/>
                    <a:gd name="connsiteY1351" fmla="*/ 1500045 h 5955635"/>
                    <a:gd name="connsiteX1352" fmla="*/ 4701734 w 6187971"/>
                    <a:gd name="connsiteY1352" fmla="*/ 1490503 h 5955635"/>
                    <a:gd name="connsiteX1353" fmla="*/ 4700605 w 6187971"/>
                    <a:gd name="connsiteY1353" fmla="*/ 1496660 h 5955635"/>
                    <a:gd name="connsiteX1354" fmla="*/ 4734976 w 6187971"/>
                    <a:gd name="connsiteY1354" fmla="*/ 1534781 h 5955635"/>
                    <a:gd name="connsiteX1355" fmla="*/ 4743645 w 6187971"/>
                    <a:gd name="connsiteY1355" fmla="*/ 1539553 h 5955635"/>
                    <a:gd name="connsiteX1356" fmla="*/ 4748981 w 6187971"/>
                    <a:gd name="connsiteY1356" fmla="*/ 1527803 h 5955635"/>
                    <a:gd name="connsiteX1357" fmla="*/ 4787814 w 6187971"/>
                    <a:gd name="connsiteY1357" fmla="*/ 1576290 h 5955635"/>
                    <a:gd name="connsiteX1358" fmla="*/ 4835318 w 6187971"/>
                    <a:gd name="connsiteY1358" fmla="*/ 1629548 h 5955635"/>
                    <a:gd name="connsiteX1359" fmla="*/ 4841474 w 6187971"/>
                    <a:gd name="connsiteY1359" fmla="*/ 1630676 h 5955635"/>
                    <a:gd name="connsiteX1360" fmla="*/ 4867175 w 6187971"/>
                    <a:gd name="connsiteY1360" fmla="*/ 1664027 h 5955635"/>
                    <a:gd name="connsiteX1361" fmla="*/ 4885335 w 6187971"/>
                    <a:gd name="connsiteY1361" fmla="*/ 1686449 h 5955635"/>
                    <a:gd name="connsiteX1362" fmla="*/ 4983932 w 6187971"/>
                    <a:gd name="connsiteY1362" fmla="*/ 1825444 h 5955635"/>
                    <a:gd name="connsiteX1363" fmla="*/ 4997064 w 6187971"/>
                    <a:gd name="connsiteY1363" fmla="*/ 1840580 h 5955635"/>
                    <a:gd name="connsiteX1364" fmla="*/ 5000399 w 6187971"/>
                    <a:gd name="connsiteY1364" fmla="*/ 1857102 h 5955635"/>
                    <a:gd name="connsiteX1365" fmla="*/ 4978032 w 6187971"/>
                    <a:gd name="connsiteY1365" fmla="*/ 1840273 h 5955635"/>
                    <a:gd name="connsiteX1366" fmla="*/ 4997577 w 6187971"/>
                    <a:gd name="connsiteY1366" fmla="*/ 1872495 h 5955635"/>
                    <a:gd name="connsiteX1367" fmla="*/ 4998962 w 6187971"/>
                    <a:gd name="connsiteY1367" fmla="*/ 1882295 h 5955635"/>
                    <a:gd name="connsiteX1368" fmla="*/ 4997577 w 6187971"/>
                    <a:gd name="connsiteY1368" fmla="*/ 1872495 h 5955635"/>
                    <a:gd name="connsiteX1369" fmla="*/ 5021329 w 6187971"/>
                    <a:gd name="connsiteY1369" fmla="*/ 1899124 h 5955635"/>
                    <a:gd name="connsiteX1370" fmla="*/ 5021072 w 6187971"/>
                    <a:gd name="connsiteY1370" fmla="*/ 1883167 h 5955635"/>
                    <a:gd name="connsiteX1371" fmla="*/ 5029742 w 6187971"/>
                    <a:gd name="connsiteY1371" fmla="*/ 1887937 h 5955635"/>
                    <a:gd name="connsiteX1372" fmla="*/ 5038977 w 6187971"/>
                    <a:gd name="connsiteY1372" fmla="*/ 1889630 h 5955635"/>
                    <a:gd name="connsiteX1373" fmla="*/ 5036463 w 6187971"/>
                    <a:gd name="connsiteY1373" fmla="*/ 1885988 h 5955635"/>
                    <a:gd name="connsiteX1374" fmla="*/ 5035898 w 6187971"/>
                    <a:gd name="connsiteY1374" fmla="*/ 1889066 h 5955635"/>
                    <a:gd name="connsiteX1375" fmla="*/ 5035334 w 6187971"/>
                    <a:gd name="connsiteY1375" fmla="*/ 1892145 h 5955635"/>
                    <a:gd name="connsiteX1376" fmla="*/ 5040926 w 6187971"/>
                    <a:gd name="connsiteY1376" fmla="*/ 1896352 h 5955635"/>
                    <a:gd name="connsiteX1377" fmla="*/ 5052930 w 6187971"/>
                    <a:gd name="connsiteY1377" fmla="*/ 1917645 h 5955635"/>
                    <a:gd name="connsiteX1378" fmla="*/ 5057957 w 6187971"/>
                    <a:gd name="connsiteY1378" fmla="*/ 1924931 h 5955635"/>
                    <a:gd name="connsiteX1379" fmla="*/ 5056008 w 6187971"/>
                    <a:gd name="connsiteY1379" fmla="*/ 1918210 h 5955635"/>
                    <a:gd name="connsiteX1380" fmla="*/ 5056572 w 6187971"/>
                    <a:gd name="connsiteY1380" fmla="*/ 1915131 h 5955635"/>
                    <a:gd name="connsiteX1381" fmla="*/ 5100125 w 6187971"/>
                    <a:gd name="connsiteY1381" fmla="*/ 1989940 h 5955635"/>
                    <a:gd name="connsiteX1382" fmla="*/ 5074115 w 6187971"/>
                    <a:gd name="connsiteY1382" fmla="*/ 1975625 h 5955635"/>
                    <a:gd name="connsiteX1383" fmla="*/ 5074372 w 6187971"/>
                    <a:gd name="connsiteY1383" fmla="*/ 1991583 h 5955635"/>
                    <a:gd name="connsiteX1384" fmla="*/ 5095301 w 6187971"/>
                    <a:gd name="connsiteY1384" fmla="*/ 2033605 h 5955635"/>
                    <a:gd name="connsiteX1385" fmla="*/ 5098943 w 6187971"/>
                    <a:gd name="connsiteY1385" fmla="*/ 2031091 h 5955635"/>
                    <a:gd name="connsiteX1386" fmla="*/ 5116231 w 6187971"/>
                    <a:gd name="connsiteY1386" fmla="*/ 2075627 h 5955635"/>
                    <a:gd name="connsiteX1387" fmla="*/ 5153627 w 6187971"/>
                    <a:gd name="connsiteY1387" fmla="*/ 2149306 h 5955635"/>
                    <a:gd name="connsiteX1388" fmla="*/ 5149420 w 6187971"/>
                    <a:gd name="connsiteY1388" fmla="*/ 2154900 h 5955635"/>
                    <a:gd name="connsiteX1389" fmla="*/ 5179788 w 6187971"/>
                    <a:gd name="connsiteY1389" fmla="*/ 2249565 h 5955635"/>
                    <a:gd name="connsiteX1390" fmla="*/ 5208206 w 6187971"/>
                    <a:gd name="connsiteY1390" fmla="*/ 2337510 h 5955635"/>
                    <a:gd name="connsiteX1391" fmla="*/ 5214363 w 6187971"/>
                    <a:gd name="connsiteY1391" fmla="*/ 2338638 h 5955635"/>
                    <a:gd name="connsiteX1392" fmla="*/ 5216568 w 6187971"/>
                    <a:gd name="connsiteY1392" fmla="*/ 2361317 h 5955635"/>
                    <a:gd name="connsiteX1393" fmla="*/ 5236624 w 6187971"/>
                    <a:gd name="connsiteY1393" fmla="*/ 2425454 h 5955635"/>
                    <a:gd name="connsiteX1394" fmla="*/ 5235187 w 6187971"/>
                    <a:gd name="connsiteY1394" fmla="*/ 2450647 h 5955635"/>
                    <a:gd name="connsiteX1395" fmla="*/ 5243805 w 6187971"/>
                    <a:gd name="connsiteY1395" fmla="*/ 2490413 h 5955635"/>
                    <a:gd name="connsiteX1396" fmla="*/ 5256629 w 6187971"/>
                    <a:gd name="connsiteY1396" fmla="*/ 2524584 h 5955635"/>
                    <a:gd name="connsiteX1397" fmla="*/ 5251963 w 6187971"/>
                    <a:gd name="connsiteY1397" fmla="*/ 2463269 h 5955635"/>
                    <a:gd name="connsiteX1398" fmla="*/ 5233034 w 6187971"/>
                    <a:gd name="connsiteY1398" fmla="*/ 2392975 h 5955635"/>
                    <a:gd name="connsiteX1399" fmla="*/ 5229701 w 6187971"/>
                    <a:gd name="connsiteY1399" fmla="*/ 2376453 h 5955635"/>
                    <a:gd name="connsiteX1400" fmla="*/ 5206362 w 6187971"/>
                    <a:gd name="connsiteY1400" fmla="*/ 2260801 h 5955635"/>
                    <a:gd name="connsiteX1401" fmla="*/ 5137469 w 6187971"/>
                    <a:gd name="connsiteY1401" fmla="*/ 2098614 h 5955635"/>
                    <a:gd name="connsiteX1402" fmla="*/ 5143369 w 6187971"/>
                    <a:gd name="connsiteY1402" fmla="*/ 2083784 h 5955635"/>
                    <a:gd name="connsiteX1403" fmla="*/ 5128031 w 6187971"/>
                    <a:gd name="connsiteY1403" fmla="*/ 2045969 h 5955635"/>
                    <a:gd name="connsiteX1404" fmla="*/ 5130544 w 6187971"/>
                    <a:gd name="connsiteY1404" fmla="*/ 2049612 h 5955635"/>
                    <a:gd name="connsiteX1405" fmla="*/ 5133058 w 6187971"/>
                    <a:gd name="connsiteY1405" fmla="*/ 2053255 h 5955635"/>
                    <a:gd name="connsiteX1406" fmla="*/ 5131109 w 6187971"/>
                    <a:gd name="connsiteY1406" fmla="*/ 2046534 h 5955635"/>
                    <a:gd name="connsiteX1407" fmla="*/ 5128595 w 6187971"/>
                    <a:gd name="connsiteY1407" fmla="*/ 2042891 h 5955635"/>
                    <a:gd name="connsiteX1408" fmla="*/ 5129159 w 6187971"/>
                    <a:gd name="connsiteY1408" fmla="*/ 2039812 h 5955635"/>
                    <a:gd name="connsiteX1409" fmla="*/ 5099868 w 6187971"/>
                    <a:gd name="connsiteY1409" fmla="*/ 1973982 h 5955635"/>
                    <a:gd name="connsiteX1410" fmla="*/ 5039284 w 6187971"/>
                    <a:gd name="connsiteY1410" fmla="*/ 1870595 h 5955635"/>
                    <a:gd name="connsiteX1411" fmla="*/ 5022818 w 6187971"/>
                    <a:gd name="connsiteY1411" fmla="*/ 1838937 h 5955635"/>
                    <a:gd name="connsiteX1412" fmla="*/ 4949357 w 6187971"/>
                    <a:gd name="connsiteY1412" fmla="*/ 1736371 h 5955635"/>
                    <a:gd name="connsiteX1413" fmla="*/ 4937353 w 6187971"/>
                    <a:gd name="connsiteY1413" fmla="*/ 1715077 h 5955635"/>
                    <a:gd name="connsiteX1414" fmla="*/ 4939867 w 6187971"/>
                    <a:gd name="connsiteY1414" fmla="*/ 1718720 h 5955635"/>
                    <a:gd name="connsiteX1415" fmla="*/ 4942945 w 6187971"/>
                    <a:gd name="connsiteY1415" fmla="*/ 1719285 h 5955635"/>
                    <a:gd name="connsiteX1416" fmla="*/ 4937918 w 6187971"/>
                    <a:gd name="connsiteY1416" fmla="*/ 1711999 h 5955635"/>
                    <a:gd name="connsiteX1417" fmla="*/ 4935404 w 6187971"/>
                    <a:gd name="connsiteY1417" fmla="*/ 1708356 h 5955635"/>
                    <a:gd name="connsiteX1418" fmla="*/ 4962234 w 6187971"/>
                    <a:gd name="connsiteY1418" fmla="*/ 1735550 h 5955635"/>
                    <a:gd name="connsiteX1419" fmla="*/ 4950794 w 6187971"/>
                    <a:gd name="connsiteY1419" fmla="*/ 1711178 h 5955635"/>
                    <a:gd name="connsiteX1420" fmla="*/ 4953873 w 6187971"/>
                    <a:gd name="connsiteY1420" fmla="*/ 1711742 h 5955635"/>
                    <a:gd name="connsiteX1421" fmla="*/ 4956387 w 6187971"/>
                    <a:gd name="connsiteY1421" fmla="*/ 1715384 h 5955635"/>
                    <a:gd name="connsiteX1422" fmla="*/ 4954437 w 6187971"/>
                    <a:gd name="connsiteY1422" fmla="*/ 1708663 h 5955635"/>
                    <a:gd name="connsiteX1423" fmla="*/ 4951924 w 6187971"/>
                    <a:gd name="connsiteY1423" fmla="*/ 1705020 h 5955635"/>
                    <a:gd name="connsiteX1424" fmla="*/ 4963107 w 6187971"/>
                    <a:gd name="connsiteY1424" fmla="*/ 1713436 h 5955635"/>
                    <a:gd name="connsiteX1425" fmla="*/ 4922888 w 6187971"/>
                    <a:gd name="connsiteY1425" fmla="*/ 1655149 h 5955635"/>
                    <a:gd name="connsiteX1426" fmla="*/ 4892416 w 6187971"/>
                    <a:gd name="connsiteY1426" fmla="*/ 1630469 h 5955635"/>
                    <a:gd name="connsiteX1427" fmla="*/ 4889903 w 6187971"/>
                    <a:gd name="connsiteY1427" fmla="*/ 1626826 h 5955635"/>
                    <a:gd name="connsiteX1428" fmla="*/ 4884876 w 6187971"/>
                    <a:gd name="connsiteY1428" fmla="*/ 1619540 h 5955635"/>
                    <a:gd name="connsiteX1429" fmla="*/ 4884310 w 6187971"/>
                    <a:gd name="connsiteY1429" fmla="*/ 1622619 h 5955635"/>
                    <a:gd name="connsiteX1430" fmla="*/ 4886824 w 6187971"/>
                    <a:gd name="connsiteY1430" fmla="*/ 1626263 h 5955635"/>
                    <a:gd name="connsiteX1431" fmla="*/ 4870050 w 6187971"/>
                    <a:gd name="connsiteY1431" fmla="*/ 1613640 h 5955635"/>
                    <a:gd name="connsiteX1432" fmla="*/ 4856608 w 6187971"/>
                    <a:gd name="connsiteY1432" fmla="*/ 1617541 h 5955635"/>
                    <a:gd name="connsiteX1433" fmla="*/ 4794023 w 6187971"/>
                    <a:gd name="connsiteY1433" fmla="*/ 1542425 h 5955635"/>
                    <a:gd name="connsiteX1434" fmla="*/ 4774734 w 6187971"/>
                    <a:gd name="connsiteY1434" fmla="*/ 1526160 h 5955635"/>
                    <a:gd name="connsiteX1435" fmla="*/ 4686704 w 6187971"/>
                    <a:gd name="connsiteY1435" fmla="*/ 1433652 h 5955635"/>
                    <a:gd name="connsiteX1436" fmla="*/ 4598109 w 6187971"/>
                    <a:gd name="connsiteY1436" fmla="*/ 1344221 h 5955635"/>
                    <a:gd name="connsiteX1437" fmla="*/ 4601187 w 6187971"/>
                    <a:gd name="connsiteY1437" fmla="*/ 1344786 h 5955635"/>
                    <a:gd name="connsiteX1438" fmla="*/ 4606779 w 6187971"/>
                    <a:gd name="connsiteY1438" fmla="*/ 1348993 h 5955635"/>
                    <a:gd name="connsiteX1439" fmla="*/ 4601751 w 6187971"/>
                    <a:gd name="connsiteY1439" fmla="*/ 1341707 h 5955635"/>
                    <a:gd name="connsiteX1440" fmla="*/ 4596160 w 6187971"/>
                    <a:gd name="connsiteY1440" fmla="*/ 1337500 h 5955635"/>
                    <a:gd name="connsiteX1441" fmla="*/ 4602316 w 6187971"/>
                    <a:gd name="connsiteY1441" fmla="*/ 1338629 h 5955635"/>
                    <a:gd name="connsiteX1442" fmla="*/ 4687012 w 6187971"/>
                    <a:gd name="connsiteY1442" fmla="*/ 1414615 h 5955635"/>
                    <a:gd name="connsiteX1443" fmla="*/ 4688706 w 6187971"/>
                    <a:gd name="connsiteY1443" fmla="*/ 1405380 h 5955635"/>
                    <a:gd name="connsiteX1444" fmla="*/ 4663260 w 6187971"/>
                    <a:gd name="connsiteY1444" fmla="*/ 1387986 h 5955635"/>
                    <a:gd name="connsiteX1445" fmla="*/ 4628326 w 6187971"/>
                    <a:gd name="connsiteY1445" fmla="*/ 1352943 h 5955635"/>
                    <a:gd name="connsiteX1446" fmla="*/ 4505052 w 6187971"/>
                    <a:gd name="connsiteY1446" fmla="*/ 1244426 h 5955635"/>
                    <a:gd name="connsiteX1447" fmla="*/ 4490790 w 6187971"/>
                    <a:gd name="connsiteY1447" fmla="*/ 1235448 h 5955635"/>
                    <a:gd name="connsiteX1448" fmla="*/ 4434308 w 6187971"/>
                    <a:gd name="connsiteY1448" fmla="*/ 1196454 h 5955635"/>
                    <a:gd name="connsiteX1449" fmla="*/ 4430410 w 6187971"/>
                    <a:gd name="connsiteY1449" fmla="*/ 1183012 h 5955635"/>
                    <a:gd name="connsiteX1450" fmla="*/ 4400759 w 6187971"/>
                    <a:gd name="connsiteY1450" fmla="*/ 1171212 h 5955635"/>
                    <a:gd name="connsiteX1451" fmla="*/ 4407479 w 6187971"/>
                    <a:gd name="connsiteY1451" fmla="*/ 1169261 h 5955635"/>
                    <a:gd name="connsiteX1452" fmla="*/ 4343712 w 6187971"/>
                    <a:gd name="connsiteY1452" fmla="*/ 1135297 h 5955635"/>
                    <a:gd name="connsiteX1453" fmla="*/ 1318845 w 6187971"/>
                    <a:gd name="connsiteY1453" fmla="*/ 1535771 h 5955635"/>
                    <a:gd name="connsiteX1454" fmla="*/ 1298829 w 6187971"/>
                    <a:gd name="connsiteY1454" fmla="*/ 1573056 h 5955635"/>
                    <a:gd name="connsiteX1455" fmla="*/ 1293203 w 6187971"/>
                    <a:gd name="connsiteY1455" fmla="*/ 1595921 h 5955635"/>
                    <a:gd name="connsiteX1456" fmla="*/ 1293532 w 6187971"/>
                    <a:gd name="connsiteY1456" fmla="*/ 1599724 h 5955635"/>
                    <a:gd name="connsiteX1457" fmla="*/ 1289333 w 6187971"/>
                    <a:gd name="connsiteY1457" fmla="*/ 1608630 h 5955635"/>
                    <a:gd name="connsiteX1458" fmla="*/ 1270060 w 6187971"/>
                    <a:gd name="connsiteY1458" fmla="*/ 1628642 h 5955635"/>
                    <a:gd name="connsiteX1459" fmla="*/ 1238185 w 6187971"/>
                    <a:gd name="connsiteY1459" fmla="*/ 1677840 h 5955635"/>
                    <a:gd name="connsiteX1460" fmla="*/ 1233025 w 6187971"/>
                    <a:gd name="connsiteY1460" fmla="*/ 1697780 h 5955635"/>
                    <a:gd name="connsiteX1461" fmla="*/ 1232063 w 6187971"/>
                    <a:gd name="connsiteY1461" fmla="*/ 1693276 h 5955635"/>
                    <a:gd name="connsiteX1462" fmla="*/ 1231100 w 6187971"/>
                    <a:gd name="connsiteY1462" fmla="*/ 1688772 h 5955635"/>
                    <a:gd name="connsiteX1463" fmla="*/ 1226596 w 6187971"/>
                    <a:gd name="connsiteY1463" fmla="*/ 1689735 h 5955635"/>
                    <a:gd name="connsiteX1464" fmla="*/ 1223055 w 6187971"/>
                    <a:gd name="connsiteY1464" fmla="*/ 1695201 h 5955635"/>
                    <a:gd name="connsiteX1465" fmla="*/ 1225942 w 6187971"/>
                    <a:gd name="connsiteY1465" fmla="*/ 1708713 h 5955635"/>
                    <a:gd name="connsiteX1466" fmla="*/ 1219820 w 6187971"/>
                    <a:gd name="connsiteY1466" fmla="*/ 1724150 h 5955635"/>
                    <a:gd name="connsiteX1467" fmla="*/ 1210812 w 6187971"/>
                    <a:gd name="connsiteY1467" fmla="*/ 1726074 h 5955635"/>
                    <a:gd name="connsiteX1468" fmla="*/ 1209850 w 6187971"/>
                    <a:gd name="connsiteY1468" fmla="*/ 1721570 h 5955635"/>
                    <a:gd name="connsiteX1469" fmla="*/ 1205346 w 6187971"/>
                    <a:gd name="connsiteY1469" fmla="*/ 1722532 h 5955635"/>
                    <a:gd name="connsiteX1470" fmla="*/ 1206308 w 6187971"/>
                    <a:gd name="connsiteY1470" fmla="*/ 1727037 h 5955635"/>
                    <a:gd name="connsiteX1471" fmla="*/ 1207270 w 6187971"/>
                    <a:gd name="connsiteY1471" fmla="*/ 1731541 h 5955635"/>
                    <a:gd name="connsiteX1472" fmla="*/ 1204690 w 6187971"/>
                    <a:gd name="connsiteY1472" fmla="*/ 1741511 h 5955635"/>
                    <a:gd name="connsiteX1473" fmla="*/ 1201149 w 6187971"/>
                    <a:gd name="connsiteY1473" fmla="*/ 1746977 h 5955635"/>
                    <a:gd name="connsiteX1474" fmla="*/ 1196645 w 6187971"/>
                    <a:gd name="connsiteY1474" fmla="*/ 1747940 h 5955635"/>
                    <a:gd name="connsiteX1475" fmla="*/ 1193103 w 6187971"/>
                    <a:gd name="connsiteY1475" fmla="*/ 1753405 h 5955635"/>
                    <a:gd name="connsiteX1476" fmla="*/ 1197607 w 6187971"/>
                    <a:gd name="connsiteY1476" fmla="*/ 1752443 h 5955635"/>
                    <a:gd name="connsiteX1477" fmla="*/ 1194065 w 6187971"/>
                    <a:gd name="connsiteY1477" fmla="*/ 1757910 h 5955635"/>
                    <a:gd name="connsiteX1478" fmla="*/ 1155105 w 6187971"/>
                    <a:gd name="connsiteY1478" fmla="*/ 1818040 h 5955635"/>
                    <a:gd name="connsiteX1479" fmla="*/ 1150601 w 6187971"/>
                    <a:gd name="connsiteY1479" fmla="*/ 1819002 h 5955635"/>
                    <a:gd name="connsiteX1480" fmla="*/ 1151563 w 6187971"/>
                    <a:gd name="connsiteY1480" fmla="*/ 1823506 h 5955635"/>
                    <a:gd name="connsiteX1481" fmla="*/ 1148022 w 6187971"/>
                    <a:gd name="connsiteY1481" fmla="*/ 1828972 h 5955635"/>
                    <a:gd name="connsiteX1482" fmla="*/ 1148984 w 6187971"/>
                    <a:gd name="connsiteY1482" fmla="*/ 1833476 h 5955635"/>
                    <a:gd name="connsiteX1483" fmla="*/ 1142555 w 6187971"/>
                    <a:gd name="connsiteY1483" fmla="*/ 1825430 h 5955635"/>
                    <a:gd name="connsiteX1484" fmla="*/ 1128388 w 6187971"/>
                    <a:gd name="connsiteY1484" fmla="*/ 1847295 h 5955635"/>
                    <a:gd name="connsiteX1485" fmla="*/ 1123884 w 6187971"/>
                    <a:gd name="connsiteY1485" fmla="*/ 1848258 h 5955635"/>
                    <a:gd name="connsiteX1486" fmla="*/ 1121709 w 6187971"/>
                    <a:gd name="connsiteY1486" fmla="*/ 1845626 h 5955635"/>
                    <a:gd name="connsiteX1487" fmla="*/ 1123442 w 6187971"/>
                    <a:gd name="connsiteY1487" fmla="*/ 1842951 h 5955635"/>
                    <a:gd name="connsiteX1488" fmla="*/ 1125256 w 6187971"/>
                    <a:gd name="connsiteY1488" fmla="*/ 1840901 h 5955635"/>
                    <a:gd name="connsiteX1489" fmla="*/ 1130005 w 6187971"/>
                    <a:gd name="connsiteY1489" fmla="*/ 1832821 h 5955635"/>
                    <a:gd name="connsiteX1490" fmla="*/ 1123442 w 6187971"/>
                    <a:gd name="connsiteY1490" fmla="*/ 1842951 h 5955635"/>
                    <a:gd name="connsiteX1491" fmla="*/ 1121403 w 6187971"/>
                    <a:gd name="connsiteY1491" fmla="*/ 1845256 h 5955635"/>
                    <a:gd name="connsiteX1492" fmla="*/ 1121709 w 6187971"/>
                    <a:gd name="connsiteY1492" fmla="*/ 1845626 h 5955635"/>
                    <a:gd name="connsiteX1493" fmla="*/ 1105213 w 6187971"/>
                    <a:gd name="connsiteY1493" fmla="*/ 1871085 h 5955635"/>
                    <a:gd name="connsiteX1494" fmla="*/ 1087503 w 6187971"/>
                    <a:gd name="connsiteY1494" fmla="*/ 1898417 h 5955635"/>
                    <a:gd name="connsiteX1495" fmla="*/ 1074299 w 6187971"/>
                    <a:gd name="connsiteY1495" fmla="*/ 1924786 h 5955635"/>
                    <a:gd name="connsiteX1496" fmla="*/ 1042423 w 6187971"/>
                    <a:gd name="connsiteY1496" fmla="*/ 1973983 h 5955635"/>
                    <a:gd name="connsiteX1497" fmla="*/ 1036301 w 6187971"/>
                    <a:gd name="connsiteY1497" fmla="*/ 1989420 h 5955635"/>
                    <a:gd name="connsiteX1498" fmla="*/ 1028255 w 6187971"/>
                    <a:gd name="connsiteY1498" fmla="*/ 1995849 h 5955635"/>
                    <a:gd name="connsiteX1499" fmla="*/ 1024713 w 6187971"/>
                    <a:gd name="connsiteY1499" fmla="*/ 2001315 h 5955635"/>
                    <a:gd name="connsiteX1500" fmla="*/ 1015050 w 6187971"/>
                    <a:gd name="connsiteY1500" fmla="*/ 2022217 h 5955635"/>
                    <a:gd name="connsiteX1501" fmla="*/ 1008928 w 6187971"/>
                    <a:gd name="connsiteY1501" fmla="*/ 2037654 h 5955635"/>
                    <a:gd name="connsiteX1502" fmla="*/ 998303 w 6187971"/>
                    <a:gd name="connsiteY1502" fmla="*/ 2054054 h 5955635"/>
                    <a:gd name="connsiteX1503" fmla="*/ 910066 w 6187971"/>
                    <a:gd name="connsiteY1503" fmla="*/ 2214194 h 5955635"/>
                    <a:gd name="connsiteX1504" fmla="*/ 907117 w 6187971"/>
                    <a:gd name="connsiteY1504" fmla="*/ 2214824 h 5955635"/>
                    <a:gd name="connsiteX1505" fmla="*/ 908116 w 6187971"/>
                    <a:gd name="connsiteY1505" fmla="*/ 2211343 h 5955635"/>
                    <a:gd name="connsiteX1506" fmla="*/ 972795 w 6187971"/>
                    <a:gd name="connsiteY1506" fmla="*/ 2040882 h 5955635"/>
                    <a:gd name="connsiteX1507" fmla="*/ 979961 w 6187971"/>
                    <a:gd name="connsiteY1507" fmla="*/ 2024343 h 5955635"/>
                    <a:gd name="connsiteX1508" fmla="*/ 983522 w 6187971"/>
                    <a:gd name="connsiteY1508" fmla="*/ 2028953 h 5955635"/>
                    <a:gd name="connsiteX1509" fmla="*/ 986429 w 6187971"/>
                    <a:gd name="connsiteY1509" fmla="*/ 2010313 h 5955635"/>
                    <a:gd name="connsiteX1510" fmla="*/ 991511 w 6187971"/>
                    <a:gd name="connsiteY1510" fmla="*/ 1999574 h 5955635"/>
                    <a:gd name="connsiteX1511" fmla="*/ 994802 w 6187971"/>
                    <a:gd name="connsiteY1511" fmla="*/ 1993577 h 5955635"/>
                    <a:gd name="connsiteX1512" fmla="*/ 999306 w 6187971"/>
                    <a:gd name="connsiteY1512" fmla="*/ 1992615 h 5955635"/>
                    <a:gd name="connsiteX1513" fmla="*/ 1000115 w 6187971"/>
                    <a:gd name="connsiteY1513" fmla="*/ 1985377 h 5955635"/>
                    <a:gd name="connsiteX1514" fmla="*/ 1000698 w 6187971"/>
                    <a:gd name="connsiteY1514" fmla="*/ 1980161 h 5955635"/>
                    <a:gd name="connsiteX1515" fmla="*/ 1001566 w 6187971"/>
                    <a:gd name="connsiteY1515" fmla="*/ 1978326 h 5955635"/>
                    <a:gd name="connsiteX1516" fmla="*/ 1004140 w 6187971"/>
                    <a:gd name="connsiteY1516" fmla="*/ 1979072 h 5955635"/>
                    <a:gd name="connsiteX1517" fmla="*/ 1018633 w 6187971"/>
                    <a:gd name="connsiteY1517" fmla="*/ 1950808 h 5955635"/>
                    <a:gd name="connsiteX1518" fmla="*/ 1038266 w 6187971"/>
                    <a:gd name="connsiteY1518" fmla="*/ 1932485 h 5955635"/>
                    <a:gd name="connsiteX1519" fmla="*/ 1099132 w 6187971"/>
                    <a:gd name="connsiteY1519" fmla="*/ 1820578 h 5955635"/>
                    <a:gd name="connsiteX1520" fmla="*/ 1113299 w 6187971"/>
                    <a:gd name="connsiteY1520" fmla="*/ 1798714 h 5955635"/>
                    <a:gd name="connsiteX1521" fmla="*/ 1204731 w 6187971"/>
                    <a:gd name="connsiteY1521" fmla="*/ 1675567 h 5955635"/>
                    <a:gd name="connsiteX1522" fmla="*/ 1226944 w 6187971"/>
                    <a:gd name="connsiteY1522" fmla="*/ 1647273 h 5955635"/>
                    <a:gd name="connsiteX1523" fmla="*/ 1225982 w 6187971"/>
                    <a:gd name="connsiteY1523" fmla="*/ 1642769 h 5955635"/>
                    <a:gd name="connsiteX1524" fmla="*/ 1231449 w 6187971"/>
                    <a:gd name="connsiteY1524" fmla="*/ 1646311 h 5955635"/>
                    <a:gd name="connsiteX1525" fmla="*/ 1238532 w 6187971"/>
                    <a:gd name="connsiteY1525" fmla="*/ 1635378 h 5955635"/>
                    <a:gd name="connsiteX1526" fmla="*/ 1242074 w 6187971"/>
                    <a:gd name="connsiteY1526" fmla="*/ 1629913 h 5955635"/>
                    <a:gd name="connsiteX1527" fmla="*/ 1237570 w 6187971"/>
                    <a:gd name="connsiteY1527" fmla="*/ 1630875 h 5955635"/>
                    <a:gd name="connsiteX1528" fmla="*/ 1290042 w 6187971"/>
                    <a:gd name="connsiteY1528" fmla="*/ 1567858 h 5955635"/>
                    <a:gd name="connsiteX1529" fmla="*/ 1314235 w 6187971"/>
                    <a:gd name="connsiteY1529" fmla="*/ 1540908 h 5955635"/>
                    <a:gd name="connsiteX1530" fmla="*/ 4439702 w 6187971"/>
                    <a:gd name="connsiteY1530" fmla="*/ 857271 h 5955635"/>
                    <a:gd name="connsiteX1531" fmla="*/ 4444206 w 6187971"/>
                    <a:gd name="connsiteY1531" fmla="*/ 856309 h 5955635"/>
                    <a:gd name="connsiteX1532" fmla="*/ 4445168 w 6187971"/>
                    <a:gd name="connsiteY1532" fmla="*/ 860813 h 5955635"/>
                    <a:gd name="connsiteX1533" fmla="*/ 4439702 w 6187971"/>
                    <a:gd name="connsiteY1533" fmla="*/ 857271 h 5955635"/>
                    <a:gd name="connsiteX1534" fmla="*/ 4439395 w 6187971"/>
                    <a:gd name="connsiteY1534" fmla="*/ 833789 h 5955635"/>
                    <a:gd name="connsiteX1535" fmla="*/ 4444862 w 6187971"/>
                    <a:gd name="connsiteY1535" fmla="*/ 837331 h 5955635"/>
                    <a:gd name="connsiteX1536" fmla="*/ 4440357 w 6187971"/>
                    <a:gd name="connsiteY1536" fmla="*/ 838293 h 5955635"/>
                    <a:gd name="connsiteX1537" fmla="*/ 4439395 w 6187971"/>
                    <a:gd name="connsiteY1537" fmla="*/ 833789 h 5955635"/>
                    <a:gd name="connsiteX1538" fmla="*/ 3878041 w 6187971"/>
                    <a:gd name="connsiteY1538" fmla="*/ 775787 h 5955635"/>
                    <a:gd name="connsiteX1539" fmla="*/ 3885822 w 6187971"/>
                    <a:gd name="connsiteY1539" fmla="*/ 777801 h 5955635"/>
                    <a:gd name="connsiteX1540" fmla="*/ 3881318 w 6187971"/>
                    <a:gd name="connsiteY1540" fmla="*/ 778763 h 5955635"/>
                    <a:gd name="connsiteX1541" fmla="*/ 1104676 w 6187971"/>
                    <a:gd name="connsiteY1541" fmla="*/ 1330248 h 5955635"/>
                    <a:gd name="connsiteX1542" fmla="*/ 1094527 w 6187971"/>
                    <a:gd name="connsiteY1542" fmla="*/ 1352482 h 5955635"/>
                    <a:gd name="connsiteX1543" fmla="*/ 1064045 w 6187971"/>
                    <a:gd name="connsiteY1543" fmla="*/ 1398591 h 5955635"/>
                    <a:gd name="connsiteX1544" fmla="*/ 578456 w 6187971"/>
                    <a:gd name="connsiteY1544" fmla="*/ 2585624 h 5955635"/>
                    <a:gd name="connsiteX1545" fmla="*/ 575225 w 6187971"/>
                    <a:gd name="connsiteY1545" fmla="*/ 2625422 h 5955635"/>
                    <a:gd name="connsiteX1546" fmla="*/ 589292 w 6187971"/>
                    <a:gd name="connsiteY1546" fmla="*/ 2984165 h 5955635"/>
                    <a:gd name="connsiteX1547" fmla="*/ 621678 w 6187971"/>
                    <a:gd name="connsiteY1547" fmla="*/ 3309663 h 5955635"/>
                    <a:gd name="connsiteX1548" fmla="*/ 637489 w 6187971"/>
                    <a:gd name="connsiteY1548" fmla="*/ 3228070 h 5955635"/>
                    <a:gd name="connsiteX1549" fmla="*/ 616036 w 6187971"/>
                    <a:gd name="connsiteY1549" fmla="*/ 2935433 h 5955635"/>
                    <a:gd name="connsiteX1550" fmla="*/ 887499 w 6187971"/>
                    <a:gd name="connsiteY1550" fmla="*/ 1780458 h 5955635"/>
                    <a:gd name="connsiteX1551" fmla="*/ 997109 w 6187971"/>
                    <a:gd name="connsiteY1551" fmla="*/ 1643628 h 5955635"/>
                    <a:gd name="connsiteX1552" fmla="*/ 1014774 w 6187971"/>
                    <a:gd name="connsiteY1552" fmla="*/ 1589014 h 5955635"/>
                    <a:gd name="connsiteX1553" fmla="*/ 1051413 w 6187971"/>
                    <a:gd name="connsiteY1553" fmla="*/ 1522524 h 5955635"/>
                    <a:gd name="connsiteX1554" fmla="*/ 1104050 w 6187971"/>
                    <a:gd name="connsiteY1554" fmla="*/ 1503457 h 5955635"/>
                    <a:gd name="connsiteX1555" fmla="*/ 1050162 w 6187971"/>
                    <a:gd name="connsiteY1555" fmla="*/ 1599052 h 5955635"/>
                    <a:gd name="connsiteX1556" fmla="*/ 889954 w 6187971"/>
                    <a:gd name="connsiteY1556" fmla="*/ 1910945 h 5955635"/>
                    <a:gd name="connsiteX1557" fmla="*/ 871201 w 6187971"/>
                    <a:gd name="connsiteY1557" fmla="*/ 1997079 h 5955635"/>
                    <a:gd name="connsiteX1558" fmla="*/ 857404 w 6187971"/>
                    <a:gd name="connsiteY1558" fmla="*/ 2060644 h 5955635"/>
                    <a:gd name="connsiteX1559" fmla="*/ 753411 w 6187971"/>
                    <a:gd name="connsiteY1559" fmla="*/ 2397680 h 5955635"/>
                    <a:gd name="connsiteX1560" fmla="*/ 756336 w 6187971"/>
                    <a:gd name="connsiteY1560" fmla="*/ 2420520 h 5955635"/>
                    <a:gd name="connsiteX1561" fmla="*/ 764421 w 6187971"/>
                    <a:gd name="connsiteY1561" fmla="*/ 2415547 h 5955635"/>
                    <a:gd name="connsiteX1562" fmla="*/ 761396 w 6187971"/>
                    <a:gd name="connsiteY1562" fmla="*/ 2433165 h 5955635"/>
                    <a:gd name="connsiteX1563" fmla="*/ 760478 w 6187971"/>
                    <a:gd name="connsiteY1563" fmla="*/ 2435480 h 5955635"/>
                    <a:gd name="connsiteX1564" fmla="*/ 760592 w 6187971"/>
                    <a:gd name="connsiteY1564" fmla="*/ 2432158 h 5955635"/>
                    <a:gd name="connsiteX1565" fmla="*/ 757460 w 6187971"/>
                    <a:gd name="connsiteY1565" fmla="*/ 2425764 h 5955635"/>
                    <a:gd name="connsiteX1566" fmla="*/ 750377 w 6187971"/>
                    <a:gd name="connsiteY1566" fmla="*/ 2436696 h 5955635"/>
                    <a:gd name="connsiteX1567" fmla="*/ 751339 w 6187971"/>
                    <a:gd name="connsiteY1567" fmla="*/ 2441200 h 5955635"/>
                    <a:gd name="connsiteX1568" fmla="*/ 751994 w 6187971"/>
                    <a:gd name="connsiteY1568" fmla="*/ 2422222 h 5955635"/>
                    <a:gd name="connsiteX1569" fmla="*/ 742023 w 6187971"/>
                    <a:gd name="connsiteY1569" fmla="*/ 2419642 h 5955635"/>
                    <a:gd name="connsiteX1570" fmla="*/ 729781 w 6187971"/>
                    <a:gd name="connsiteY1570" fmla="*/ 2450515 h 5955635"/>
                    <a:gd name="connsiteX1571" fmla="*/ 730743 w 6187971"/>
                    <a:gd name="connsiteY1571" fmla="*/ 2455019 h 5955635"/>
                    <a:gd name="connsiteX1572" fmla="*/ 726239 w 6187971"/>
                    <a:gd name="connsiteY1572" fmla="*/ 2455982 h 5955635"/>
                    <a:gd name="connsiteX1573" fmla="*/ 727201 w 6187971"/>
                    <a:gd name="connsiteY1573" fmla="*/ 2460486 h 5955635"/>
                    <a:gd name="connsiteX1574" fmla="*/ 728163 w 6187971"/>
                    <a:gd name="connsiteY1574" fmla="*/ 2464990 h 5955635"/>
                    <a:gd name="connsiteX1575" fmla="*/ 731705 w 6187971"/>
                    <a:gd name="connsiteY1575" fmla="*/ 2459524 h 5955635"/>
                    <a:gd name="connsiteX1576" fmla="*/ 731050 w 6187971"/>
                    <a:gd name="connsiteY1576" fmla="*/ 2478502 h 5955635"/>
                    <a:gd name="connsiteX1577" fmla="*/ 735554 w 6187971"/>
                    <a:gd name="connsiteY1577" fmla="*/ 2477540 h 5955635"/>
                    <a:gd name="connsiteX1578" fmla="*/ 745218 w 6187971"/>
                    <a:gd name="connsiteY1578" fmla="*/ 2456637 h 5955635"/>
                    <a:gd name="connsiteX1579" fmla="*/ 749722 w 6187971"/>
                    <a:gd name="connsiteY1579" fmla="*/ 2455675 h 5955635"/>
                    <a:gd name="connsiteX1580" fmla="*/ 746180 w 6187971"/>
                    <a:gd name="connsiteY1580" fmla="*/ 2461140 h 5955635"/>
                    <a:gd name="connsiteX1581" fmla="*/ 752609 w 6187971"/>
                    <a:gd name="connsiteY1581" fmla="*/ 2469187 h 5955635"/>
                    <a:gd name="connsiteX1582" fmla="*/ 755188 w 6187971"/>
                    <a:gd name="connsiteY1582" fmla="*/ 2459216 h 5955635"/>
                    <a:gd name="connsiteX1583" fmla="*/ 754226 w 6187971"/>
                    <a:gd name="connsiteY1583" fmla="*/ 2454712 h 5955635"/>
                    <a:gd name="connsiteX1584" fmla="*/ 757767 w 6187971"/>
                    <a:gd name="connsiteY1584" fmla="*/ 2449246 h 5955635"/>
                    <a:gd name="connsiteX1585" fmla="*/ 748411 w 6187971"/>
                    <a:gd name="connsiteY1585" fmla="*/ 2493631 h 5955635"/>
                    <a:gd name="connsiteX1586" fmla="*/ 759344 w 6187971"/>
                    <a:gd name="connsiteY1586" fmla="*/ 2500715 h 5955635"/>
                    <a:gd name="connsiteX1587" fmla="*/ 760307 w 6187971"/>
                    <a:gd name="connsiteY1587" fmla="*/ 2505219 h 5955635"/>
                    <a:gd name="connsiteX1588" fmla="*/ 754840 w 6187971"/>
                    <a:gd name="connsiteY1588" fmla="*/ 2501678 h 5955635"/>
                    <a:gd name="connsiteX1589" fmla="*/ 753878 w 6187971"/>
                    <a:gd name="connsiteY1589" fmla="*/ 2497173 h 5955635"/>
                    <a:gd name="connsiteX1590" fmla="*/ 749373 w 6187971"/>
                    <a:gd name="connsiteY1590" fmla="*/ 2498135 h 5955635"/>
                    <a:gd name="connsiteX1591" fmla="*/ 746794 w 6187971"/>
                    <a:gd name="connsiteY1591" fmla="*/ 2508105 h 5955635"/>
                    <a:gd name="connsiteX1592" fmla="*/ 747757 w 6187971"/>
                    <a:gd name="connsiteY1592" fmla="*/ 2512610 h 5955635"/>
                    <a:gd name="connsiteX1593" fmla="*/ 740673 w 6187971"/>
                    <a:gd name="connsiteY1593" fmla="*/ 2523542 h 5955635"/>
                    <a:gd name="connsiteX1594" fmla="*/ 738748 w 6187971"/>
                    <a:gd name="connsiteY1594" fmla="*/ 2514534 h 5955635"/>
                    <a:gd name="connsiteX1595" fmla="*/ 734245 w 6187971"/>
                    <a:gd name="connsiteY1595" fmla="*/ 2515496 h 5955635"/>
                    <a:gd name="connsiteX1596" fmla="*/ 731665 w 6187971"/>
                    <a:gd name="connsiteY1596" fmla="*/ 2525466 h 5955635"/>
                    <a:gd name="connsiteX1597" fmla="*/ 733590 w 6187971"/>
                    <a:gd name="connsiteY1597" fmla="*/ 2534475 h 5955635"/>
                    <a:gd name="connsiteX1598" fmla="*/ 745484 w 6187971"/>
                    <a:gd name="connsiteY1598" fmla="*/ 2546063 h 5955635"/>
                    <a:gd name="connsiteX1599" fmla="*/ 743868 w 6187971"/>
                    <a:gd name="connsiteY1599" fmla="*/ 2560537 h 5955635"/>
                    <a:gd name="connsiteX1600" fmla="*/ 726773 w 6187971"/>
                    <a:gd name="connsiteY1600" fmla="*/ 2634833 h 5955635"/>
                    <a:gd name="connsiteX1601" fmla="*/ 721306 w 6187971"/>
                    <a:gd name="connsiteY1601" fmla="*/ 2631292 h 5955635"/>
                    <a:gd name="connsiteX1602" fmla="*/ 722269 w 6187971"/>
                    <a:gd name="connsiteY1602" fmla="*/ 2635796 h 5955635"/>
                    <a:gd name="connsiteX1603" fmla="*/ 717764 w 6187971"/>
                    <a:gd name="connsiteY1603" fmla="*/ 2636758 h 5955635"/>
                    <a:gd name="connsiteX1604" fmla="*/ 712298 w 6187971"/>
                    <a:gd name="connsiteY1604" fmla="*/ 2633217 h 5955635"/>
                    <a:gd name="connsiteX1605" fmla="*/ 717150 w 6187971"/>
                    <a:gd name="connsiteY1605" fmla="*/ 2589793 h 5955635"/>
                    <a:gd name="connsiteX1606" fmla="*/ 722616 w 6187971"/>
                    <a:gd name="connsiteY1606" fmla="*/ 2593335 h 5955635"/>
                    <a:gd name="connsiteX1607" fmla="*/ 727775 w 6187971"/>
                    <a:gd name="connsiteY1607" fmla="*/ 2573394 h 5955635"/>
                    <a:gd name="connsiteX1608" fmla="*/ 720691 w 6187971"/>
                    <a:gd name="connsiteY1608" fmla="*/ 2584327 h 5955635"/>
                    <a:gd name="connsiteX1609" fmla="*/ 721347 w 6187971"/>
                    <a:gd name="connsiteY1609" fmla="*/ 2565348 h 5955635"/>
                    <a:gd name="connsiteX1610" fmla="*/ 720385 w 6187971"/>
                    <a:gd name="connsiteY1610" fmla="*/ 2560844 h 5955635"/>
                    <a:gd name="connsiteX1611" fmla="*/ 723927 w 6187971"/>
                    <a:gd name="connsiteY1611" fmla="*/ 2555379 h 5955635"/>
                    <a:gd name="connsiteX1612" fmla="*/ 722964 w 6187971"/>
                    <a:gd name="connsiteY1612" fmla="*/ 2550874 h 5955635"/>
                    <a:gd name="connsiteX1613" fmla="*/ 722002 w 6187971"/>
                    <a:gd name="connsiteY1613" fmla="*/ 2546370 h 5955635"/>
                    <a:gd name="connsiteX1614" fmla="*/ 713956 w 6187971"/>
                    <a:gd name="connsiteY1614" fmla="*/ 2552799 h 5955635"/>
                    <a:gd name="connsiteX1615" fmla="*/ 711377 w 6187971"/>
                    <a:gd name="connsiteY1615" fmla="*/ 2562769 h 5955635"/>
                    <a:gd name="connsiteX1616" fmla="*/ 712339 w 6187971"/>
                    <a:gd name="connsiteY1616" fmla="*/ 2567273 h 5955635"/>
                    <a:gd name="connsiteX1617" fmla="*/ 716842 w 6187971"/>
                    <a:gd name="connsiteY1617" fmla="*/ 2566311 h 5955635"/>
                    <a:gd name="connsiteX1618" fmla="*/ 707794 w 6187971"/>
                    <a:gd name="connsiteY1618" fmla="*/ 2634179 h 5955635"/>
                    <a:gd name="connsiteX1619" fmla="*/ 704252 w 6187971"/>
                    <a:gd name="connsiteY1619" fmla="*/ 2639645 h 5955635"/>
                    <a:gd name="connsiteX1620" fmla="*/ 701673 w 6187971"/>
                    <a:gd name="connsiteY1620" fmla="*/ 2649616 h 5955635"/>
                    <a:gd name="connsiteX1621" fmla="*/ 706177 w 6187971"/>
                    <a:gd name="connsiteY1621" fmla="*/ 2648653 h 5955635"/>
                    <a:gd name="connsiteX1622" fmla="*/ 698438 w 6187971"/>
                    <a:gd name="connsiteY1622" fmla="*/ 2678565 h 5955635"/>
                    <a:gd name="connsiteX1623" fmla="*/ 695858 w 6187971"/>
                    <a:gd name="connsiteY1623" fmla="*/ 2688534 h 5955635"/>
                    <a:gd name="connsiteX1624" fmla="*/ 696821 w 6187971"/>
                    <a:gd name="connsiteY1624" fmla="*/ 2693039 h 5955635"/>
                    <a:gd name="connsiteX1625" fmla="*/ 701325 w 6187971"/>
                    <a:gd name="connsiteY1625" fmla="*/ 2692076 h 5955635"/>
                    <a:gd name="connsiteX1626" fmla="*/ 690967 w 6187971"/>
                    <a:gd name="connsiteY1626" fmla="*/ 2797901 h 5955635"/>
                    <a:gd name="connsiteX1627" fmla="*/ 687424 w 6187971"/>
                    <a:gd name="connsiteY1627" fmla="*/ 2803368 h 5955635"/>
                    <a:gd name="connsiteX1628" fmla="*/ 688387 w 6187971"/>
                    <a:gd name="connsiteY1628" fmla="*/ 2807872 h 5955635"/>
                    <a:gd name="connsiteX1629" fmla="*/ 689349 w 6187971"/>
                    <a:gd name="connsiteY1629" fmla="*/ 2812375 h 5955635"/>
                    <a:gd name="connsiteX1630" fmla="*/ 685152 w 6187971"/>
                    <a:gd name="connsiteY1630" fmla="*/ 2836821 h 5955635"/>
                    <a:gd name="connsiteX1631" fmla="*/ 681611 w 6187971"/>
                    <a:gd name="connsiteY1631" fmla="*/ 2842288 h 5955635"/>
                    <a:gd name="connsiteX1632" fmla="*/ 683535 w 6187971"/>
                    <a:gd name="connsiteY1632" fmla="*/ 2851295 h 5955635"/>
                    <a:gd name="connsiteX1633" fmla="*/ 684497 w 6187971"/>
                    <a:gd name="connsiteY1633" fmla="*/ 2855799 h 5955635"/>
                    <a:gd name="connsiteX1634" fmla="*/ 680955 w 6187971"/>
                    <a:gd name="connsiteY1634" fmla="*/ 2861265 h 5955635"/>
                    <a:gd name="connsiteX1635" fmla="*/ 681918 w 6187971"/>
                    <a:gd name="connsiteY1635" fmla="*/ 2865770 h 5955635"/>
                    <a:gd name="connsiteX1636" fmla="*/ 687691 w 6187971"/>
                    <a:gd name="connsiteY1636" fmla="*/ 2892794 h 5955635"/>
                    <a:gd name="connsiteX1637" fmla="*/ 684149 w 6187971"/>
                    <a:gd name="connsiteY1637" fmla="*/ 2898260 h 5955635"/>
                    <a:gd name="connsiteX1638" fmla="*/ 685112 w 6187971"/>
                    <a:gd name="connsiteY1638" fmla="*/ 2902765 h 5955635"/>
                    <a:gd name="connsiteX1639" fmla="*/ 683495 w 6187971"/>
                    <a:gd name="connsiteY1639" fmla="*/ 2917239 h 5955635"/>
                    <a:gd name="connsiteX1640" fmla="*/ 684457 w 6187971"/>
                    <a:gd name="connsiteY1640" fmla="*/ 2921742 h 5955635"/>
                    <a:gd name="connsiteX1641" fmla="*/ 678642 w 6187971"/>
                    <a:gd name="connsiteY1641" fmla="*/ 2960662 h 5955635"/>
                    <a:gd name="connsiteX1642" fmla="*/ 679604 w 6187971"/>
                    <a:gd name="connsiteY1642" fmla="*/ 2965165 h 5955635"/>
                    <a:gd name="connsiteX1643" fmla="*/ 675101 w 6187971"/>
                    <a:gd name="connsiteY1643" fmla="*/ 2966128 h 5955635"/>
                    <a:gd name="connsiteX1644" fmla="*/ 676063 w 6187971"/>
                    <a:gd name="connsiteY1644" fmla="*/ 2970632 h 5955635"/>
                    <a:gd name="connsiteX1645" fmla="*/ 677026 w 6187971"/>
                    <a:gd name="connsiteY1645" fmla="*/ 2975136 h 5955635"/>
                    <a:gd name="connsiteX1646" fmla="*/ 681529 w 6187971"/>
                    <a:gd name="connsiteY1646" fmla="*/ 2974174 h 5955635"/>
                    <a:gd name="connsiteX1647" fmla="*/ 679912 w 6187971"/>
                    <a:gd name="connsiteY1647" fmla="*/ 2988648 h 5955635"/>
                    <a:gd name="connsiteX1648" fmla="*/ 678950 w 6187971"/>
                    <a:gd name="connsiteY1648" fmla="*/ 2984144 h 5955635"/>
                    <a:gd name="connsiteX1649" fmla="*/ 678295 w 6187971"/>
                    <a:gd name="connsiteY1649" fmla="*/ 3003123 h 5955635"/>
                    <a:gd name="connsiteX1650" fmla="*/ 681182 w 6187971"/>
                    <a:gd name="connsiteY1650" fmla="*/ 3016635 h 5955635"/>
                    <a:gd name="connsiteX1651" fmla="*/ 677640 w 6187971"/>
                    <a:gd name="connsiteY1651" fmla="*/ 3022102 h 5955635"/>
                    <a:gd name="connsiteX1652" fmla="*/ 678602 w 6187971"/>
                    <a:gd name="connsiteY1652" fmla="*/ 3026605 h 5955635"/>
                    <a:gd name="connsiteX1653" fmla="*/ 675061 w 6187971"/>
                    <a:gd name="connsiteY1653" fmla="*/ 3032071 h 5955635"/>
                    <a:gd name="connsiteX1654" fmla="*/ 676023 w 6187971"/>
                    <a:gd name="connsiteY1654" fmla="*/ 3036576 h 5955635"/>
                    <a:gd name="connsiteX1655" fmla="*/ 680527 w 6187971"/>
                    <a:gd name="connsiteY1655" fmla="*/ 3035613 h 5955635"/>
                    <a:gd name="connsiteX1656" fmla="*/ 689187 w 6187971"/>
                    <a:gd name="connsiteY1656" fmla="*/ 3076150 h 5955635"/>
                    <a:gd name="connsiteX1657" fmla="*/ 683721 w 6187971"/>
                    <a:gd name="connsiteY1657" fmla="*/ 3072608 h 5955635"/>
                    <a:gd name="connsiteX1658" fmla="*/ 679217 w 6187971"/>
                    <a:gd name="connsiteY1658" fmla="*/ 3073570 h 5955635"/>
                    <a:gd name="connsiteX1659" fmla="*/ 681142 w 6187971"/>
                    <a:gd name="connsiteY1659" fmla="*/ 3082578 h 5955635"/>
                    <a:gd name="connsiteX1660" fmla="*/ 682104 w 6187971"/>
                    <a:gd name="connsiteY1660" fmla="*/ 3087082 h 5955635"/>
                    <a:gd name="connsiteX1661" fmla="*/ 682718 w 6187971"/>
                    <a:gd name="connsiteY1661" fmla="*/ 3134047 h 5955635"/>
                    <a:gd name="connsiteX1662" fmla="*/ 687222 w 6187971"/>
                    <a:gd name="connsiteY1662" fmla="*/ 3133085 h 5955635"/>
                    <a:gd name="connsiteX1663" fmla="*/ 683680 w 6187971"/>
                    <a:gd name="connsiteY1663" fmla="*/ 3138551 h 5955635"/>
                    <a:gd name="connsiteX1664" fmla="*/ 684642 w 6187971"/>
                    <a:gd name="connsiteY1664" fmla="*/ 3143056 h 5955635"/>
                    <a:gd name="connsiteX1665" fmla="*/ 690416 w 6187971"/>
                    <a:gd name="connsiteY1665" fmla="*/ 3170080 h 5955635"/>
                    <a:gd name="connsiteX1666" fmla="*/ 694395 w 6187971"/>
                    <a:gd name="connsiteY1666" fmla="*/ 3173203 h 5955635"/>
                    <a:gd name="connsiteX1667" fmla="*/ 697712 w 6187971"/>
                    <a:gd name="connsiteY1667" fmla="*/ 3182366 h 5955635"/>
                    <a:gd name="connsiteX1668" fmla="*/ 697129 w 6187971"/>
                    <a:gd name="connsiteY1668" fmla="*/ 3182651 h 5955635"/>
                    <a:gd name="connsiteX1669" fmla="*/ 691373 w 6187971"/>
                    <a:gd name="connsiteY1669" fmla="*/ 3182827 h 5955635"/>
                    <a:gd name="connsiteX1670" fmla="*/ 689762 w 6187971"/>
                    <a:gd name="connsiteY1670" fmla="*/ 3189059 h 5955635"/>
                    <a:gd name="connsiteX1671" fmla="*/ 696682 w 6187971"/>
                    <a:gd name="connsiteY1671" fmla="*/ 3182870 h 5955635"/>
                    <a:gd name="connsiteX1672" fmla="*/ 697129 w 6187971"/>
                    <a:gd name="connsiteY1672" fmla="*/ 3182651 h 5955635"/>
                    <a:gd name="connsiteX1673" fmla="*/ 697807 w 6187971"/>
                    <a:gd name="connsiteY1673" fmla="*/ 3182630 h 5955635"/>
                    <a:gd name="connsiteX1674" fmla="*/ 697712 w 6187971"/>
                    <a:gd name="connsiteY1674" fmla="*/ 3182366 h 5955635"/>
                    <a:gd name="connsiteX1675" fmla="*/ 698813 w 6187971"/>
                    <a:gd name="connsiteY1675" fmla="*/ 3181826 h 5955635"/>
                    <a:gd name="connsiteX1676" fmla="*/ 699731 w 6187971"/>
                    <a:gd name="connsiteY1676" fmla="*/ 3191637 h 5955635"/>
                    <a:gd name="connsiteX1677" fmla="*/ 696189 w 6187971"/>
                    <a:gd name="connsiteY1677" fmla="*/ 3197104 h 5955635"/>
                    <a:gd name="connsiteX1678" fmla="*/ 697152 w 6187971"/>
                    <a:gd name="connsiteY1678" fmla="*/ 3201608 h 5955635"/>
                    <a:gd name="connsiteX1679" fmla="*/ 693610 w 6187971"/>
                    <a:gd name="connsiteY1679" fmla="*/ 3207074 h 5955635"/>
                    <a:gd name="connsiteX1680" fmla="*/ 694573 w 6187971"/>
                    <a:gd name="connsiteY1680" fmla="*/ 3211578 h 5955635"/>
                    <a:gd name="connsiteX1681" fmla="*/ 696497 w 6187971"/>
                    <a:gd name="connsiteY1681" fmla="*/ 3220587 h 5955635"/>
                    <a:gd name="connsiteX1682" fmla="*/ 698422 w 6187971"/>
                    <a:gd name="connsiteY1682" fmla="*/ 3229595 h 5955635"/>
                    <a:gd name="connsiteX1683" fmla="*/ 695842 w 6187971"/>
                    <a:gd name="connsiteY1683" fmla="*/ 3239565 h 5955635"/>
                    <a:gd name="connsiteX1684" fmla="*/ 693262 w 6187971"/>
                    <a:gd name="connsiteY1684" fmla="*/ 3249536 h 5955635"/>
                    <a:gd name="connsiteX1685" fmla="*/ 694224 w 6187971"/>
                    <a:gd name="connsiteY1685" fmla="*/ 3254039 h 5955635"/>
                    <a:gd name="connsiteX1686" fmla="*/ 695187 w 6187971"/>
                    <a:gd name="connsiteY1686" fmla="*/ 3258543 h 5955635"/>
                    <a:gd name="connsiteX1687" fmla="*/ 690683 w 6187971"/>
                    <a:gd name="connsiteY1687" fmla="*/ 3259506 h 5955635"/>
                    <a:gd name="connsiteX1688" fmla="*/ 687141 w 6187971"/>
                    <a:gd name="connsiteY1688" fmla="*/ 3264972 h 5955635"/>
                    <a:gd name="connsiteX1689" fmla="*/ 688103 w 6187971"/>
                    <a:gd name="connsiteY1689" fmla="*/ 3269476 h 5955635"/>
                    <a:gd name="connsiteX1690" fmla="*/ 693569 w 6187971"/>
                    <a:gd name="connsiteY1690" fmla="*/ 3273018 h 5955635"/>
                    <a:gd name="connsiteX1691" fmla="*/ 694532 w 6187971"/>
                    <a:gd name="connsiteY1691" fmla="*/ 3277522 h 5955635"/>
                    <a:gd name="connsiteX1692" fmla="*/ 695494 w 6187971"/>
                    <a:gd name="connsiteY1692" fmla="*/ 3282027 h 5955635"/>
                    <a:gd name="connsiteX1693" fmla="*/ 698381 w 6187971"/>
                    <a:gd name="connsiteY1693" fmla="*/ 3295539 h 5955635"/>
                    <a:gd name="connsiteX1694" fmla="*/ 696764 w 6187971"/>
                    <a:gd name="connsiteY1694" fmla="*/ 3310013 h 5955635"/>
                    <a:gd name="connsiteX1695" fmla="*/ 697726 w 6187971"/>
                    <a:gd name="connsiteY1695" fmla="*/ 3314516 h 5955635"/>
                    <a:gd name="connsiteX1696" fmla="*/ 699651 w 6187971"/>
                    <a:gd name="connsiteY1696" fmla="*/ 3323525 h 5955635"/>
                    <a:gd name="connsiteX1697" fmla="*/ 704154 w 6187971"/>
                    <a:gd name="connsiteY1697" fmla="*/ 3322563 h 5955635"/>
                    <a:gd name="connsiteX1698" fmla="*/ 700613 w 6187971"/>
                    <a:gd name="connsiteY1698" fmla="*/ 3328029 h 5955635"/>
                    <a:gd name="connsiteX1699" fmla="*/ 702538 w 6187971"/>
                    <a:gd name="connsiteY1699" fmla="*/ 3337037 h 5955635"/>
                    <a:gd name="connsiteX1700" fmla="*/ 711198 w 6187971"/>
                    <a:gd name="connsiteY1700" fmla="*/ 3377573 h 5955635"/>
                    <a:gd name="connsiteX1701" fmla="*/ 707656 w 6187971"/>
                    <a:gd name="connsiteY1701" fmla="*/ 3383040 h 5955635"/>
                    <a:gd name="connsiteX1702" fmla="*/ 708618 w 6187971"/>
                    <a:gd name="connsiteY1702" fmla="*/ 3387543 h 5955635"/>
                    <a:gd name="connsiteX1703" fmla="*/ 713122 w 6187971"/>
                    <a:gd name="connsiteY1703" fmla="*/ 3386581 h 5955635"/>
                    <a:gd name="connsiteX1704" fmla="*/ 713430 w 6187971"/>
                    <a:gd name="connsiteY1704" fmla="*/ 3410064 h 5955635"/>
                    <a:gd name="connsiteX1705" fmla="*/ 714392 w 6187971"/>
                    <a:gd name="connsiteY1705" fmla="*/ 3414569 h 5955635"/>
                    <a:gd name="connsiteX1706" fmla="*/ 719858 w 6187971"/>
                    <a:gd name="connsiteY1706" fmla="*/ 3418109 h 5955635"/>
                    <a:gd name="connsiteX1707" fmla="*/ 722090 w 6187971"/>
                    <a:gd name="connsiteY1707" fmla="*/ 3450600 h 5955635"/>
                    <a:gd name="connsiteX1708" fmla="*/ 726594 w 6187971"/>
                    <a:gd name="connsiteY1708" fmla="*/ 3449638 h 5955635"/>
                    <a:gd name="connsiteX1709" fmla="*/ 730443 w 6187971"/>
                    <a:gd name="connsiteY1709" fmla="*/ 3467654 h 5955635"/>
                    <a:gd name="connsiteX1710" fmla="*/ 726902 w 6187971"/>
                    <a:gd name="connsiteY1710" fmla="*/ 3473121 h 5955635"/>
                    <a:gd name="connsiteX1711" fmla="*/ 716932 w 6187971"/>
                    <a:gd name="connsiteY1711" fmla="*/ 3470541 h 5955635"/>
                    <a:gd name="connsiteX1712" fmla="*/ 729788 w 6187971"/>
                    <a:gd name="connsiteY1712" fmla="*/ 3486633 h 5955635"/>
                    <a:gd name="connsiteX1713" fmla="*/ 749689 w 6187971"/>
                    <a:gd name="connsiteY1713" fmla="*/ 3557735 h 5955635"/>
                    <a:gd name="connsiteX1714" fmla="*/ 745185 w 6187971"/>
                    <a:gd name="connsiteY1714" fmla="*/ 3558698 h 5955635"/>
                    <a:gd name="connsiteX1715" fmla="*/ 747109 w 6187971"/>
                    <a:gd name="connsiteY1715" fmla="*/ 3567705 h 5955635"/>
                    <a:gd name="connsiteX1716" fmla="*/ 758656 w 6187971"/>
                    <a:gd name="connsiteY1716" fmla="*/ 3621755 h 5955635"/>
                    <a:gd name="connsiteX1717" fmla="*/ 759619 w 6187971"/>
                    <a:gd name="connsiteY1717" fmla="*/ 3626258 h 5955635"/>
                    <a:gd name="connsiteX1718" fmla="*/ 760581 w 6187971"/>
                    <a:gd name="connsiteY1718" fmla="*/ 3630762 h 5955635"/>
                    <a:gd name="connsiteX1719" fmla="*/ 773438 w 6187971"/>
                    <a:gd name="connsiteY1719" fmla="*/ 3646854 h 5955635"/>
                    <a:gd name="connsiteX1720" fmla="*/ 770859 w 6187971"/>
                    <a:gd name="connsiteY1720" fmla="*/ 3656824 h 5955635"/>
                    <a:gd name="connsiteX1721" fmla="*/ 771821 w 6187971"/>
                    <a:gd name="connsiteY1721" fmla="*/ 3661329 h 5955635"/>
                    <a:gd name="connsiteX1722" fmla="*/ 772783 w 6187971"/>
                    <a:gd name="connsiteY1722" fmla="*/ 3665832 h 5955635"/>
                    <a:gd name="connsiteX1723" fmla="*/ 773745 w 6187971"/>
                    <a:gd name="connsiteY1723" fmla="*/ 3670336 h 5955635"/>
                    <a:gd name="connsiteX1724" fmla="*/ 768586 w 6187971"/>
                    <a:gd name="connsiteY1724" fmla="*/ 3690277 h 5955635"/>
                    <a:gd name="connsiteX1725" fmla="*/ 779826 w 6187971"/>
                    <a:gd name="connsiteY1725" fmla="*/ 3720843 h 5955635"/>
                    <a:gd name="connsiteX1726" fmla="*/ 798149 w 6187971"/>
                    <a:gd name="connsiteY1726" fmla="*/ 3740476 h 5955635"/>
                    <a:gd name="connsiteX1727" fmla="*/ 793953 w 6187971"/>
                    <a:gd name="connsiteY1727" fmla="*/ 3764922 h 5955635"/>
                    <a:gd name="connsiteX1728" fmla="*/ 803268 w 6187971"/>
                    <a:gd name="connsiteY1728" fmla="*/ 3786479 h 5955635"/>
                    <a:gd name="connsiteX1729" fmla="*/ 815163 w 6187971"/>
                    <a:gd name="connsiteY1729" fmla="*/ 3798067 h 5955635"/>
                    <a:gd name="connsiteX1730" fmla="*/ 832177 w 6187971"/>
                    <a:gd name="connsiteY1730" fmla="*/ 3855657 h 5955635"/>
                    <a:gd name="connsiteX1731" fmla="*/ 823168 w 6187971"/>
                    <a:gd name="connsiteY1731" fmla="*/ 3857582 h 5955635"/>
                    <a:gd name="connsiteX1732" fmla="*/ 835064 w 6187971"/>
                    <a:gd name="connsiteY1732" fmla="*/ 3869169 h 5955635"/>
                    <a:gd name="connsiteX1733" fmla="*/ 834409 w 6187971"/>
                    <a:gd name="connsiteY1733" fmla="*/ 3888148 h 5955635"/>
                    <a:gd name="connsiteX1734" fmla="*/ 849190 w 6187971"/>
                    <a:gd name="connsiteY1734" fmla="*/ 3913248 h 5955635"/>
                    <a:gd name="connsiteX1735" fmla="*/ 845537 w 6187971"/>
                    <a:gd name="connsiteY1735" fmla="*/ 3910175 h 5955635"/>
                    <a:gd name="connsiteX1736" fmla="*/ 841800 w 6187971"/>
                    <a:gd name="connsiteY1736" fmla="*/ 3900698 h 5955635"/>
                    <a:gd name="connsiteX1737" fmla="*/ 844166 w 6187971"/>
                    <a:gd name="connsiteY1737" fmla="*/ 3909023 h 5955635"/>
                    <a:gd name="connsiteX1738" fmla="*/ 845537 w 6187971"/>
                    <a:gd name="connsiteY1738" fmla="*/ 3910175 h 5955635"/>
                    <a:gd name="connsiteX1739" fmla="*/ 852077 w 6187971"/>
                    <a:gd name="connsiteY1739" fmla="*/ 3926760 h 5955635"/>
                    <a:gd name="connsiteX1740" fmla="*/ 838565 w 6187971"/>
                    <a:gd name="connsiteY1740" fmla="*/ 3929646 h 5955635"/>
                    <a:gd name="connsiteX1741" fmla="*/ 808694 w 6187971"/>
                    <a:gd name="connsiteY1741" fmla="*/ 3855965 h 5955635"/>
                    <a:gd name="connsiteX1742" fmla="*/ 782980 w 6187971"/>
                    <a:gd name="connsiteY1742" fmla="*/ 3823781 h 5955635"/>
                    <a:gd name="connsiteX1743" fmla="*/ 773664 w 6187971"/>
                    <a:gd name="connsiteY1743" fmla="*/ 3802224 h 5955635"/>
                    <a:gd name="connsiteX1744" fmla="*/ 769815 w 6187971"/>
                    <a:gd name="connsiteY1744" fmla="*/ 3784208 h 5955635"/>
                    <a:gd name="connsiteX1745" fmla="*/ 756958 w 6187971"/>
                    <a:gd name="connsiteY1745" fmla="*/ 3768116 h 5955635"/>
                    <a:gd name="connsiteX1746" fmla="*/ 750222 w 6187971"/>
                    <a:gd name="connsiteY1746" fmla="*/ 3736587 h 5955635"/>
                    <a:gd name="connsiteX1747" fmla="*/ 751840 w 6187971"/>
                    <a:gd name="connsiteY1747" fmla="*/ 3722113 h 5955635"/>
                    <a:gd name="connsiteX1748" fmla="*/ 748953 w 6187971"/>
                    <a:gd name="connsiteY1748" fmla="*/ 3708601 h 5955635"/>
                    <a:gd name="connsiteX1749" fmla="*/ 747991 w 6187971"/>
                    <a:gd name="connsiteY1749" fmla="*/ 3704096 h 5955635"/>
                    <a:gd name="connsiteX1750" fmla="*/ 747028 w 6187971"/>
                    <a:gd name="connsiteY1750" fmla="*/ 3699593 h 5955635"/>
                    <a:gd name="connsiteX1751" fmla="*/ 752494 w 6187971"/>
                    <a:gd name="connsiteY1751" fmla="*/ 3703134 h 5955635"/>
                    <a:gd name="connsiteX1752" fmla="*/ 744142 w 6187971"/>
                    <a:gd name="connsiteY1752" fmla="*/ 3686081 h 5955635"/>
                    <a:gd name="connsiteX1753" fmla="*/ 747683 w 6187971"/>
                    <a:gd name="connsiteY1753" fmla="*/ 3680614 h 5955635"/>
                    <a:gd name="connsiteX1754" fmla="*/ 746720 w 6187971"/>
                    <a:gd name="connsiteY1754" fmla="*/ 3676110 h 5955635"/>
                    <a:gd name="connsiteX1755" fmla="*/ 745758 w 6187971"/>
                    <a:gd name="connsiteY1755" fmla="*/ 3671606 h 5955635"/>
                    <a:gd name="connsiteX1756" fmla="*/ 740292 w 6187971"/>
                    <a:gd name="connsiteY1756" fmla="*/ 3668064 h 5955635"/>
                    <a:gd name="connsiteX1757" fmla="*/ 734519 w 6187971"/>
                    <a:gd name="connsiteY1757" fmla="*/ 3641040 h 5955635"/>
                    <a:gd name="connsiteX1758" fmla="*/ 729052 w 6187971"/>
                    <a:gd name="connsiteY1758" fmla="*/ 3637498 h 5955635"/>
                    <a:gd name="connsiteX1759" fmla="*/ 723279 w 6187971"/>
                    <a:gd name="connsiteY1759" fmla="*/ 3610474 h 5955635"/>
                    <a:gd name="connsiteX1760" fmla="*/ 722316 w 6187971"/>
                    <a:gd name="connsiteY1760" fmla="*/ 3605970 h 5955635"/>
                    <a:gd name="connsiteX1761" fmla="*/ 721354 w 6187971"/>
                    <a:gd name="connsiteY1761" fmla="*/ 3601465 h 5955635"/>
                    <a:gd name="connsiteX1762" fmla="*/ 717812 w 6187971"/>
                    <a:gd name="connsiteY1762" fmla="*/ 3606932 h 5955635"/>
                    <a:gd name="connsiteX1763" fmla="*/ 707227 w 6187971"/>
                    <a:gd name="connsiteY1763" fmla="*/ 3557387 h 5955635"/>
                    <a:gd name="connsiteX1764" fmla="*/ 710114 w 6187971"/>
                    <a:gd name="connsiteY1764" fmla="*/ 3570900 h 5955635"/>
                    <a:gd name="connsiteX1765" fmla="*/ 702723 w 6187971"/>
                    <a:gd name="connsiteY1765" fmla="*/ 3558350 h 5955635"/>
                    <a:gd name="connsiteX1766" fmla="*/ 705610 w 6187971"/>
                    <a:gd name="connsiteY1766" fmla="*/ 3571863 h 5955635"/>
                    <a:gd name="connsiteX1767" fmla="*/ 700144 w 6187971"/>
                    <a:gd name="connsiteY1767" fmla="*/ 3568320 h 5955635"/>
                    <a:gd name="connsiteX1768" fmla="*/ 702068 w 6187971"/>
                    <a:gd name="connsiteY1768" fmla="*/ 3577328 h 5955635"/>
                    <a:gd name="connsiteX1769" fmla="*/ 703031 w 6187971"/>
                    <a:gd name="connsiteY1769" fmla="*/ 3581832 h 5955635"/>
                    <a:gd name="connsiteX1770" fmla="*/ 695599 w 6187971"/>
                    <a:gd name="connsiteY1770" fmla="*/ 3635226 h 5955635"/>
                    <a:gd name="connsiteX1771" fmla="*/ 697524 w 6187971"/>
                    <a:gd name="connsiteY1771" fmla="*/ 3644234 h 5955635"/>
                    <a:gd name="connsiteX1772" fmla="*/ 687553 w 6187971"/>
                    <a:gd name="connsiteY1772" fmla="*/ 3641655 h 5955635"/>
                    <a:gd name="connsiteX1773" fmla="*/ 685628 w 6187971"/>
                    <a:gd name="connsiteY1773" fmla="*/ 3632647 h 5955635"/>
                    <a:gd name="connsiteX1774" fmla="*/ 681125 w 6187971"/>
                    <a:gd name="connsiteY1774" fmla="*/ 3633609 h 5955635"/>
                    <a:gd name="connsiteX1775" fmla="*/ 682087 w 6187971"/>
                    <a:gd name="connsiteY1775" fmla="*/ 3638113 h 5955635"/>
                    <a:gd name="connsiteX1776" fmla="*/ 660262 w 6187971"/>
                    <a:gd name="connsiteY1776" fmla="*/ 3558002 h 5955635"/>
                    <a:gd name="connsiteX1777" fmla="*/ 665729 w 6187971"/>
                    <a:gd name="connsiteY1777" fmla="*/ 3561544 h 5955635"/>
                    <a:gd name="connsiteX1778" fmla="*/ 669270 w 6187971"/>
                    <a:gd name="connsiteY1778" fmla="*/ 3556078 h 5955635"/>
                    <a:gd name="connsiteX1779" fmla="*/ 671194 w 6187971"/>
                    <a:gd name="connsiteY1779" fmla="*/ 3565085 h 5955635"/>
                    <a:gd name="connsiteX1780" fmla="*/ 660609 w 6187971"/>
                    <a:gd name="connsiteY1780" fmla="*/ 3515542 h 5955635"/>
                    <a:gd name="connsiteX1781" fmla="*/ 665114 w 6187971"/>
                    <a:gd name="connsiteY1781" fmla="*/ 3514579 h 5955635"/>
                    <a:gd name="connsiteX1782" fmla="*/ 664152 w 6187971"/>
                    <a:gd name="connsiteY1782" fmla="*/ 3510075 h 5955635"/>
                    <a:gd name="connsiteX1783" fmla="*/ 662227 w 6187971"/>
                    <a:gd name="connsiteY1783" fmla="*/ 3501067 h 5955635"/>
                    <a:gd name="connsiteX1784" fmla="*/ 655491 w 6187971"/>
                    <a:gd name="connsiteY1784" fmla="*/ 3469539 h 5955635"/>
                    <a:gd name="connsiteX1785" fmla="*/ 654529 w 6187971"/>
                    <a:gd name="connsiteY1785" fmla="*/ 3465034 h 5955635"/>
                    <a:gd name="connsiteX1786" fmla="*/ 653567 w 6187971"/>
                    <a:gd name="connsiteY1786" fmla="*/ 3460530 h 5955635"/>
                    <a:gd name="connsiteX1787" fmla="*/ 639439 w 6187971"/>
                    <a:gd name="connsiteY1787" fmla="*/ 3416453 h 5955635"/>
                    <a:gd name="connsiteX1788" fmla="*/ 638477 w 6187971"/>
                    <a:gd name="connsiteY1788" fmla="*/ 3411948 h 5955635"/>
                    <a:gd name="connsiteX1789" fmla="*/ 637515 w 6187971"/>
                    <a:gd name="connsiteY1789" fmla="*/ 3407444 h 5955635"/>
                    <a:gd name="connsiteX1790" fmla="*/ 635590 w 6187971"/>
                    <a:gd name="connsiteY1790" fmla="*/ 3398436 h 5955635"/>
                    <a:gd name="connsiteX1791" fmla="*/ 633012 w 6187971"/>
                    <a:gd name="connsiteY1791" fmla="*/ 3408406 h 5955635"/>
                    <a:gd name="connsiteX1792" fmla="*/ 629469 w 6187971"/>
                    <a:gd name="connsiteY1792" fmla="*/ 3413873 h 5955635"/>
                    <a:gd name="connsiteX1793" fmla="*/ 625620 w 6187971"/>
                    <a:gd name="connsiteY1793" fmla="*/ 3395856 h 5955635"/>
                    <a:gd name="connsiteX1794" fmla="*/ 630125 w 6187971"/>
                    <a:gd name="connsiteY1794" fmla="*/ 3394894 h 5955635"/>
                    <a:gd name="connsiteX1795" fmla="*/ 629163 w 6187971"/>
                    <a:gd name="connsiteY1795" fmla="*/ 3390391 h 5955635"/>
                    <a:gd name="connsiteX1796" fmla="*/ 628200 w 6187971"/>
                    <a:gd name="connsiteY1796" fmla="*/ 3385887 h 5955635"/>
                    <a:gd name="connsiteX1797" fmla="*/ 623696 w 6187971"/>
                    <a:gd name="connsiteY1797" fmla="*/ 3386849 h 5955635"/>
                    <a:gd name="connsiteX1798" fmla="*/ 627892 w 6187971"/>
                    <a:gd name="connsiteY1798" fmla="*/ 3362404 h 5955635"/>
                    <a:gd name="connsiteX1799" fmla="*/ 615998 w 6187971"/>
                    <a:gd name="connsiteY1799" fmla="*/ 3350816 h 5955635"/>
                    <a:gd name="connsiteX1800" fmla="*/ 618229 w 6187971"/>
                    <a:gd name="connsiteY1800" fmla="*/ 3383307 h 5955635"/>
                    <a:gd name="connsiteX1801" fmla="*/ 623696 w 6187971"/>
                    <a:gd name="connsiteY1801" fmla="*/ 3386849 h 5955635"/>
                    <a:gd name="connsiteX1802" fmla="*/ 619192 w 6187971"/>
                    <a:gd name="connsiteY1802" fmla="*/ 3387811 h 5955635"/>
                    <a:gd name="connsiteX1803" fmla="*/ 620154 w 6187971"/>
                    <a:gd name="connsiteY1803" fmla="*/ 3392315 h 5955635"/>
                    <a:gd name="connsiteX1804" fmla="*/ 621116 w 6187971"/>
                    <a:gd name="connsiteY1804" fmla="*/ 3396819 h 5955635"/>
                    <a:gd name="connsiteX1805" fmla="*/ 625620 w 6187971"/>
                    <a:gd name="connsiteY1805" fmla="*/ 3395856 h 5955635"/>
                    <a:gd name="connsiteX1806" fmla="*/ 628026 w 6187971"/>
                    <a:gd name="connsiteY1806" fmla="*/ 3407116 h 5955635"/>
                    <a:gd name="connsiteX1807" fmla="*/ 629469 w 6187971"/>
                    <a:gd name="connsiteY1807" fmla="*/ 3413873 h 5955635"/>
                    <a:gd name="connsiteX1808" fmla="*/ 630432 w 6187971"/>
                    <a:gd name="connsiteY1808" fmla="*/ 3418377 h 5955635"/>
                    <a:gd name="connsiteX1809" fmla="*/ 625927 w 6187971"/>
                    <a:gd name="connsiteY1809" fmla="*/ 3419340 h 5955635"/>
                    <a:gd name="connsiteX1810" fmla="*/ 626889 w 6187971"/>
                    <a:gd name="connsiteY1810" fmla="*/ 3423843 h 5955635"/>
                    <a:gd name="connsiteX1811" fmla="*/ 627852 w 6187971"/>
                    <a:gd name="connsiteY1811" fmla="*/ 3428347 h 5955635"/>
                    <a:gd name="connsiteX1812" fmla="*/ 654488 w 6187971"/>
                    <a:gd name="connsiteY1812" fmla="*/ 3530978 h 5955635"/>
                    <a:gd name="connsiteX1813" fmla="*/ 649984 w 6187971"/>
                    <a:gd name="connsiteY1813" fmla="*/ 3531940 h 5955635"/>
                    <a:gd name="connsiteX1814" fmla="*/ 651908 w 6187971"/>
                    <a:gd name="connsiteY1814" fmla="*/ 3540948 h 5955635"/>
                    <a:gd name="connsiteX1815" fmla="*/ 655758 w 6187971"/>
                    <a:gd name="connsiteY1815" fmla="*/ 3558965 h 5955635"/>
                    <a:gd name="connsiteX1816" fmla="*/ 671154 w 6187971"/>
                    <a:gd name="connsiteY1816" fmla="*/ 3631029 h 5955635"/>
                    <a:gd name="connsiteX1817" fmla="*/ 691054 w 6187971"/>
                    <a:gd name="connsiteY1817" fmla="*/ 3702132 h 5955635"/>
                    <a:gd name="connsiteX1818" fmla="*/ 695211 w 6187971"/>
                    <a:gd name="connsiteY1818" fmla="*/ 3743630 h 5955635"/>
                    <a:gd name="connsiteX1819" fmla="*/ 689090 w 6187971"/>
                    <a:gd name="connsiteY1819" fmla="*/ 3759068 h 5955635"/>
                    <a:gd name="connsiteX1820" fmla="*/ 700289 w 6187971"/>
                    <a:gd name="connsiteY1820" fmla="*/ 3855577 h 5955635"/>
                    <a:gd name="connsiteX1821" fmla="*/ 693861 w 6187971"/>
                    <a:gd name="connsiteY1821" fmla="*/ 3847531 h 5955635"/>
                    <a:gd name="connsiteX1822" fmla="*/ 687392 w 6187971"/>
                    <a:gd name="connsiteY1822" fmla="*/ 3905429 h 5955635"/>
                    <a:gd name="connsiteX1823" fmla="*/ 680963 w 6187971"/>
                    <a:gd name="connsiteY1823" fmla="*/ 3897383 h 5955635"/>
                    <a:gd name="connsiteX1824" fmla="*/ 682887 w 6187971"/>
                    <a:gd name="connsiteY1824" fmla="*/ 3906391 h 5955635"/>
                    <a:gd name="connsiteX1825" fmla="*/ 655904 w 6187971"/>
                    <a:gd name="connsiteY1825" fmla="*/ 3846221 h 5955635"/>
                    <a:gd name="connsiteX1826" fmla="*/ 647550 w 6187971"/>
                    <a:gd name="connsiteY1826" fmla="*/ 3829168 h 5955635"/>
                    <a:gd name="connsiteX1827" fmla="*/ 646588 w 6187971"/>
                    <a:gd name="connsiteY1827" fmla="*/ 3824663 h 5955635"/>
                    <a:gd name="connsiteX1828" fmla="*/ 642083 w 6187971"/>
                    <a:gd name="connsiteY1828" fmla="*/ 3825626 h 5955635"/>
                    <a:gd name="connsiteX1829" fmla="*/ 637272 w 6187971"/>
                    <a:gd name="connsiteY1829" fmla="*/ 3803105 h 5955635"/>
                    <a:gd name="connsiteX1830" fmla="*/ 628264 w 6187971"/>
                    <a:gd name="connsiteY1830" fmla="*/ 3805029 h 5955635"/>
                    <a:gd name="connsiteX1831" fmla="*/ 631151 w 6187971"/>
                    <a:gd name="connsiteY1831" fmla="*/ 3818541 h 5955635"/>
                    <a:gd name="connsiteX1832" fmla="*/ 641429 w 6187971"/>
                    <a:gd name="connsiteY1832" fmla="*/ 3844604 h 5955635"/>
                    <a:gd name="connsiteX1833" fmla="*/ 653897 w 6187971"/>
                    <a:gd name="connsiteY1833" fmla="*/ 3969100 h 5955635"/>
                    <a:gd name="connsiteX1834" fmla="*/ 646814 w 6187971"/>
                    <a:gd name="connsiteY1834" fmla="*/ 3980033 h 5955635"/>
                    <a:gd name="connsiteX1835" fmla="*/ 639423 w 6187971"/>
                    <a:gd name="connsiteY1835" fmla="*/ 3967483 h 5955635"/>
                    <a:gd name="connsiteX1836" fmla="*/ 638461 w 6187971"/>
                    <a:gd name="connsiteY1836" fmla="*/ 3962979 h 5955635"/>
                    <a:gd name="connsiteX1837" fmla="*/ 632995 w 6187971"/>
                    <a:gd name="connsiteY1837" fmla="*/ 3959436 h 5955635"/>
                    <a:gd name="connsiteX1838" fmla="*/ 633958 w 6187971"/>
                    <a:gd name="connsiteY1838" fmla="*/ 3963941 h 5955635"/>
                    <a:gd name="connsiteX1839" fmla="*/ 634920 w 6187971"/>
                    <a:gd name="connsiteY1839" fmla="*/ 3968445 h 5955635"/>
                    <a:gd name="connsiteX1840" fmla="*/ 628491 w 6187971"/>
                    <a:gd name="connsiteY1840" fmla="*/ 3960399 h 5955635"/>
                    <a:gd name="connsiteX1841" fmla="*/ 623679 w 6187971"/>
                    <a:gd name="connsiteY1841" fmla="*/ 3937879 h 5955635"/>
                    <a:gd name="connsiteX1842" fmla="*/ 631167 w 6187971"/>
                    <a:gd name="connsiteY1842" fmla="*/ 3950879 h 5955635"/>
                    <a:gd name="connsiteX1843" fmla="*/ 632033 w 6187971"/>
                    <a:gd name="connsiteY1843" fmla="*/ 3954933 h 5955635"/>
                    <a:gd name="connsiteX1844" fmla="*/ 633038 w 6187971"/>
                    <a:gd name="connsiteY1844" fmla="*/ 3954129 h 5955635"/>
                    <a:gd name="connsiteX1845" fmla="*/ 631167 w 6187971"/>
                    <a:gd name="connsiteY1845" fmla="*/ 3950879 h 5955635"/>
                    <a:gd name="connsiteX1846" fmla="*/ 629507 w 6187971"/>
                    <a:gd name="connsiteY1846" fmla="*/ 3943110 h 5955635"/>
                    <a:gd name="connsiteX1847" fmla="*/ 629146 w 6187971"/>
                    <a:gd name="connsiteY1847" fmla="*/ 3941420 h 5955635"/>
                    <a:gd name="connsiteX1848" fmla="*/ 633649 w 6187971"/>
                    <a:gd name="connsiteY1848" fmla="*/ 3940458 h 5955635"/>
                    <a:gd name="connsiteX1849" fmla="*/ 632687 w 6187971"/>
                    <a:gd name="connsiteY1849" fmla="*/ 3935955 h 5955635"/>
                    <a:gd name="connsiteX1850" fmla="*/ 631725 w 6187971"/>
                    <a:gd name="connsiteY1850" fmla="*/ 3931450 h 5955635"/>
                    <a:gd name="connsiteX1851" fmla="*/ 627222 w 6187971"/>
                    <a:gd name="connsiteY1851" fmla="*/ 3932412 h 5955635"/>
                    <a:gd name="connsiteX1852" fmla="*/ 620793 w 6187971"/>
                    <a:gd name="connsiteY1852" fmla="*/ 3924367 h 5955635"/>
                    <a:gd name="connsiteX1853" fmla="*/ 619830 w 6187971"/>
                    <a:gd name="connsiteY1853" fmla="*/ 3919863 h 5955635"/>
                    <a:gd name="connsiteX1854" fmla="*/ 618868 w 6187971"/>
                    <a:gd name="connsiteY1854" fmla="*/ 3915358 h 5955635"/>
                    <a:gd name="connsiteX1855" fmla="*/ 614177 w 6187971"/>
                    <a:gd name="connsiteY1855" fmla="*/ 3893402 h 5955635"/>
                    <a:gd name="connsiteX1856" fmla="*/ 613094 w 6187971"/>
                    <a:gd name="connsiteY1856" fmla="*/ 3888334 h 5955635"/>
                    <a:gd name="connsiteX1857" fmla="*/ 613401 w 6187971"/>
                    <a:gd name="connsiteY1857" fmla="*/ 3911817 h 5955635"/>
                    <a:gd name="connsiteX1858" fmla="*/ 600237 w 6187971"/>
                    <a:gd name="connsiteY1858" fmla="*/ 3872242 h 5955635"/>
                    <a:gd name="connsiteX1859" fmla="*/ 579335 w 6187971"/>
                    <a:gd name="connsiteY1859" fmla="*/ 3862579 h 5955635"/>
                    <a:gd name="connsiteX1860" fmla="*/ 556854 w 6187971"/>
                    <a:gd name="connsiteY1860" fmla="*/ 3801448 h 5955635"/>
                    <a:gd name="connsiteX1861" fmla="*/ 558123 w 6187971"/>
                    <a:gd name="connsiteY1861" fmla="*/ 3829434 h 5955635"/>
                    <a:gd name="connsiteX1862" fmla="*/ 546884 w 6187971"/>
                    <a:gd name="connsiteY1862" fmla="*/ 3798868 h 5955635"/>
                    <a:gd name="connsiteX1863" fmla="*/ 542686 w 6187971"/>
                    <a:gd name="connsiteY1863" fmla="*/ 3823313 h 5955635"/>
                    <a:gd name="connsiteX1864" fmla="*/ 541724 w 6187971"/>
                    <a:gd name="connsiteY1864" fmla="*/ 3818809 h 5955635"/>
                    <a:gd name="connsiteX1865" fmla="*/ 488144 w 6187971"/>
                    <a:gd name="connsiteY1865" fmla="*/ 3590064 h 5955635"/>
                    <a:gd name="connsiteX1866" fmla="*/ 482371 w 6187971"/>
                    <a:gd name="connsiteY1866" fmla="*/ 3563040 h 5955635"/>
                    <a:gd name="connsiteX1867" fmla="*/ 578133 w 6187971"/>
                    <a:gd name="connsiteY1867" fmla="*/ 2267918 h 5955635"/>
                    <a:gd name="connsiteX1868" fmla="*/ 592980 w 6187971"/>
                    <a:gd name="connsiteY1868" fmla="*/ 2227702 h 5955635"/>
                    <a:gd name="connsiteX1869" fmla="*/ 600194 w 6187971"/>
                    <a:gd name="connsiteY1869" fmla="*/ 2211410 h 5955635"/>
                    <a:gd name="connsiteX1870" fmla="*/ 638131 w 6187971"/>
                    <a:gd name="connsiteY1870" fmla="*/ 2105404 h 5955635"/>
                    <a:gd name="connsiteX1871" fmla="*/ 652761 w 6187971"/>
                    <a:gd name="connsiteY1871" fmla="*/ 2065777 h 5955635"/>
                    <a:gd name="connsiteX1872" fmla="*/ 1102577 w 6187971"/>
                    <a:gd name="connsiteY1872" fmla="*/ 1332509 h 5955635"/>
                    <a:gd name="connsiteX1873" fmla="*/ 1683816 w 6187971"/>
                    <a:gd name="connsiteY1873" fmla="*/ 1083716 h 5955635"/>
                    <a:gd name="connsiteX1874" fmla="*/ 1679236 w 6187971"/>
                    <a:gd name="connsiteY1874" fmla="*/ 1086770 h 5955635"/>
                    <a:gd name="connsiteX1875" fmla="*/ 1682424 w 6187971"/>
                    <a:gd name="connsiteY1875" fmla="*/ 1084298 h 5955635"/>
                    <a:gd name="connsiteX1876" fmla="*/ 3808051 w 6187971"/>
                    <a:gd name="connsiteY1876" fmla="*/ 599460 h 5955635"/>
                    <a:gd name="connsiteX1877" fmla="*/ 3814670 w 6187971"/>
                    <a:gd name="connsiteY1877" fmla="*/ 600728 h 5955635"/>
                    <a:gd name="connsiteX1878" fmla="*/ 3819307 w 6187971"/>
                    <a:gd name="connsiteY1878" fmla="*/ 603027 h 5955635"/>
                    <a:gd name="connsiteX1879" fmla="*/ 1626222 w 6187971"/>
                    <a:gd name="connsiteY1879" fmla="*/ 1047191 h 5955635"/>
                    <a:gd name="connsiteX1880" fmla="*/ 1626514 w 6187971"/>
                    <a:gd name="connsiteY1880" fmla="*/ 1048557 h 5955635"/>
                    <a:gd name="connsiteX1881" fmla="*/ 1622009 w 6187971"/>
                    <a:gd name="connsiteY1881" fmla="*/ 1049520 h 5955635"/>
                    <a:gd name="connsiteX1882" fmla="*/ 3198980 w 6187971"/>
                    <a:gd name="connsiteY1882" fmla="*/ 688397 h 5955635"/>
                    <a:gd name="connsiteX1883" fmla="*/ 3202634 w 6187971"/>
                    <a:gd name="connsiteY1883" fmla="*/ 688279 h 5955635"/>
                    <a:gd name="connsiteX1884" fmla="*/ 3199068 w 6187971"/>
                    <a:gd name="connsiteY1884" fmla="*/ 688412 h 5955635"/>
                    <a:gd name="connsiteX1885" fmla="*/ 1688956 w 6187971"/>
                    <a:gd name="connsiteY1885" fmla="*/ 988120 h 5955635"/>
                    <a:gd name="connsiteX1886" fmla="*/ 1697964 w 6187971"/>
                    <a:gd name="connsiteY1886" fmla="*/ 986196 h 5955635"/>
                    <a:gd name="connsiteX1887" fmla="*/ 1694422 w 6187971"/>
                    <a:gd name="connsiteY1887" fmla="*/ 991662 h 5955635"/>
                    <a:gd name="connsiteX1888" fmla="*/ 1703431 w 6187971"/>
                    <a:gd name="connsiteY1888" fmla="*/ 989738 h 5955635"/>
                    <a:gd name="connsiteX1889" fmla="*/ 1668870 w 6187971"/>
                    <a:gd name="connsiteY1889" fmla="*/ 1023613 h 5955635"/>
                    <a:gd name="connsiteX1890" fmla="*/ 1626222 w 6187971"/>
                    <a:gd name="connsiteY1890" fmla="*/ 1047191 h 5955635"/>
                    <a:gd name="connsiteX1891" fmla="*/ 1625552 w 6187971"/>
                    <a:gd name="connsiteY1891" fmla="*/ 1044054 h 5955635"/>
                    <a:gd name="connsiteX1892" fmla="*/ 1622009 w 6187971"/>
                    <a:gd name="connsiteY1892" fmla="*/ 1049520 h 5955635"/>
                    <a:gd name="connsiteX1893" fmla="*/ 1604955 w 6187971"/>
                    <a:gd name="connsiteY1893" fmla="*/ 1057873 h 5955635"/>
                    <a:gd name="connsiteX1894" fmla="*/ 1600452 w 6187971"/>
                    <a:gd name="connsiteY1894" fmla="*/ 1058835 h 5955635"/>
                    <a:gd name="connsiteX1895" fmla="*/ 1601414 w 6187971"/>
                    <a:gd name="connsiteY1895" fmla="*/ 1063339 h 5955635"/>
                    <a:gd name="connsiteX1896" fmla="*/ 1596910 w 6187971"/>
                    <a:gd name="connsiteY1896" fmla="*/ 1064302 h 5955635"/>
                    <a:gd name="connsiteX1897" fmla="*/ 1568524 w 6187971"/>
                    <a:gd name="connsiteY1897" fmla="*/ 1077178 h 5955635"/>
                    <a:gd name="connsiteX1898" fmla="*/ 1633720 w 6187971"/>
                    <a:gd name="connsiteY1898" fmla="*/ 1022132 h 5955635"/>
                    <a:gd name="connsiteX1899" fmla="*/ 1644223 w 6187971"/>
                    <a:gd name="connsiteY1899" fmla="*/ 1021226 h 5955635"/>
                    <a:gd name="connsiteX1900" fmla="*/ 1688956 w 6187971"/>
                    <a:gd name="connsiteY1900" fmla="*/ 988120 h 5955635"/>
                    <a:gd name="connsiteX1901" fmla="*/ 1987536 w 6187971"/>
                    <a:gd name="connsiteY1901" fmla="*/ 886654 h 5955635"/>
                    <a:gd name="connsiteX1902" fmla="*/ 2023568 w 6187971"/>
                    <a:gd name="connsiteY1902" fmla="*/ 878956 h 5955635"/>
                    <a:gd name="connsiteX1903" fmla="*/ 1940222 w 6187971"/>
                    <a:gd name="connsiteY1903" fmla="*/ 929729 h 5955635"/>
                    <a:gd name="connsiteX1904" fmla="*/ 1864697 w 6187971"/>
                    <a:gd name="connsiteY1904" fmla="*/ 973018 h 5955635"/>
                    <a:gd name="connsiteX1905" fmla="*/ 1854248 w 6187971"/>
                    <a:gd name="connsiteY1905" fmla="*/ 982182 h 5955635"/>
                    <a:gd name="connsiteX1906" fmla="*/ 1798385 w 6187971"/>
                    <a:gd name="connsiteY1906" fmla="*/ 1012071 h 5955635"/>
                    <a:gd name="connsiteX1907" fmla="*/ 1797668 w 6187971"/>
                    <a:gd name="connsiteY1907" fmla="*/ 1011991 h 5955635"/>
                    <a:gd name="connsiteX1908" fmla="*/ 1797543 w 6187971"/>
                    <a:gd name="connsiteY1908" fmla="*/ 1012522 h 5955635"/>
                    <a:gd name="connsiteX1909" fmla="*/ 1762279 w 6187971"/>
                    <a:gd name="connsiteY1909" fmla="*/ 1031390 h 5955635"/>
                    <a:gd name="connsiteX1910" fmla="*/ 1729692 w 6187971"/>
                    <a:gd name="connsiteY1910" fmla="*/ 1053121 h 5955635"/>
                    <a:gd name="connsiteX1911" fmla="*/ 1751010 w 6187971"/>
                    <a:gd name="connsiteY1911" fmla="*/ 1036088 h 5955635"/>
                    <a:gd name="connsiteX1912" fmla="*/ 1930252 w 6187971"/>
                    <a:gd name="connsiteY1912" fmla="*/ 927150 h 5955635"/>
                    <a:gd name="connsiteX1913" fmla="*/ 1987536 w 6187971"/>
                    <a:gd name="connsiteY1913" fmla="*/ 886654 h 5955635"/>
                    <a:gd name="connsiteX1914" fmla="*/ 2481059 w 6187971"/>
                    <a:gd name="connsiteY1914" fmla="*/ 771795 h 5955635"/>
                    <a:gd name="connsiteX1915" fmla="*/ 2477517 w 6187971"/>
                    <a:gd name="connsiteY1915" fmla="*/ 777261 h 5955635"/>
                    <a:gd name="connsiteX1916" fmla="*/ 2473014 w 6187971"/>
                    <a:gd name="connsiteY1916" fmla="*/ 778224 h 5955635"/>
                    <a:gd name="connsiteX1917" fmla="*/ 2454997 w 6187971"/>
                    <a:gd name="connsiteY1917" fmla="*/ 782073 h 5955635"/>
                    <a:gd name="connsiteX1918" fmla="*/ 2432476 w 6187971"/>
                    <a:gd name="connsiteY1918" fmla="*/ 786884 h 5955635"/>
                    <a:gd name="connsiteX1919" fmla="*/ 2427973 w 6187971"/>
                    <a:gd name="connsiteY1919" fmla="*/ 787846 h 5955635"/>
                    <a:gd name="connsiteX1920" fmla="*/ 2484601 w 6187971"/>
                    <a:gd name="connsiteY1920" fmla="*/ 766329 h 5955635"/>
                    <a:gd name="connsiteX1921" fmla="*/ 2489106 w 6187971"/>
                    <a:gd name="connsiteY1921" fmla="*/ 765367 h 5955635"/>
                    <a:gd name="connsiteX1922" fmla="*/ 2565675 w 6187971"/>
                    <a:gd name="connsiteY1922" fmla="*/ 749008 h 5955635"/>
                    <a:gd name="connsiteX1923" fmla="*/ 2513550 w 6187971"/>
                    <a:gd name="connsiteY1923" fmla="*/ 769563 h 5955635"/>
                    <a:gd name="connsiteX1924" fmla="*/ 2509046 w 6187971"/>
                    <a:gd name="connsiteY1924" fmla="*/ 770525 h 5955635"/>
                    <a:gd name="connsiteX1925" fmla="*/ 2491030 w 6187971"/>
                    <a:gd name="connsiteY1925" fmla="*/ 774374 h 5955635"/>
                    <a:gd name="connsiteX1926" fmla="*/ 2487488 w 6187971"/>
                    <a:gd name="connsiteY1926" fmla="*/ 779841 h 5955635"/>
                    <a:gd name="connsiteX1927" fmla="*/ 2492955 w 6187971"/>
                    <a:gd name="connsiteY1927" fmla="*/ 783383 h 5955635"/>
                    <a:gd name="connsiteX1928" fmla="*/ 2497458 w 6187971"/>
                    <a:gd name="connsiteY1928" fmla="*/ 782421 h 5955635"/>
                    <a:gd name="connsiteX1929" fmla="*/ 2501000 w 6187971"/>
                    <a:gd name="connsiteY1929" fmla="*/ 776954 h 5955635"/>
                    <a:gd name="connsiteX1930" fmla="*/ 2505504 w 6187971"/>
                    <a:gd name="connsiteY1930" fmla="*/ 775992 h 5955635"/>
                    <a:gd name="connsiteX1931" fmla="*/ 2523521 w 6187971"/>
                    <a:gd name="connsiteY1931" fmla="*/ 772143 h 5955635"/>
                    <a:gd name="connsiteX1932" fmla="*/ 2533491 w 6187971"/>
                    <a:gd name="connsiteY1932" fmla="*/ 774723 h 5955635"/>
                    <a:gd name="connsiteX1933" fmla="*/ 2565982 w 6187971"/>
                    <a:gd name="connsiteY1933" fmla="*/ 772490 h 5955635"/>
                    <a:gd name="connsiteX1934" fmla="*/ 2568561 w 6187971"/>
                    <a:gd name="connsiteY1934" fmla="*/ 762520 h 5955635"/>
                    <a:gd name="connsiteX1935" fmla="*/ 2578532 w 6187971"/>
                    <a:gd name="connsiteY1935" fmla="*/ 765100 h 5955635"/>
                    <a:gd name="connsiteX1936" fmla="*/ 2600090 w 6187971"/>
                    <a:gd name="connsiteY1936" fmla="*/ 755784 h 5955635"/>
                    <a:gd name="connsiteX1937" fmla="*/ 2631618 w 6187971"/>
                    <a:gd name="connsiteY1937" fmla="*/ 749048 h 5955635"/>
                    <a:gd name="connsiteX1938" fmla="*/ 2635160 w 6187971"/>
                    <a:gd name="connsiteY1938" fmla="*/ 743582 h 5955635"/>
                    <a:gd name="connsiteX1939" fmla="*/ 2650597 w 6187971"/>
                    <a:gd name="connsiteY1939" fmla="*/ 749704 h 5955635"/>
                    <a:gd name="connsiteX1940" fmla="*/ 2684705 w 6187971"/>
                    <a:gd name="connsiteY1940" fmla="*/ 732997 h 5955635"/>
                    <a:gd name="connsiteX1941" fmla="*/ 2726204 w 6187971"/>
                    <a:gd name="connsiteY1941" fmla="*/ 728841 h 5955635"/>
                    <a:gd name="connsiteX1942" fmla="*/ 2739716 w 6187971"/>
                    <a:gd name="connsiteY1942" fmla="*/ 725954 h 5955635"/>
                    <a:gd name="connsiteX1943" fmla="*/ 2768666 w 6187971"/>
                    <a:gd name="connsiteY1943" fmla="*/ 729188 h 5955635"/>
                    <a:gd name="connsiteX1944" fmla="*/ 2858747 w 6187971"/>
                    <a:gd name="connsiteY1944" fmla="*/ 709942 h 5955635"/>
                    <a:gd name="connsiteX1945" fmla="*/ 2860999 w 6187971"/>
                    <a:gd name="connsiteY1945" fmla="*/ 709461 h 5955635"/>
                    <a:gd name="connsiteX1946" fmla="*/ 2876763 w 6187971"/>
                    <a:gd name="connsiteY1946" fmla="*/ 706093 h 5955635"/>
                    <a:gd name="connsiteX1947" fmla="*/ 2881267 w 6187971"/>
                    <a:gd name="connsiteY1947" fmla="*/ 705131 h 5955635"/>
                    <a:gd name="connsiteX1948" fmla="*/ 2890275 w 6187971"/>
                    <a:gd name="connsiteY1948" fmla="*/ 703207 h 5955635"/>
                    <a:gd name="connsiteX1949" fmla="*/ 3013155 w 6187971"/>
                    <a:gd name="connsiteY1949" fmla="*/ 705211 h 5955635"/>
                    <a:gd name="connsiteX1950" fmla="*/ 3063662 w 6187971"/>
                    <a:gd name="connsiteY1950" fmla="*/ 699131 h 5955635"/>
                    <a:gd name="connsiteX1951" fmla="*/ 3095191 w 6187971"/>
                    <a:gd name="connsiteY1951" fmla="*/ 692395 h 5955635"/>
                    <a:gd name="connsiteX1952" fmla="*/ 3087145 w 6187971"/>
                    <a:gd name="connsiteY1952" fmla="*/ 698824 h 5955635"/>
                    <a:gd name="connsiteX1953" fmla="*/ 3142478 w 6187971"/>
                    <a:gd name="connsiteY1953" fmla="*/ 690534 h 5955635"/>
                    <a:gd name="connsiteX1954" fmla="*/ 3199068 w 6187971"/>
                    <a:gd name="connsiteY1954" fmla="*/ 688412 h 5955635"/>
                    <a:gd name="connsiteX1955" fmla="*/ 3205247 w 6187971"/>
                    <a:gd name="connsiteY1955" fmla="*/ 689487 h 5955635"/>
                    <a:gd name="connsiteX1956" fmla="*/ 3220650 w 6187971"/>
                    <a:gd name="connsiteY1956" fmla="*/ 684430 h 5955635"/>
                    <a:gd name="connsiteX1957" fmla="*/ 3249599 w 6187971"/>
                    <a:gd name="connsiteY1957" fmla="*/ 687664 h 5955635"/>
                    <a:gd name="connsiteX1958" fmla="*/ 3250561 w 6187971"/>
                    <a:gd name="connsiteY1958" fmla="*/ 692168 h 5955635"/>
                    <a:gd name="connsiteX1959" fmla="*/ 3326476 w 6187971"/>
                    <a:gd name="connsiteY1959" fmla="*/ 694788 h 5955635"/>
                    <a:gd name="connsiteX1960" fmla="*/ 3358004 w 6187971"/>
                    <a:gd name="connsiteY1960" fmla="*/ 688052 h 5955635"/>
                    <a:gd name="connsiteX1961" fmla="*/ 3349958 w 6187971"/>
                    <a:gd name="connsiteY1961" fmla="*/ 694480 h 5955635"/>
                    <a:gd name="connsiteX1962" fmla="*/ 3421368 w 6187971"/>
                    <a:gd name="connsiteY1962" fmla="*/ 698063 h 5955635"/>
                    <a:gd name="connsiteX1963" fmla="*/ 3507253 w 6187971"/>
                    <a:gd name="connsiteY1963" fmla="*/ 703262 h 5955635"/>
                    <a:gd name="connsiteX1964" fmla="*/ 3513682 w 6187971"/>
                    <a:gd name="connsiteY1964" fmla="*/ 711308 h 5955635"/>
                    <a:gd name="connsiteX1965" fmla="*/ 3526232 w 6187971"/>
                    <a:gd name="connsiteY1965" fmla="*/ 703917 h 5955635"/>
                    <a:gd name="connsiteX1966" fmla="*/ 3569656 w 6187971"/>
                    <a:gd name="connsiteY1966" fmla="*/ 708768 h 5955635"/>
                    <a:gd name="connsiteX1967" fmla="*/ 3587017 w 6187971"/>
                    <a:gd name="connsiteY1967" fmla="*/ 723898 h 5955635"/>
                    <a:gd name="connsiteX1968" fmla="*/ 3614041 w 6187971"/>
                    <a:gd name="connsiteY1968" fmla="*/ 718124 h 5955635"/>
                    <a:gd name="connsiteX1969" fmla="*/ 3610499 w 6187971"/>
                    <a:gd name="connsiteY1969" fmla="*/ 723591 h 5955635"/>
                    <a:gd name="connsiteX1970" fmla="*/ 3687376 w 6187971"/>
                    <a:gd name="connsiteY1970" fmla="*/ 730714 h 5955635"/>
                    <a:gd name="connsiteX1971" fmla="*/ 3669360 w 6187971"/>
                    <a:gd name="connsiteY1971" fmla="*/ 734563 h 5955635"/>
                    <a:gd name="connsiteX1972" fmla="*/ 3729182 w 6187971"/>
                    <a:gd name="connsiteY1972" fmla="*/ 750040 h 5955635"/>
                    <a:gd name="connsiteX1973" fmla="*/ 3731761 w 6187971"/>
                    <a:gd name="connsiteY1973" fmla="*/ 740070 h 5955635"/>
                    <a:gd name="connsiteX1974" fmla="*/ 3748161 w 6187971"/>
                    <a:gd name="connsiteY1974" fmla="*/ 750695 h 5955635"/>
                    <a:gd name="connsiteX1975" fmla="*/ 3786118 w 6187971"/>
                    <a:gd name="connsiteY1975" fmla="*/ 752006 h 5955635"/>
                    <a:gd name="connsiteX1976" fmla="*/ 3797051 w 6187971"/>
                    <a:gd name="connsiteY1976" fmla="*/ 759089 h 5955635"/>
                    <a:gd name="connsiteX1977" fmla="*/ 3802517 w 6187971"/>
                    <a:gd name="connsiteY1977" fmla="*/ 762631 h 5955635"/>
                    <a:gd name="connsiteX1978" fmla="*/ 3801555 w 6187971"/>
                    <a:gd name="connsiteY1978" fmla="*/ 758127 h 5955635"/>
                    <a:gd name="connsiteX1979" fmla="*/ 3791584 w 6187971"/>
                    <a:gd name="connsiteY1979" fmla="*/ 755547 h 5955635"/>
                    <a:gd name="connsiteX1980" fmla="*/ 3832428 w 6187971"/>
                    <a:gd name="connsiteY1980" fmla="*/ 770370 h 5955635"/>
                    <a:gd name="connsiteX1981" fmla="*/ 3852369 w 6187971"/>
                    <a:gd name="connsiteY1981" fmla="*/ 775528 h 5955635"/>
                    <a:gd name="connsiteX1982" fmla="*/ 3848520 w 6187971"/>
                    <a:gd name="connsiteY1982" fmla="*/ 757512 h 5955635"/>
                    <a:gd name="connsiteX1983" fmla="*/ 3875019 w 6187971"/>
                    <a:gd name="connsiteY1983" fmla="*/ 773044 h 5955635"/>
                    <a:gd name="connsiteX1984" fmla="*/ 3878041 w 6187971"/>
                    <a:gd name="connsiteY1984" fmla="*/ 775787 h 5955635"/>
                    <a:gd name="connsiteX1985" fmla="*/ 3875851 w 6187971"/>
                    <a:gd name="connsiteY1985" fmla="*/ 775221 h 5955635"/>
                    <a:gd name="connsiteX1986" fmla="*/ 3866844 w 6187971"/>
                    <a:gd name="connsiteY1986" fmla="*/ 777146 h 5955635"/>
                    <a:gd name="connsiteX1987" fmla="*/ 3872310 w 6187971"/>
                    <a:gd name="connsiteY1987" fmla="*/ 780688 h 5955635"/>
                    <a:gd name="connsiteX1988" fmla="*/ 3886784 w 6187971"/>
                    <a:gd name="connsiteY1988" fmla="*/ 782304 h 5955635"/>
                    <a:gd name="connsiteX1989" fmla="*/ 3912191 w 6187971"/>
                    <a:gd name="connsiteY1989" fmla="*/ 791005 h 5955635"/>
                    <a:gd name="connsiteX1990" fmla="*/ 3991955 w 6187971"/>
                    <a:gd name="connsiteY1990" fmla="*/ 811642 h 5955635"/>
                    <a:gd name="connsiteX1991" fmla="*/ 3996459 w 6187971"/>
                    <a:gd name="connsiteY1991" fmla="*/ 810679 h 5955635"/>
                    <a:gd name="connsiteX1992" fmla="*/ 3988413 w 6187971"/>
                    <a:gd name="connsiteY1992" fmla="*/ 817108 h 5955635"/>
                    <a:gd name="connsiteX1993" fmla="*/ 3993879 w 6187971"/>
                    <a:gd name="connsiteY1993" fmla="*/ 820649 h 5955635"/>
                    <a:gd name="connsiteX1994" fmla="*/ 3997422 w 6187971"/>
                    <a:gd name="connsiteY1994" fmla="*/ 815183 h 5955635"/>
                    <a:gd name="connsiteX1995" fmla="*/ 4029257 w 6187971"/>
                    <a:gd name="connsiteY1995" fmla="*/ 831930 h 5955635"/>
                    <a:gd name="connsiteX1996" fmla="*/ 4075568 w 6187971"/>
                    <a:gd name="connsiteY1996" fmla="*/ 850293 h 5955635"/>
                    <a:gd name="connsiteX1997" fmla="*/ 4079109 w 6187971"/>
                    <a:gd name="connsiteY1997" fmla="*/ 844827 h 5955635"/>
                    <a:gd name="connsiteX1998" fmla="*/ 4094547 w 6187971"/>
                    <a:gd name="connsiteY1998" fmla="*/ 850949 h 5955635"/>
                    <a:gd name="connsiteX1999" fmla="*/ 4102899 w 6187971"/>
                    <a:gd name="connsiteY1999" fmla="*/ 868003 h 5955635"/>
                    <a:gd name="connsiteX2000" fmla="*/ 4130886 w 6187971"/>
                    <a:gd name="connsiteY2000" fmla="*/ 866732 h 5955635"/>
                    <a:gd name="connsiteX2001" fmla="*/ 4131849 w 6187971"/>
                    <a:gd name="connsiteY2001" fmla="*/ 871237 h 5955635"/>
                    <a:gd name="connsiteX2002" fmla="*/ 4143743 w 6187971"/>
                    <a:gd name="connsiteY2002" fmla="*/ 882824 h 5955635"/>
                    <a:gd name="connsiteX2003" fmla="*/ 4158217 w 6187971"/>
                    <a:gd name="connsiteY2003" fmla="*/ 884442 h 5955635"/>
                    <a:gd name="connsiteX2004" fmla="*/ 4163684 w 6187971"/>
                    <a:gd name="connsiteY2004" fmla="*/ 887983 h 5955635"/>
                    <a:gd name="connsiteX2005" fmla="*/ 4164646 w 6187971"/>
                    <a:gd name="connsiteY2005" fmla="*/ 892487 h 5955635"/>
                    <a:gd name="connsiteX2006" fmla="*/ 4169151 w 6187971"/>
                    <a:gd name="connsiteY2006" fmla="*/ 891525 h 5955635"/>
                    <a:gd name="connsiteX2007" fmla="*/ 4167226 w 6187971"/>
                    <a:gd name="connsiteY2007" fmla="*/ 882517 h 5955635"/>
                    <a:gd name="connsiteX2008" fmla="*/ 4188129 w 6187971"/>
                    <a:gd name="connsiteY2008" fmla="*/ 892180 h 5955635"/>
                    <a:gd name="connsiteX2009" fmla="*/ 4192633 w 6187971"/>
                    <a:gd name="connsiteY2009" fmla="*/ 891218 h 5955635"/>
                    <a:gd name="connsiteX2010" fmla="*/ 4195520 w 6187971"/>
                    <a:gd name="connsiteY2010" fmla="*/ 904730 h 5955635"/>
                    <a:gd name="connsiteX2011" fmla="*/ 4236364 w 6187971"/>
                    <a:gd name="connsiteY2011" fmla="*/ 919552 h 5955635"/>
                    <a:gd name="connsiteX2012" fmla="*/ 4241830 w 6187971"/>
                    <a:gd name="connsiteY2012" fmla="*/ 923094 h 5955635"/>
                    <a:gd name="connsiteX2013" fmla="*/ 4237326 w 6187971"/>
                    <a:gd name="connsiteY2013" fmla="*/ 924056 h 5955635"/>
                    <a:gd name="connsiteX2014" fmla="*/ 4227356 w 6187971"/>
                    <a:gd name="connsiteY2014" fmla="*/ 921476 h 5955635"/>
                    <a:gd name="connsiteX2015" fmla="*/ 4228318 w 6187971"/>
                    <a:gd name="connsiteY2015" fmla="*/ 925981 h 5955635"/>
                    <a:gd name="connsiteX2016" fmla="*/ 4242793 w 6187971"/>
                    <a:gd name="connsiteY2016" fmla="*/ 927598 h 5955635"/>
                    <a:gd name="connsiteX2017" fmla="*/ 4284599 w 6187971"/>
                    <a:gd name="connsiteY2017" fmla="*/ 946924 h 5955635"/>
                    <a:gd name="connsiteX2018" fmla="*/ 4288140 w 6187971"/>
                    <a:gd name="connsiteY2018" fmla="*/ 941457 h 5955635"/>
                    <a:gd name="connsiteX2019" fmla="*/ 4300036 w 6187971"/>
                    <a:gd name="connsiteY2019" fmla="*/ 953045 h 5955635"/>
                    <a:gd name="connsiteX2020" fmla="*/ 4310968 w 6187971"/>
                    <a:gd name="connsiteY2020" fmla="*/ 960129 h 5955635"/>
                    <a:gd name="connsiteX2021" fmla="*/ 4331871 w 6187971"/>
                    <a:gd name="connsiteY2021" fmla="*/ 969792 h 5955635"/>
                    <a:gd name="connsiteX2022" fmla="*/ 4358241 w 6187971"/>
                    <a:gd name="connsiteY2022" fmla="*/ 982997 h 5955635"/>
                    <a:gd name="connsiteX2023" fmla="*/ 4360165 w 6187971"/>
                    <a:gd name="connsiteY2023" fmla="*/ 992005 h 5955635"/>
                    <a:gd name="connsiteX2024" fmla="*/ 4365632 w 6187971"/>
                    <a:gd name="connsiteY2024" fmla="*/ 995547 h 5955635"/>
                    <a:gd name="connsiteX2025" fmla="*/ 4375602 w 6187971"/>
                    <a:gd name="connsiteY2025" fmla="*/ 998126 h 5955635"/>
                    <a:gd name="connsiteX2026" fmla="*/ 4380106 w 6187971"/>
                    <a:gd name="connsiteY2026" fmla="*/ 997163 h 5955635"/>
                    <a:gd name="connsiteX2027" fmla="*/ 4401972 w 6187971"/>
                    <a:gd name="connsiteY2027" fmla="*/ 1011331 h 5955635"/>
                    <a:gd name="connsiteX2028" fmla="*/ 4406475 w 6187971"/>
                    <a:gd name="connsiteY2028" fmla="*/ 1010369 h 5955635"/>
                    <a:gd name="connsiteX2029" fmla="*/ 4466605 w 6187971"/>
                    <a:gd name="connsiteY2029" fmla="*/ 1049328 h 5955635"/>
                    <a:gd name="connsiteX2030" fmla="*/ 4467567 w 6187971"/>
                    <a:gd name="connsiteY2030" fmla="*/ 1053832 h 5955635"/>
                    <a:gd name="connsiteX2031" fmla="*/ 4472072 w 6187971"/>
                    <a:gd name="connsiteY2031" fmla="*/ 1052869 h 5955635"/>
                    <a:gd name="connsiteX2032" fmla="*/ 4585248 w 6187971"/>
                    <a:gd name="connsiteY2032" fmla="*/ 1141721 h 5955635"/>
                    <a:gd name="connsiteX2033" fmla="*/ 4665626 w 6187971"/>
                    <a:gd name="connsiteY2033" fmla="*/ 1209323 h 5955635"/>
                    <a:gd name="connsiteX2034" fmla="*/ 4690378 w 6187971"/>
                    <a:gd name="connsiteY2034" fmla="*/ 1237001 h 5955635"/>
                    <a:gd name="connsiteX2035" fmla="*/ 4825726 w 6187971"/>
                    <a:gd name="connsiteY2035" fmla="*/ 1363503 h 5955635"/>
                    <a:gd name="connsiteX2036" fmla="*/ 4836660 w 6187971"/>
                    <a:gd name="connsiteY2036" fmla="*/ 1370586 h 5955635"/>
                    <a:gd name="connsiteX2037" fmla="*/ 4837622 w 6187971"/>
                    <a:gd name="connsiteY2037" fmla="*/ 1375090 h 5955635"/>
                    <a:gd name="connsiteX2038" fmla="*/ 4878773 w 6187971"/>
                    <a:gd name="connsiteY2038" fmla="*/ 1413395 h 5955635"/>
                    <a:gd name="connsiteX2039" fmla="*/ 4884239 w 6187971"/>
                    <a:gd name="connsiteY2039" fmla="*/ 1416937 h 5955635"/>
                    <a:gd name="connsiteX2040" fmla="*/ 4889705 w 6187971"/>
                    <a:gd name="connsiteY2040" fmla="*/ 1420479 h 5955635"/>
                    <a:gd name="connsiteX2041" fmla="*/ 4938248 w 6187971"/>
                    <a:gd name="connsiteY2041" fmla="*/ 1471333 h 5955635"/>
                    <a:gd name="connsiteX2042" fmla="*/ 4929894 w 6187971"/>
                    <a:gd name="connsiteY2042" fmla="*/ 1454279 h 5955635"/>
                    <a:gd name="connsiteX2043" fmla="*/ 4935361 w 6187971"/>
                    <a:gd name="connsiteY2043" fmla="*/ 1457821 h 5955635"/>
                    <a:gd name="connsiteX2044" fmla="*/ 4936323 w 6187971"/>
                    <a:gd name="connsiteY2044" fmla="*/ 1462325 h 5955635"/>
                    <a:gd name="connsiteX2045" fmla="*/ 4940827 w 6187971"/>
                    <a:gd name="connsiteY2045" fmla="*/ 1461362 h 5955635"/>
                    <a:gd name="connsiteX2046" fmla="*/ 4945331 w 6187971"/>
                    <a:gd name="connsiteY2046" fmla="*/ 1460400 h 5955635"/>
                    <a:gd name="connsiteX2047" fmla="*/ 4950797 w 6187971"/>
                    <a:gd name="connsiteY2047" fmla="*/ 1463942 h 5955635"/>
                    <a:gd name="connsiteX2048" fmla="*/ 4975550 w 6187971"/>
                    <a:gd name="connsiteY2048" fmla="*/ 1491621 h 5955635"/>
                    <a:gd name="connsiteX2049" fmla="*/ 4974587 w 6187971"/>
                    <a:gd name="connsiteY2049" fmla="*/ 1487117 h 5955635"/>
                    <a:gd name="connsiteX2050" fmla="*/ 4980054 w 6187971"/>
                    <a:gd name="connsiteY2050" fmla="*/ 1490659 h 5955635"/>
                    <a:gd name="connsiteX2051" fmla="*/ 4986482 w 6187971"/>
                    <a:gd name="connsiteY2051" fmla="*/ 1498705 h 5955635"/>
                    <a:gd name="connsiteX2052" fmla="*/ 4971045 w 6187971"/>
                    <a:gd name="connsiteY2052" fmla="*/ 1492584 h 5955635"/>
                    <a:gd name="connsiteX2053" fmla="*/ 4978437 w 6187971"/>
                    <a:gd name="connsiteY2053" fmla="*/ 1505133 h 5955635"/>
                    <a:gd name="connsiteX2054" fmla="*/ 4973932 w 6187971"/>
                    <a:gd name="connsiteY2054" fmla="*/ 1506096 h 5955635"/>
                    <a:gd name="connsiteX2055" fmla="*/ 4974894 w 6187971"/>
                    <a:gd name="connsiteY2055" fmla="*/ 1510600 h 5955635"/>
                    <a:gd name="connsiteX2056" fmla="*/ 4984865 w 6187971"/>
                    <a:gd name="connsiteY2056" fmla="*/ 1513179 h 5955635"/>
                    <a:gd name="connsiteX2057" fmla="*/ 4998684 w 6187971"/>
                    <a:gd name="connsiteY2057" fmla="*/ 1533775 h 5955635"/>
                    <a:gd name="connsiteX2058" fmla="*/ 4995142 w 6187971"/>
                    <a:gd name="connsiteY2058" fmla="*/ 1539241 h 5955635"/>
                    <a:gd name="connsiteX2059" fmla="*/ 5015391 w 6187971"/>
                    <a:gd name="connsiteY2059" fmla="*/ 1567882 h 5955635"/>
                    <a:gd name="connsiteX2060" fmla="*/ 5020857 w 6187971"/>
                    <a:gd name="connsiteY2060" fmla="*/ 1571425 h 5955635"/>
                    <a:gd name="connsiteX2061" fmla="*/ 5027286 w 6187971"/>
                    <a:gd name="connsiteY2061" fmla="*/ 1579470 h 5955635"/>
                    <a:gd name="connsiteX2062" fmla="*/ 5037257 w 6187971"/>
                    <a:gd name="connsiteY2062" fmla="*/ 1582050 h 5955635"/>
                    <a:gd name="connsiteX2063" fmla="*/ 5038219 w 6187971"/>
                    <a:gd name="connsiteY2063" fmla="*/ 1586554 h 5955635"/>
                    <a:gd name="connsiteX2064" fmla="*/ 5034677 w 6187971"/>
                    <a:gd name="connsiteY2064" fmla="*/ 1592020 h 5955635"/>
                    <a:gd name="connsiteX2065" fmla="*/ 5035639 w 6187971"/>
                    <a:gd name="connsiteY2065" fmla="*/ 1596524 h 5955635"/>
                    <a:gd name="connsiteX2066" fmla="*/ 5041106 w 6187971"/>
                    <a:gd name="connsiteY2066" fmla="*/ 1600066 h 5955635"/>
                    <a:gd name="connsiteX2067" fmla="*/ 5044647 w 6187971"/>
                    <a:gd name="connsiteY2067" fmla="*/ 1594600 h 5955635"/>
                    <a:gd name="connsiteX2068" fmla="*/ 5043685 w 6187971"/>
                    <a:gd name="connsiteY2068" fmla="*/ 1590095 h 5955635"/>
                    <a:gd name="connsiteX2069" fmla="*/ 5042723 w 6187971"/>
                    <a:gd name="connsiteY2069" fmla="*/ 1585592 h 5955635"/>
                    <a:gd name="connsiteX2070" fmla="*/ 5046264 w 6187971"/>
                    <a:gd name="connsiteY2070" fmla="*/ 1580125 h 5955635"/>
                    <a:gd name="connsiteX2071" fmla="*/ 5050769 w 6187971"/>
                    <a:gd name="connsiteY2071" fmla="*/ 1579163 h 5955635"/>
                    <a:gd name="connsiteX2072" fmla="*/ 5057197 w 6187971"/>
                    <a:gd name="connsiteY2072" fmla="*/ 1587208 h 5955635"/>
                    <a:gd name="connsiteX2073" fmla="*/ 5058159 w 6187971"/>
                    <a:gd name="connsiteY2073" fmla="*/ 1591713 h 5955635"/>
                    <a:gd name="connsiteX2074" fmla="*/ 5054618 w 6187971"/>
                    <a:gd name="connsiteY2074" fmla="*/ 1597179 h 5955635"/>
                    <a:gd name="connsiteX2075" fmla="*/ 5062008 w 6187971"/>
                    <a:gd name="connsiteY2075" fmla="*/ 1609729 h 5955635"/>
                    <a:gd name="connsiteX2076" fmla="*/ 5067475 w 6187971"/>
                    <a:gd name="connsiteY2076" fmla="*/ 1613271 h 5955635"/>
                    <a:gd name="connsiteX2077" fmla="*/ 5066513 w 6187971"/>
                    <a:gd name="connsiteY2077" fmla="*/ 1608767 h 5955635"/>
                    <a:gd name="connsiteX2078" fmla="*/ 5060083 w 6187971"/>
                    <a:gd name="connsiteY2078" fmla="*/ 1600720 h 5955635"/>
                    <a:gd name="connsiteX2079" fmla="*/ 5063626 w 6187971"/>
                    <a:gd name="connsiteY2079" fmla="*/ 1595255 h 5955635"/>
                    <a:gd name="connsiteX2080" fmla="*/ 5070054 w 6187971"/>
                    <a:gd name="connsiteY2080" fmla="*/ 1603300 h 5955635"/>
                    <a:gd name="connsiteX2081" fmla="*/ 5086760 w 6187971"/>
                    <a:gd name="connsiteY2081" fmla="*/ 1637409 h 5955635"/>
                    <a:gd name="connsiteX2082" fmla="*/ 5083219 w 6187971"/>
                    <a:gd name="connsiteY2082" fmla="*/ 1642874 h 5955635"/>
                    <a:gd name="connsiteX2083" fmla="*/ 5072286 w 6187971"/>
                    <a:gd name="connsiteY2083" fmla="*/ 1635791 h 5955635"/>
                    <a:gd name="connsiteX2084" fmla="*/ 5108279 w 6187971"/>
                    <a:gd name="connsiteY2084" fmla="*/ 1694036 h 5955635"/>
                    <a:gd name="connsiteX2085" fmla="*/ 5132069 w 6187971"/>
                    <a:gd name="connsiteY2085" fmla="*/ 1717212 h 5955635"/>
                    <a:gd name="connsiteX2086" fmla="*/ 5136572 w 6187971"/>
                    <a:gd name="connsiteY2086" fmla="*/ 1716250 h 5955635"/>
                    <a:gd name="connsiteX2087" fmla="*/ 5143963 w 6187971"/>
                    <a:gd name="connsiteY2087" fmla="*/ 1728799 h 5955635"/>
                    <a:gd name="connsiteX2088" fmla="*/ 5147505 w 6187971"/>
                    <a:gd name="connsiteY2088" fmla="*/ 1723332 h 5955635"/>
                    <a:gd name="connsiteX2089" fmla="*/ 5148468 w 6187971"/>
                    <a:gd name="connsiteY2089" fmla="*/ 1727837 h 5955635"/>
                    <a:gd name="connsiteX2090" fmla="*/ 5162286 w 6187971"/>
                    <a:gd name="connsiteY2090" fmla="*/ 1748432 h 5955635"/>
                    <a:gd name="connsiteX2091" fmla="*/ 5175144 w 6187971"/>
                    <a:gd name="connsiteY2091" fmla="*/ 1764524 h 5955635"/>
                    <a:gd name="connsiteX2092" fmla="*/ 5184459 w 6187971"/>
                    <a:gd name="connsiteY2092" fmla="*/ 1786082 h 5955635"/>
                    <a:gd name="connsiteX2093" fmla="*/ 5198934 w 6187971"/>
                    <a:gd name="connsiteY2093" fmla="*/ 1787699 h 5955635"/>
                    <a:gd name="connsiteX2094" fmla="*/ 5200859 w 6187971"/>
                    <a:gd name="connsiteY2094" fmla="*/ 1796708 h 5955635"/>
                    <a:gd name="connsiteX2095" fmla="*/ 5196355 w 6187971"/>
                    <a:gd name="connsiteY2095" fmla="*/ 1797670 h 5955635"/>
                    <a:gd name="connsiteX2096" fmla="*/ 5197317 w 6187971"/>
                    <a:gd name="connsiteY2096" fmla="*/ 1802173 h 5955635"/>
                    <a:gd name="connsiteX2097" fmla="*/ 5198279 w 6187971"/>
                    <a:gd name="connsiteY2097" fmla="*/ 1806678 h 5955635"/>
                    <a:gd name="connsiteX2098" fmla="*/ 5190233 w 6187971"/>
                    <a:gd name="connsiteY2098" fmla="*/ 1813107 h 5955635"/>
                    <a:gd name="connsiteX2099" fmla="*/ 5281503 w 6187971"/>
                    <a:gd name="connsiteY2099" fmla="*/ 1953734 h 5955635"/>
                    <a:gd name="connsiteX2100" fmla="*/ 5295322 w 6187971"/>
                    <a:gd name="connsiteY2100" fmla="*/ 1974330 h 5955635"/>
                    <a:gd name="connsiteX2101" fmla="*/ 5305600 w 6187971"/>
                    <a:gd name="connsiteY2101" fmla="*/ 2000392 h 5955635"/>
                    <a:gd name="connsiteX2102" fmla="*/ 5321344 w 6187971"/>
                    <a:gd name="connsiteY2102" fmla="*/ 2029996 h 5955635"/>
                    <a:gd name="connsiteX2103" fmla="*/ 5339975 w 6187971"/>
                    <a:gd name="connsiteY2103" fmla="*/ 2073112 h 5955635"/>
                    <a:gd name="connsiteX2104" fmla="*/ 5354757 w 6187971"/>
                    <a:gd name="connsiteY2104" fmla="*/ 2098212 h 5955635"/>
                    <a:gd name="connsiteX2105" fmla="*/ 5355719 w 6187971"/>
                    <a:gd name="connsiteY2105" fmla="*/ 2102716 h 5955635"/>
                    <a:gd name="connsiteX2106" fmla="*/ 5372426 w 6187971"/>
                    <a:gd name="connsiteY2106" fmla="*/ 2136823 h 5955635"/>
                    <a:gd name="connsiteX2107" fmla="*/ 5388169 w 6187971"/>
                    <a:gd name="connsiteY2107" fmla="*/ 2166427 h 5955635"/>
                    <a:gd name="connsiteX2108" fmla="*/ 5395560 w 6187971"/>
                    <a:gd name="connsiteY2108" fmla="*/ 2178977 h 5955635"/>
                    <a:gd name="connsiteX2109" fmla="*/ 5396523 w 6187971"/>
                    <a:gd name="connsiteY2109" fmla="*/ 2183482 h 5955635"/>
                    <a:gd name="connsiteX2110" fmla="*/ 5394905 w 6187971"/>
                    <a:gd name="connsiteY2110" fmla="*/ 2197956 h 5955635"/>
                    <a:gd name="connsiteX2111" fmla="*/ 5395867 w 6187971"/>
                    <a:gd name="connsiteY2111" fmla="*/ 2202459 h 5955635"/>
                    <a:gd name="connsiteX2112" fmla="*/ 5402296 w 6187971"/>
                    <a:gd name="connsiteY2112" fmla="*/ 2210505 h 5955635"/>
                    <a:gd name="connsiteX2113" fmla="*/ 5406801 w 6187971"/>
                    <a:gd name="connsiteY2113" fmla="*/ 2209543 h 5955635"/>
                    <a:gd name="connsiteX2114" fmla="*/ 5411612 w 6187971"/>
                    <a:gd name="connsiteY2114" fmla="*/ 2232063 h 5955635"/>
                    <a:gd name="connsiteX2115" fmla="*/ 5417078 w 6187971"/>
                    <a:gd name="connsiteY2115" fmla="*/ 2235605 h 5955635"/>
                    <a:gd name="connsiteX2116" fmla="*/ 5416115 w 6187971"/>
                    <a:gd name="connsiteY2116" fmla="*/ 2231101 h 5955635"/>
                    <a:gd name="connsiteX2117" fmla="*/ 5406801 w 6187971"/>
                    <a:gd name="connsiteY2117" fmla="*/ 2209543 h 5955635"/>
                    <a:gd name="connsiteX2118" fmla="*/ 5411304 w 6187971"/>
                    <a:gd name="connsiteY2118" fmla="*/ 2208581 h 5955635"/>
                    <a:gd name="connsiteX2119" fmla="*/ 5413229 w 6187971"/>
                    <a:gd name="connsiteY2119" fmla="*/ 2217589 h 5955635"/>
                    <a:gd name="connsiteX2120" fmla="*/ 5414191 w 6187971"/>
                    <a:gd name="connsiteY2120" fmla="*/ 2222093 h 5955635"/>
                    <a:gd name="connsiteX2121" fmla="*/ 5421582 w 6187971"/>
                    <a:gd name="connsiteY2121" fmla="*/ 2234643 h 5955635"/>
                    <a:gd name="connsiteX2122" fmla="*/ 5425431 w 6187971"/>
                    <a:gd name="connsiteY2122" fmla="*/ 2252659 h 5955635"/>
                    <a:gd name="connsiteX2123" fmla="*/ 5419964 w 6187971"/>
                    <a:gd name="connsiteY2123" fmla="*/ 2249117 h 5955635"/>
                    <a:gd name="connsiteX2124" fmla="*/ 5421889 w 6187971"/>
                    <a:gd name="connsiteY2124" fmla="*/ 2258125 h 5955635"/>
                    <a:gd name="connsiteX2125" fmla="*/ 5423814 w 6187971"/>
                    <a:gd name="connsiteY2125" fmla="*/ 2267134 h 5955635"/>
                    <a:gd name="connsiteX2126" fmla="*/ 5431205 w 6187971"/>
                    <a:gd name="connsiteY2126" fmla="*/ 2279684 h 5955635"/>
                    <a:gd name="connsiteX2127" fmla="*/ 5433129 w 6187971"/>
                    <a:gd name="connsiteY2127" fmla="*/ 2288691 h 5955635"/>
                    <a:gd name="connsiteX2128" fmla="*/ 5438596 w 6187971"/>
                    <a:gd name="connsiteY2128" fmla="*/ 2292233 h 5955635"/>
                    <a:gd name="connsiteX2129" fmla="*/ 5445987 w 6187971"/>
                    <a:gd name="connsiteY2129" fmla="*/ 2304783 h 5955635"/>
                    <a:gd name="connsiteX2130" fmla="*/ 5447912 w 6187971"/>
                    <a:gd name="connsiteY2130" fmla="*/ 2313792 h 5955635"/>
                    <a:gd name="connsiteX2131" fmla="*/ 5444369 w 6187971"/>
                    <a:gd name="connsiteY2131" fmla="*/ 2319257 h 5955635"/>
                    <a:gd name="connsiteX2132" fmla="*/ 5449836 w 6187971"/>
                    <a:gd name="connsiteY2132" fmla="*/ 2322799 h 5955635"/>
                    <a:gd name="connsiteX2133" fmla="*/ 5447256 w 6187971"/>
                    <a:gd name="connsiteY2133" fmla="*/ 2332770 h 5955635"/>
                    <a:gd name="connsiteX2134" fmla="*/ 5453685 w 6187971"/>
                    <a:gd name="connsiteY2134" fmla="*/ 2340816 h 5955635"/>
                    <a:gd name="connsiteX2135" fmla="*/ 5457226 w 6187971"/>
                    <a:gd name="connsiteY2135" fmla="*/ 2335349 h 5955635"/>
                    <a:gd name="connsiteX2136" fmla="*/ 5460113 w 6187971"/>
                    <a:gd name="connsiteY2136" fmla="*/ 2348861 h 5955635"/>
                    <a:gd name="connsiteX2137" fmla="*/ 5461075 w 6187971"/>
                    <a:gd name="connsiteY2137" fmla="*/ 2353366 h 5955635"/>
                    <a:gd name="connsiteX2138" fmla="*/ 5469429 w 6187971"/>
                    <a:gd name="connsiteY2138" fmla="*/ 2370419 h 5955635"/>
                    <a:gd name="connsiteX2139" fmla="*/ 5473278 w 6187971"/>
                    <a:gd name="connsiteY2139" fmla="*/ 2388435 h 5955635"/>
                    <a:gd name="connsiteX2140" fmla="*/ 5476165 w 6187971"/>
                    <a:gd name="connsiteY2140" fmla="*/ 2401947 h 5955635"/>
                    <a:gd name="connsiteX2141" fmla="*/ 5481938 w 6187971"/>
                    <a:gd name="connsiteY2141" fmla="*/ 2428972 h 5955635"/>
                    <a:gd name="connsiteX2142" fmla="*/ 5480321 w 6187971"/>
                    <a:gd name="connsiteY2142" fmla="*/ 2443447 h 5955635"/>
                    <a:gd name="connsiteX2143" fmla="*/ 5474855 w 6187971"/>
                    <a:gd name="connsiteY2143" fmla="*/ 2439905 h 5955635"/>
                    <a:gd name="connsiteX2144" fmla="*/ 5469388 w 6187971"/>
                    <a:gd name="connsiteY2144" fmla="*/ 2436363 h 5955635"/>
                    <a:gd name="connsiteX2145" fmla="*/ 5470351 w 6187971"/>
                    <a:gd name="connsiteY2145" fmla="*/ 2440867 h 5955635"/>
                    <a:gd name="connsiteX2146" fmla="*/ 5471313 w 6187971"/>
                    <a:gd name="connsiteY2146" fmla="*/ 2445371 h 5955635"/>
                    <a:gd name="connsiteX2147" fmla="*/ 5476780 w 6187971"/>
                    <a:gd name="connsiteY2147" fmla="*/ 2448912 h 5955635"/>
                    <a:gd name="connsiteX2148" fmla="*/ 5482245 w 6187971"/>
                    <a:gd name="connsiteY2148" fmla="*/ 2452454 h 5955635"/>
                    <a:gd name="connsiteX2149" fmla="*/ 5486750 w 6187971"/>
                    <a:gd name="connsiteY2149" fmla="*/ 2451492 h 5955635"/>
                    <a:gd name="connsiteX2150" fmla="*/ 5486443 w 6187971"/>
                    <a:gd name="connsiteY2150" fmla="*/ 2428009 h 5955635"/>
                    <a:gd name="connsiteX2151" fmla="*/ 5485480 w 6187971"/>
                    <a:gd name="connsiteY2151" fmla="*/ 2423506 h 5955635"/>
                    <a:gd name="connsiteX2152" fmla="*/ 5481631 w 6187971"/>
                    <a:gd name="connsiteY2152" fmla="*/ 2405489 h 5955635"/>
                    <a:gd name="connsiteX2153" fmla="*/ 5479707 w 6187971"/>
                    <a:gd name="connsiteY2153" fmla="*/ 2396482 h 5955635"/>
                    <a:gd name="connsiteX2154" fmla="*/ 5489021 w 6187971"/>
                    <a:gd name="connsiteY2154" fmla="*/ 2418039 h 5955635"/>
                    <a:gd name="connsiteX2155" fmla="*/ 5499299 w 6187971"/>
                    <a:gd name="connsiteY2155" fmla="*/ 2444101 h 5955635"/>
                    <a:gd name="connsiteX2156" fmla="*/ 5496720 w 6187971"/>
                    <a:gd name="connsiteY2156" fmla="*/ 2454072 h 5955635"/>
                    <a:gd name="connsiteX2157" fmla="*/ 5498644 w 6187971"/>
                    <a:gd name="connsiteY2157" fmla="*/ 2463080 h 5955635"/>
                    <a:gd name="connsiteX2158" fmla="*/ 5503455 w 6187971"/>
                    <a:gd name="connsiteY2158" fmla="*/ 2485600 h 5955635"/>
                    <a:gd name="connsiteX2159" fmla="*/ 5497990 w 6187971"/>
                    <a:gd name="connsiteY2159" fmla="*/ 2482058 h 5955635"/>
                    <a:gd name="connsiteX2160" fmla="*/ 5493486 w 6187971"/>
                    <a:gd name="connsiteY2160" fmla="*/ 2483021 h 5955635"/>
                    <a:gd name="connsiteX2161" fmla="*/ 5494448 w 6187971"/>
                    <a:gd name="connsiteY2161" fmla="*/ 2487524 h 5955635"/>
                    <a:gd name="connsiteX2162" fmla="*/ 5495410 w 6187971"/>
                    <a:gd name="connsiteY2162" fmla="*/ 2492028 h 5955635"/>
                    <a:gd name="connsiteX2163" fmla="*/ 5500877 w 6187971"/>
                    <a:gd name="connsiteY2163" fmla="*/ 2495570 h 5955635"/>
                    <a:gd name="connsiteX2164" fmla="*/ 5501839 w 6187971"/>
                    <a:gd name="connsiteY2164" fmla="*/ 2500075 h 5955635"/>
                    <a:gd name="connsiteX2165" fmla="*/ 5502801 w 6187971"/>
                    <a:gd name="connsiteY2165" fmla="*/ 2504578 h 5955635"/>
                    <a:gd name="connsiteX2166" fmla="*/ 5511154 w 6187971"/>
                    <a:gd name="connsiteY2166" fmla="*/ 2521632 h 5955635"/>
                    <a:gd name="connsiteX2167" fmla="*/ 5515965 w 6187971"/>
                    <a:gd name="connsiteY2167" fmla="*/ 2544153 h 5955635"/>
                    <a:gd name="connsiteX2168" fmla="*/ 5512424 w 6187971"/>
                    <a:gd name="connsiteY2168" fmla="*/ 2549619 h 5955635"/>
                    <a:gd name="connsiteX2169" fmla="*/ 5506957 w 6187971"/>
                    <a:gd name="connsiteY2169" fmla="*/ 2546078 h 5955635"/>
                    <a:gd name="connsiteX2170" fmla="*/ 5490906 w 6187971"/>
                    <a:gd name="connsiteY2170" fmla="*/ 2492991 h 5955635"/>
                    <a:gd name="connsiteX2171" fmla="*/ 5489943 w 6187971"/>
                    <a:gd name="connsiteY2171" fmla="*/ 2488486 h 5955635"/>
                    <a:gd name="connsiteX2172" fmla="*/ 5486402 w 6187971"/>
                    <a:gd name="connsiteY2172" fmla="*/ 2493953 h 5955635"/>
                    <a:gd name="connsiteX2173" fmla="*/ 5502453 w 6187971"/>
                    <a:gd name="connsiteY2173" fmla="*/ 2547040 h 5955635"/>
                    <a:gd name="connsiteX2174" fmla="*/ 5490865 w 6187971"/>
                    <a:gd name="connsiteY2174" fmla="*/ 2558934 h 5955635"/>
                    <a:gd name="connsiteX2175" fmla="*/ 5492443 w 6187971"/>
                    <a:gd name="connsiteY2175" fmla="*/ 2610404 h 5955635"/>
                    <a:gd name="connsiteX2176" fmla="*/ 5494900 w 6187971"/>
                    <a:gd name="connsiteY2176" fmla="*/ 2798263 h 5955635"/>
                    <a:gd name="connsiteX2177" fmla="*/ 5495863 w 6187971"/>
                    <a:gd name="connsiteY2177" fmla="*/ 2802768 h 5955635"/>
                    <a:gd name="connsiteX2178" fmla="*/ 5496825 w 6187971"/>
                    <a:gd name="connsiteY2178" fmla="*/ 2807272 h 5955635"/>
                    <a:gd name="connsiteX2179" fmla="*/ 5500367 w 6187971"/>
                    <a:gd name="connsiteY2179" fmla="*/ 2801805 h 5955635"/>
                    <a:gd name="connsiteX2180" fmla="*/ 5498871 w 6187971"/>
                    <a:gd name="connsiteY2180" fmla="*/ 2618449 h 5955635"/>
                    <a:gd name="connsiteX2181" fmla="*/ 5499833 w 6187971"/>
                    <a:gd name="connsiteY2181" fmla="*/ 2622954 h 5955635"/>
                    <a:gd name="connsiteX2182" fmla="*/ 5506917 w 6187971"/>
                    <a:gd name="connsiteY2182" fmla="*/ 2612020 h 5955635"/>
                    <a:gd name="connsiteX2183" fmla="*/ 5509804 w 6187971"/>
                    <a:gd name="connsiteY2183" fmla="*/ 2625532 h 5955635"/>
                    <a:gd name="connsiteX2184" fmla="*/ 5505299 w 6187971"/>
                    <a:gd name="connsiteY2184" fmla="*/ 2626495 h 5955635"/>
                    <a:gd name="connsiteX2185" fmla="*/ 5506262 w 6187971"/>
                    <a:gd name="connsiteY2185" fmla="*/ 2630999 h 5955635"/>
                    <a:gd name="connsiteX2186" fmla="*/ 5507224 w 6187971"/>
                    <a:gd name="connsiteY2186" fmla="*/ 2635503 h 5955635"/>
                    <a:gd name="connsiteX2187" fmla="*/ 5511728 w 6187971"/>
                    <a:gd name="connsiteY2187" fmla="*/ 2634541 h 5955635"/>
                    <a:gd name="connsiteX2188" fmla="*/ 5512035 w 6187971"/>
                    <a:gd name="connsiteY2188" fmla="*/ 2658023 h 5955635"/>
                    <a:gd name="connsiteX2189" fmla="*/ 5513960 w 6187971"/>
                    <a:gd name="connsiteY2189" fmla="*/ 2667032 h 5955635"/>
                    <a:gd name="connsiteX2190" fmla="*/ 5516847 w 6187971"/>
                    <a:gd name="connsiteY2190" fmla="*/ 2680544 h 5955635"/>
                    <a:gd name="connsiteX2191" fmla="*/ 5517809 w 6187971"/>
                    <a:gd name="connsiteY2191" fmla="*/ 2685047 h 5955635"/>
                    <a:gd name="connsiteX2192" fmla="*/ 5514267 w 6187971"/>
                    <a:gd name="connsiteY2192" fmla="*/ 2690514 h 5955635"/>
                    <a:gd name="connsiteX2193" fmla="*/ 5516191 w 6187971"/>
                    <a:gd name="connsiteY2193" fmla="*/ 2699522 h 5955635"/>
                    <a:gd name="connsiteX2194" fmla="*/ 5521658 w 6187971"/>
                    <a:gd name="connsiteY2194" fmla="*/ 2703064 h 5955635"/>
                    <a:gd name="connsiteX2195" fmla="*/ 5544752 w 6187971"/>
                    <a:gd name="connsiteY2195" fmla="*/ 2811161 h 5955635"/>
                    <a:gd name="connsiteX2196" fmla="*/ 5546330 w 6187971"/>
                    <a:gd name="connsiteY2196" fmla="*/ 2862630 h 5955635"/>
                    <a:gd name="connsiteX2197" fmla="*/ 5549871 w 6187971"/>
                    <a:gd name="connsiteY2197" fmla="*/ 2857164 h 5955635"/>
                    <a:gd name="connsiteX2198" fmla="*/ 5560108 w 6187971"/>
                    <a:gd name="connsiteY2198" fmla="*/ 2949169 h 5955635"/>
                    <a:gd name="connsiteX2199" fmla="*/ 5565575 w 6187971"/>
                    <a:gd name="connsiteY2199" fmla="*/ 2952711 h 5955635"/>
                    <a:gd name="connsiteX2200" fmla="*/ 5565882 w 6187971"/>
                    <a:gd name="connsiteY2200" fmla="*/ 2976194 h 5955635"/>
                    <a:gd name="connsiteX2201" fmla="*/ 5562340 w 6187971"/>
                    <a:gd name="connsiteY2201" fmla="*/ 2981660 h 5955635"/>
                    <a:gd name="connsiteX2202" fmla="*/ 5568769 w 6187971"/>
                    <a:gd name="connsiteY2202" fmla="*/ 2989706 h 5955635"/>
                    <a:gd name="connsiteX2203" fmla="*/ 5570038 w 6187971"/>
                    <a:gd name="connsiteY2203" fmla="*/ 3017692 h 5955635"/>
                    <a:gd name="connsiteX2204" fmla="*/ 5571000 w 6187971"/>
                    <a:gd name="connsiteY2204" fmla="*/ 3022197 h 5955635"/>
                    <a:gd name="connsiteX2205" fmla="*/ 5569384 w 6187971"/>
                    <a:gd name="connsiteY2205" fmla="*/ 3036671 h 5955635"/>
                    <a:gd name="connsiteX2206" fmla="*/ 5570346 w 6187971"/>
                    <a:gd name="connsiteY2206" fmla="*/ 3041174 h 5955635"/>
                    <a:gd name="connsiteX2207" fmla="*/ 5571308 w 6187971"/>
                    <a:gd name="connsiteY2207" fmla="*/ 3045679 h 5955635"/>
                    <a:gd name="connsiteX2208" fmla="*/ 5569650 w 6187971"/>
                    <a:gd name="connsiteY2208" fmla="*/ 3126097 h 5955635"/>
                    <a:gd name="connsiteX2209" fmla="*/ 5572537 w 6187971"/>
                    <a:gd name="connsiteY2209" fmla="*/ 3139609 h 5955635"/>
                    <a:gd name="connsiteX2210" fmla="*/ 5573500 w 6187971"/>
                    <a:gd name="connsiteY2210" fmla="*/ 3144113 h 5955635"/>
                    <a:gd name="connsiteX2211" fmla="*/ 5577349 w 6187971"/>
                    <a:gd name="connsiteY2211" fmla="*/ 3162129 h 5955635"/>
                    <a:gd name="connsiteX2212" fmla="*/ 5569917 w 6187971"/>
                    <a:gd name="connsiteY2212" fmla="*/ 3215523 h 5955635"/>
                    <a:gd name="connsiteX2213" fmla="*/ 5551779 w 6187971"/>
                    <a:gd name="connsiteY2213" fmla="*/ 3417202 h 5955635"/>
                    <a:gd name="connsiteX2214" fmla="*/ 5552741 w 6187971"/>
                    <a:gd name="connsiteY2214" fmla="*/ 3421707 h 5955635"/>
                    <a:gd name="connsiteX2215" fmla="*/ 5549200 w 6187971"/>
                    <a:gd name="connsiteY2215" fmla="*/ 3427172 h 5955635"/>
                    <a:gd name="connsiteX2216" fmla="*/ 5528169 w 6187971"/>
                    <a:gd name="connsiteY2216" fmla="*/ 3494068 h 5955635"/>
                    <a:gd name="connsiteX2217" fmla="*/ 5510688 w 6187971"/>
                    <a:gd name="connsiteY2217" fmla="*/ 3559800 h 5955635"/>
                    <a:gd name="connsiteX2218" fmla="*/ 5510930 w 6187971"/>
                    <a:gd name="connsiteY2218" fmla="*/ 3558388 h 5955635"/>
                    <a:gd name="connsiteX2219" fmla="*/ 5512778 w 6187971"/>
                    <a:gd name="connsiteY2219" fmla="*/ 3543275 h 5955635"/>
                    <a:gd name="connsiteX2220" fmla="*/ 5515358 w 6187971"/>
                    <a:gd name="connsiteY2220" fmla="*/ 3533305 h 5955635"/>
                    <a:gd name="connsiteX2221" fmla="*/ 5522135 w 6187971"/>
                    <a:gd name="connsiteY2221" fmla="*/ 3498890 h 5955635"/>
                    <a:gd name="connsiteX2222" fmla="*/ 5533108 w 6187971"/>
                    <a:gd name="connsiteY2222" fmla="*/ 3440030 h 5955635"/>
                    <a:gd name="connsiteX2223" fmla="*/ 5535687 w 6187971"/>
                    <a:gd name="connsiteY2223" fmla="*/ 3430059 h 5955635"/>
                    <a:gd name="connsiteX2224" fmla="*/ 5538267 w 6187971"/>
                    <a:gd name="connsiteY2224" fmla="*/ 3420089 h 5955635"/>
                    <a:gd name="connsiteX2225" fmla="*/ 5532800 w 6187971"/>
                    <a:gd name="connsiteY2225" fmla="*/ 3416547 h 5955635"/>
                    <a:gd name="connsiteX2226" fmla="*/ 5523137 w 6187971"/>
                    <a:gd name="connsiteY2226" fmla="*/ 3437450 h 5955635"/>
                    <a:gd name="connsiteX2227" fmla="*/ 5524099 w 6187971"/>
                    <a:gd name="connsiteY2227" fmla="*/ 3441955 h 5955635"/>
                    <a:gd name="connsiteX2228" fmla="*/ 5505387 w 6187971"/>
                    <a:gd name="connsiteY2228" fmla="*/ 3530725 h 5955635"/>
                    <a:gd name="connsiteX2229" fmla="*/ 5506350 w 6187971"/>
                    <a:gd name="connsiteY2229" fmla="*/ 3535230 h 5955635"/>
                    <a:gd name="connsiteX2230" fmla="*/ 5493145 w 6187971"/>
                    <a:gd name="connsiteY2230" fmla="*/ 3561598 h 5955635"/>
                    <a:gd name="connsiteX2231" fmla="*/ 5485406 w 6187971"/>
                    <a:gd name="connsiteY2231" fmla="*/ 3591510 h 5955635"/>
                    <a:gd name="connsiteX2232" fmla="*/ 5472745 w 6187971"/>
                    <a:gd name="connsiteY2232" fmla="*/ 3650731 h 5955635"/>
                    <a:gd name="connsiteX2233" fmla="*/ 5453639 w 6187971"/>
                    <a:gd name="connsiteY2233" fmla="*/ 3702176 h 5955635"/>
                    <a:gd name="connsiteX2234" fmla="*/ 5451565 w 6187971"/>
                    <a:gd name="connsiteY2234" fmla="*/ 3697642 h 5955635"/>
                    <a:gd name="connsiteX2235" fmla="*/ 5369715 w 6187971"/>
                    <a:gd name="connsiteY2235" fmla="*/ 3931772 h 5955635"/>
                    <a:gd name="connsiteX2236" fmla="*/ 5365212 w 6187971"/>
                    <a:gd name="connsiteY2236" fmla="*/ 3932734 h 5955635"/>
                    <a:gd name="connsiteX2237" fmla="*/ 5366174 w 6187971"/>
                    <a:gd name="connsiteY2237" fmla="*/ 3937239 h 5955635"/>
                    <a:gd name="connsiteX2238" fmla="*/ 5367136 w 6187971"/>
                    <a:gd name="connsiteY2238" fmla="*/ 3941742 h 5955635"/>
                    <a:gd name="connsiteX2239" fmla="*/ 5352006 w 6187971"/>
                    <a:gd name="connsiteY2239" fmla="*/ 3959103 h 5955635"/>
                    <a:gd name="connsiteX2240" fmla="*/ 5329445 w 6187971"/>
                    <a:gd name="connsiteY2240" fmla="*/ 4029858 h 5955635"/>
                    <a:gd name="connsiteX2241" fmla="*/ 5326559 w 6187971"/>
                    <a:gd name="connsiteY2241" fmla="*/ 4016346 h 5955635"/>
                    <a:gd name="connsiteX2242" fmla="*/ 5319782 w 6187971"/>
                    <a:gd name="connsiteY2242" fmla="*/ 4050762 h 5955635"/>
                    <a:gd name="connsiteX2243" fmla="*/ 5314316 w 6187971"/>
                    <a:gd name="connsiteY2243" fmla="*/ 4047220 h 5955635"/>
                    <a:gd name="connsiteX2244" fmla="*/ 5276625 w 6187971"/>
                    <a:gd name="connsiteY2244" fmla="*/ 4135336 h 5955635"/>
                    <a:gd name="connsiteX2245" fmla="*/ 5272122 w 6187971"/>
                    <a:gd name="connsiteY2245" fmla="*/ 4136298 h 5955635"/>
                    <a:gd name="connsiteX2246" fmla="*/ 5234124 w 6187971"/>
                    <a:gd name="connsiteY2246" fmla="*/ 4200931 h 5955635"/>
                    <a:gd name="connsiteX2247" fmla="*/ 5190005 w 6187971"/>
                    <a:gd name="connsiteY2247" fmla="*/ 4281002 h 5955635"/>
                    <a:gd name="connsiteX2248" fmla="*/ 5161796 w 6187971"/>
                    <a:gd name="connsiteY2248" fmla="*/ 4317053 h 5955635"/>
                    <a:gd name="connsiteX2249" fmla="*/ 5135887 w 6187971"/>
                    <a:gd name="connsiteY2249" fmla="*/ 4358358 h 5955635"/>
                    <a:gd name="connsiteX2250" fmla="*/ 5134954 w 6187971"/>
                    <a:gd name="connsiteY2250" fmla="*/ 4353989 h 5955635"/>
                    <a:gd name="connsiteX2251" fmla="*/ 5131412 w 6187971"/>
                    <a:gd name="connsiteY2251" fmla="*/ 4359456 h 5955635"/>
                    <a:gd name="connsiteX2252" fmla="*/ 5128832 w 6187971"/>
                    <a:gd name="connsiteY2252" fmla="*/ 4369426 h 5955635"/>
                    <a:gd name="connsiteX2253" fmla="*/ 5127869 w 6187971"/>
                    <a:gd name="connsiteY2253" fmla="*/ 4364921 h 5955635"/>
                    <a:gd name="connsiteX2254" fmla="*/ 5106619 w 6187971"/>
                    <a:gd name="connsiteY2254" fmla="*/ 4397719 h 5955635"/>
                    <a:gd name="connsiteX2255" fmla="*/ 5107581 w 6187971"/>
                    <a:gd name="connsiteY2255" fmla="*/ 4402224 h 5955635"/>
                    <a:gd name="connsiteX2256" fmla="*/ 5105001 w 6187971"/>
                    <a:gd name="connsiteY2256" fmla="*/ 4412194 h 5955635"/>
                    <a:gd name="connsiteX2257" fmla="*/ 5103077 w 6187971"/>
                    <a:gd name="connsiteY2257" fmla="*/ 4403186 h 5955635"/>
                    <a:gd name="connsiteX2258" fmla="*/ 5092452 w 6187971"/>
                    <a:gd name="connsiteY2258" fmla="*/ 4419585 h 5955635"/>
                    <a:gd name="connsiteX2259" fmla="*/ 5091489 w 6187971"/>
                    <a:gd name="connsiteY2259" fmla="*/ 4415080 h 5955635"/>
                    <a:gd name="connsiteX2260" fmla="*/ 5090527 w 6187971"/>
                    <a:gd name="connsiteY2260" fmla="*/ 4410577 h 5955635"/>
                    <a:gd name="connsiteX2261" fmla="*/ 5086023 w 6187971"/>
                    <a:gd name="connsiteY2261" fmla="*/ 4411539 h 5955635"/>
                    <a:gd name="connsiteX2262" fmla="*/ 5087947 w 6187971"/>
                    <a:gd name="connsiteY2262" fmla="*/ 4420547 h 5955635"/>
                    <a:gd name="connsiteX2263" fmla="*/ 5088910 w 6187971"/>
                    <a:gd name="connsiteY2263" fmla="*/ 4425051 h 5955635"/>
                    <a:gd name="connsiteX2264" fmla="*/ 5085368 w 6187971"/>
                    <a:gd name="connsiteY2264" fmla="*/ 4430518 h 5955635"/>
                    <a:gd name="connsiteX2265" fmla="*/ 5080864 w 6187971"/>
                    <a:gd name="connsiteY2265" fmla="*/ 4431480 h 5955635"/>
                    <a:gd name="connsiteX2266" fmla="*/ 5076360 w 6187971"/>
                    <a:gd name="connsiteY2266" fmla="*/ 4432443 h 5955635"/>
                    <a:gd name="connsiteX2267" fmla="*/ 5077322 w 6187971"/>
                    <a:gd name="connsiteY2267" fmla="*/ 4436946 h 5955635"/>
                    <a:gd name="connsiteX2268" fmla="*/ 5078284 w 6187971"/>
                    <a:gd name="connsiteY2268" fmla="*/ 4441450 h 5955635"/>
                    <a:gd name="connsiteX2269" fmla="*/ 5066697 w 6187971"/>
                    <a:gd name="connsiteY2269" fmla="*/ 4453345 h 5955635"/>
                    <a:gd name="connsiteX2270" fmla="*/ 5065735 w 6187971"/>
                    <a:gd name="connsiteY2270" fmla="*/ 4448841 h 5955635"/>
                    <a:gd name="connsiteX2271" fmla="*/ 5062192 w 6187971"/>
                    <a:gd name="connsiteY2271" fmla="*/ 4454307 h 5955635"/>
                    <a:gd name="connsiteX2272" fmla="*/ 5058650 w 6187971"/>
                    <a:gd name="connsiteY2272" fmla="*/ 4459774 h 5955635"/>
                    <a:gd name="connsiteX2273" fmla="*/ 5056071 w 6187971"/>
                    <a:gd name="connsiteY2273" fmla="*/ 4469744 h 5955635"/>
                    <a:gd name="connsiteX2274" fmla="*/ 5055109 w 6187971"/>
                    <a:gd name="connsiteY2274" fmla="*/ 4465240 h 5955635"/>
                    <a:gd name="connsiteX2275" fmla="*/ 5039017 w 6187971"/>
                    <a:gd name="connsiteY2275" fmla="*/ 4478097 h 5955635"/>
                    <a:gd name="connsiteX2276" fmla="*/ 5037093 w 6187971"/>
                    <a:gd name="connsiteY2276" fmla="*/ 4469089 h 5955635"/>
                    <a:gd name="connsiteX2277" fmla="*/ 5021963 w 6187971"/>
                    <a:gd name="connsiteY2277" fmla="*/ 4486451 h 5955635"/>
                    <a:gd name="connsiteX2278" fmla="*/ 5021001 w 6187971"/>
                    <a:gd name="connsiteY2278" fmla="*/ 4481946 h 5955635"/>
                    <a:gd name="connsiteX2279" fmla="*/ 5024543 w 6187971"/>
                    <a:gd name="connsiteY2279" fmla="*/ 4476480 h 5955635"/>
                    <a:gd name="connsiteX2280" fmla="*/ 5023581 w 6187971"/>
                    <a:gd name="connsiteY2280" fmla="*/ 4471976 h 5955635"/>
                    <a:gd name="connsiteX2281" fmla="*/ 5020039 w 6187971"/>
                    <a:gd name="connsiteY2281" fmla="*/ 4477442 h 5955635"/>
                    <a:gd name="connsiteX2282" fmla="*/ 5016497 w 6187971"/>
                    <a:gd name="connsiteY2282" fmla="*/ 4482909 h 5955635"/>
                    <a:gd name="connsiteX2283" fmla="*/ 5013917 w 6187971"/>
                    <a:gd name="connsiteY2283" fmla="*/ 4492879 h 5955635"/>
                    <a:gd name="connsiteX2284" fmla="*/ 5022925 w 6187971"/>
                    <a:gd name="connsiteY2284" fmla="*/ 4490954 h 5955635"/>
                    <a:gd name="connsiteX2285" fmla="*/ 5019383 w 6187971"/>
                    <a:gd name="connsiteY2285" fmla="*/ 4496421 h 5955635"/>
                    <a:gd name="connsiteX2286" fmla="*/ 5002636 w 6187971"/>
                    <a:gd name="connsiteY2286" fmla="*/ 4528256 h 5955635"/>
                    <a:gd name="connsiteX2287" fmla="*/ 5019690 w 6187971"/>
                    <a:gd name="connsiteY2287" fmla="*/ 4519904 h 5955635"/>
                    <a:gd name="connsiteX2288" fmla="*/ 5004561 w 6187971"/>
                    <a:gd name="connsiteY2288" fmla="*/ 4537265 h 5955635"/>
                    <a:gd name="connsiteX2289" fmla="*/ 4993936 w 6187971"/>
                    <a:gd name="connsiteY2289" fmla="*/ 4553664 h 5955635"/>
                    <a:gd name="connsiteX2290" fmla="*/ 4985890 w 6187971"/>
                    <a:gd name="connsiteY2290" fmla="*/ 4560092 h 5955635"/>
                    <a:gd name="connsiteX2291" fmla="*/ 4983966 w 6187971"/>
                    <a:gd name="connsiteY2291" fmla="*/ 4551084 h 5955635"/>
                    <a:gd name="connsiteX2292" fmla="*/ 4969798 w 6187971"/>
                    <a:gd name="connsiteY2292" fmla="*/ 4572949 h 5955635"/>
                    <a:gd name="connsiteX2293" fmla="*/ 4964332 w 6187971"/>
                    <a:gd name="connsiteY2293" fmla="*/ 4569407 h 5955635"/>
                    <a:gd name="connsiteX2294" fmla="*/ 4967874 w 6187971"/>
                    <a:gd name="connsiteY2294" fmla="*/ 4563941 h 5955635"/>
                    <a:gd name="connsiteX2295" fmla="*/ 4966911 w 6187971"/>
                    <a:gd name="connsiteY2295" fmla="*/ 4559437 h 5955635"/>
                    <a:gd name="connsiteX2296" fmla="*/ 4962407 w 6187971"/>
                    <a:gd name="connsiteY2296" fmla="*/ 4560400 h 5955635"/>
                    <a:gd name="connsiteX2297" fmla="*/ 4958866 w 6187971"/>
                    <a:gd name="connsiteY2297" fmla="*/ 4565865 h 5955635"/>
                    <a:gd name="connsiteX2298" fmla="*/ 4959828 w 6187971"/>
                    <a:gd name="connsiteY2298" fmla="*/ 4570370 h 5955635"/>
                    <a:gd name="connsiteX2299" fmla="*/ 4956286 w 6187971"/>
                    <a:gd name="connsiteY2299" fmla="*/ 4575836 h 5955635"/>
                    <a:gd name="connsiteX2300" fmla="*/ 4952744 w 6187971"/>
                    <a:gd name="connsiteY2300" fmla="*/ 4581303 h 5955635"/>
                    <a:gd name="connsiteX2301" fmla="*/ 4948240 w 6187971"/>
                    <a:gd name="connsiteY2301" fmla="*/ 4582265 h 5955635"/>
                    <a:gd name="connsiteX2302" fmla="*/ 4949202 w 6187971"/>
                    <a:gd name="connsiteY2302" fmla="*/ 4586769 h 5955635"/>
                    <a:gd name="connsiteX2303" fmla="*/ 4944698 w 6187971"/>
                    <a:gd name="connsiteY2303" fmla="*/ 4587731 h 5955635"/>
                    <a:gd name="connsiteX2304" fmla="*/ 4943735 w 6187971"/>
                    <a:gd name="connsiteY2304" fmla="*/ 4583228 h 5955635"/>
                    <a:gd name="connsiteX2305" fmla="*/ 4946315 w 6187971"/>
                    <a:gd name="connsiteY2305" fmla="*/ 4573257 h 5955635"/>
                    <a:gd name="connsiteX2306" fmla="*/ 4953399 w 6187971"/>
                    <a:gd name="connsiteY2306" fmla="*/ 4562324 h 5955635"/>
                    <a:gd name="connsiteX2307" fmla="*/ 4948895 w 6187971"/>
                    <a:gd name="connsiteY2307" fmla="*/ 4563286 h 5955635"/>
                    <a:gd name="connsiteX2308" fmla="*/ 4945353 w 6187971"/>
                    <a:gd name="connsiteY2308" fmla="*/ 4568752 h 5955635"/>
                    <a:gd name="connsiteX2309" fmla="*/ 4934728 w 6187971"/>
                    <a:gd name="connsiteY2309" fmla="*/ 4585152 h 5955635"/>
                    <a:gd name="connsiteX2310" fmla="*/ 4935690 w 6187971"/>
                    <a:gd name="connsiteY2310" fmla="*/ 4589655 h 5955635"/>
                    <a:gd name="connsiteX2311" fmla="*/ 4929569 w 6187971"/>
                    <a:gd name="connsiteY2311" fmla="*/ 4605092 h 5955635"/>
                    <a:gd name="connsiteX2312" fmla="*/ 4880638 w 6187971"/>
                    <a:gd name="connsiteY2312" fmla="*/ 4662642 h 5955635"/>
                    <a:gd name="connsiteX2313" fmla="*/ 4876134 w 6187971"/>
                    <a:gd name="connsiteY2313" fmla="*/ 4663604 h 5955635"/>
                    <a:gd name="connsiteX2314" fmla="*/ 4872593 w 6187971"/>
                    <a:gd name="connsiteY2314" fmla="*/ 4669071 h 5955635"/>
                    <a:gd name="connsiteX2315" fmla="*/ 4861005 w 6187971"/>
                    <a:gd name="connsiteY2315" fmla="*/ 4680965 h 5955635"/>
                    <a:gd name="connsiteX2316" fmla="*/ 4857463 w 6187971"/>
                    <a:gd name="connsiteY2316" fmla="*/ 4686432 h 5955635"/>
                    <a:gd name="connsiteX2317" fmla="*/ 4845875 w 6187971"/>
                    <a:gd name="connsiteY2317" fmla="*/ 4698327 h 5955635"/>
                    <a:gd name="connsiteX2318" fmla="*/ 4834288 w 6187971"/>
                    <a:gd name="connsiteY2318" fmla="*/ 4710222 h 5955635"/>
                    <a:gd name="connsiteX2319" fmla="*/ 4798562 w 6187971"/>
                    <a:gd name="connsiteY2319" fmla="*/ 4741402 h 5955635"/>
                    <a:gd name="connsiteX2320" fmla="*/ 4762182 w 6187971"/>
                    <a:gd name="connsiteY2320" fmla="*/ 4791561 h 5955635"/>
                    <a:gd name="connsiteX2321" fmla="*/ 4750594 w 6187971"/>
                    <a:gd name="connsiteY2321" fmla="*/ 4803457 h 5955635"/>
                    <a:gd name="connsiteX2322" fmla="*/ 4761527 w 6187971"/>
                    <a:gd name="connsiteY2322" fmla="*/ 4810540 h 5955635"/>
                    <a:gd name="connsiteX2323" fmla="*/ 4792748 w 6187971"/>
                    <a:gd name="connsiteY2323" fmla="*/ 4780322 h 5955635"/>
                    <a:gd name="connsiteX2324" fmla="*/ 4825586 w 6187971"/>
                    <a:gd name="connsiteY2324" fmla="*/ 4735629 h 5955635"/>
                    <a:gd name="connsiteX2325" fmla="*/ 4840716 w 6187971"/>
                    <a:gd name="connsiteY2325" fmla="*/ 4718268 h 5955635"/>
                    <a:gd name="connsiteX2326" fmla="*/ 4841678 w 6187971"/>
                    <a:gd name="connsiteY2326" fmla="*/ 4722772 h 5955635"/>
                    <a:gd name="connsiteX2327" fmla="*/ 4837175 w 6187971"/>
                    <a:gd name="connsiteY2327" fmla="*/ 4723734 h 5955635"/>
                    <a:gd name="connsiteX2328" fmla="*/ 4838137 w 6187971"/>
                    <a:gd name="connsiteY2328" fmla="*/ 4728239 h 5955635"/>
                    <a:gd name="connsiteX2329" fmla="*/ 4842641 w 6187971"/>
                    <a:gd name="connsiteY2329" fmla="*/ 4727276 h 5955635"/>
                    <a:gd name="connsiteX2330" fmla="*/ 4846183 w 6187971"/>
                    <a:gd name="connsiteY2330" fmla="*/ 4721810 h 5955635"/>
                    <a:gd name="connsiteX2331" fmla="*/ 4843296 w 6187971"/>
                    <a:gd name="connsiteY2331" fmla="*/ 4708298 h 5955635"/>
                    <a:gd name="connsiteX2332" fmla="*/ 4854883 w 6187971"/>
                    <a:gd name="connsiteY2332" fmla="*/ 4696402 h 5955635"/>
                    <a:gd name="connsiteX2333" fmla="*/ 4863892 w 6187971"/>
                    <a:gd name="connsiteY2333" fmla="*/ 4694478 h 5955635"/>
                    <a:gd name="connsiteX2334" fmla="*/ 4864854 w 6187971"/>
                    <a:gd name="connsiteY2334" fmla="*/ 4698982 h 5955635"/>
                    <a:gd name="connsiteX2335" fmla="*/ 4868395 w 6187971"/>
                    <a:gd name="connsiteY2335" fmla="*/ 4693515 h 5955635"/>
                    <a:gd name="connsiteX2336" fmla="*/ 4867433 w 6187971"/>
                    <a:gd name="connsiteY2336" fmla="*/ 4689012 h 5955635"/>
                    <a:gd name="connsiteX2337" fmla="*/ 4870013 w 6187971"/>
                    <a:gd name="connsiteY2337" fmla="*/ 4679041 h 5955635"/>
                    <a:gd name="connsiteX2338" fmla="*/ 4878058 w 6187971"/>
                    <a:gd name="connsiteY2338" fmla="*/ 4672613 h 5955635"/>
                    <a:gd name="connsiteX2339" fmla="*/ 4882563 w 6187971"/>
                    <a:gd name="connsiteY2339" fmla="*/ 4671651 h 5955635"/>
                    <a:gd name="connsiteX2340" fmla="*/ 4881600 w 6187971"/>
                    <a:gd name="connsiteY2340" fmla="*/ 4667146 h 5955635"/>
                    <a:gd name="connsiteX2341" fmla="*/ 4885142 w 6187971"/>
                    <a:gd name="connsiteY2341" fmla="*/ 4661680 h 5955635"/>
                    <a:gd name="connsiteX2342" fmla="*/ 4935035 w 6187971"/>
                    <a:gd name="connsiteY2342" fmla="*/ 4608634 h 5955635"/>
                    <a:gd name="connsiteX2343" fmla="*/ 4938577 w 6187971"/>
                    <a:gd name="connsiteY2343" fmla="*/ 4603167 h 5955635"/>
                    <a:gd name="connsiteX2344" fmla="*/ 4937615 w 6187971"/>
                    <a:gd name="connsiteY2344" fmla="*/ 4598664 h 5955635"/>
                    <a:gd name="connsiteX2345" fmla="*/ 4942119 w 6187971"/>
                    <a:gd name="connsiteY2345" fmla="*/ 4597702 h 5955635"/>
                    <a:gd name="connsiteX2346" fmla="*/ 4943081 w 6187971"/>
                    <a:gd name="connsiteY2346" fmla="*/ 4602205 h 5955635"/>
                    <a:gd name="connsiteX2347" fmla="*/ 4963677 w 6187971"/>
                    <a:gd name="connsiteY2347" fmla="*/ 4588386 h 5955635"/>
                    <a:gd name="connsiteX2348" fmla="*/ 4962715 w 6187971"/>
                    <a:gd name="connsiteY2348" fmla="*/ 4583882 h 5955635"/>
                    <a:gd name="connsiteX2349" fmla="*/ 4961097 w 6187971"/>
                    <a:gd name="connsiteY2349" fmla="*/ 4598356 h 5955635"/>
                    <a:gd name="connsiteX2350" fmla="*/ 4991357 w 6187971"/>
                    <a:gd name="connsiteY2350" fmla="*/ 4563634 h 5955635"/>
                    <a:gd name="connsiteX2351" fmla="*/ 5010027 w 6187971"/>
                    <a:gd name="connsiteY2351" fmla="*/ 4540806 h 5955635"/>
                    <a:gd name="connsiteX2352" fmla="*/ 5028699 w 6187971"/>
                    <a:gd name="connsiteY2352" fmla="*/ 4517979 h 5955635"/>
                    <a:gd name="connsiteX2353" fmla="*/ 5061537 w 6187971"/>
                    <a:gd name="connsiteY2353" fmla="*/ 4473286 h 5955635"/>
                    <a:gd name="connsiteX2354" fmla="*/ 5073126 w 6187971"/>
                    <a:gd name="connsiteY2354" fmla="*/ 4461391 h 5955635"/>
                    <a:gd name="connsiteX2355" fmla="*/ 5080209 w 6187971"/>
                    <a:gd name="connsiteY2355" fmla="*/ 4450458 h 5955635"/>
                    <a:gd name="connsiteX2356" fmla="*/ 5088254 w 6187971"/>
                    <a:gd name="connsiteY2356" fmla="*/ 4444030 h 5955635"/>
                    <a:gd name="connsiteX2357" fmla="*/ 5098881 w 6187971"/>
                    <a:gd name="connsiteY2357" fmla="*/ 4427631 h 5955635"/>
                    <a:gd name="connsiteX2358" fmla="*/ 5110468 w 6187971"/>
                    <a:gd name="connsiteY2358" fmla="*/ 4415736 h 5955635"/>
                    <a:gd name="connsiteX2359" fmla="*/ 5116589 w 6187971"/>
                    <a:gd name="connsiteY2359" fmla="*/ 4400299 h 5955635"/>
                    <a:gd name="connsiteX2360" fmla="*/ 5121093 w 6187971"/>
                    <a:gd name="connsiteY2360" fmla="*/ 4399337 h 5955635"/>
                    <a:gd name="connsiteX2361" fmla="*/ 5231197 w 6187971"/>
                    <a:gd name="connsiteY2361" fmla="*/ 4253363 h 5955635"/>
                    <a:gd name="connsiteX2362" fmla="*/ 5235700 w 6187971"/>
                    <a:gd name="connsiteY2362" fmla="*/ 4252401 h 5955635"/>
                    <a:gd name="connsiteX2363" fmla="*/ 5240205 w 6187971"/>
                    <a:gd name="connsiteY2363" fmla="*/ 4251439 h 5955635"/>
                    <a:gd name="connsiteX2364" fmla="*/ 5233121 w 6187971"/>
                    <a:gd name="connsiteY2364" fmla="*/ 4262371 h 5955635"/>
                    <a:gd name="connsiteX2365" fmla="*/ 5226037 w 6187971"/>
                    <a:gd name="connsiteY2365" fmla="*/ 4273304 h 5955635"/>
                    <a:gd name="connsiteX2366" fmla="*/ 5218954 w 6187971"/>
                    <a:gd name="connsiteY2366" fmla="*/ 4284236 h 5955635"/>
                    <a:gd name="connsiteX2367" fmla="*/ 5219916 w 6187971"/>
                    <a:gd name="connsiteY2367" fmla="*/ 4288741 h 5955635"/>
                    <a:gd name="connsiteX2368" fmla="*/ 5202207 w 6187971"/>
                    <a:gd name="connsiteY2368" fmla="*/ 4316072 h 5955635"/>
                    <a:gd name="connsiteX2369" fmla="*/ 5203169 w 6187971"/>
                    <a:gd name="connsiteY2369" fmla="*/ 4320576 h 5955635"/>
                    <a:gd name="connsiteX2370" fmla="*/ 5207674 w 6187971"/>
                    <a:gd name="connsiteY2370" fmla="*/ 4319614 h 5955635"/>
                    <a:gd name="connsiteX2371" fmla="*/ 5211216 w 6187971"/>
                    <a:gd name="connsiteY2371" fmla="*/ 4314147 h 5955635"/>
                    <a:gd name="connsiteX2372" fmla="*/ 5214757 w 6187971"/>
                    <a:gd name="connsiteY2372" fmla="*/ 4308682 h 5955635"/>
                    <a:gd name="connsiteX2373" fmla="*/ 5218299 w 6187971"/>
                    <a:gd name="connsiteY2373" fmla="*/ 4303215 h 5955635"/>
                    <a:gd name="connsiteX2374" fmla="*/ 5225382 w 6187971"/>
                    <a:gd name="connsiteY2374" fmla="*/ 4292283 h 5955635"/>
                    <a:gd name="connsiteX2375" fmla="*/ 5214073 w 6187971"/>
                    <a:gd name="connsiteY2375" fmla="*/ 4310299 h 5955635"/>
                    <a:gd name="connsiteX2376" fmla="*/ 5204204 w 6187971"/>
                    <a:gd name="connsiteY2376" fmla="*/ 4325020 h 5955635"/>
                    <a:gd name="connsiteX2377" fmla="*/ 5204132 w 6187971"/>
                    <a:gd name="connsiteY2377" fmla="*/ 4325081 h 5955635"/>
                    <a:gd name="connsiteX2378" fmla="*/ 5204128 w 6187971"/>
                    <a:gd name="connsiteY2378" fmla="*/ 4325131 h 5955635"/>
                    <a:gd name="connsiteX2379" fmla="*/ 5203246 w 6187971"/>
                    <a:gd name="connsiteY2379" fmla="*/ 4326447 h 5955635"/>
                    <a:gd name="connsiteX2380" fmla="*/ 5194162 w 6187971"/>
                    <a:gd name="connsiteY2380" fmla="*/ 4322501 h 5955635"/>
                    <a:gd name="connsiteX2381" fmla="*/ 5159705 w 6187971"/>
                    <a:gd name="connsiteY2381" fmla="*/ 4381669 h 5955635"/>
                    <a:gd name="connsiteX2382" fmla="*/ 5164209 w 6187971"/>
                    <a:gd name="connsiteY2382" fmla="*/ 4380706 h 5955635"/>
                    <a:gd name="connsiteX2383" fmla="*/ 5153584 w 6187971"/>
                    <a:gd name="connsiteY2383" fmla="*/ 4397105 h 5955635"/>
                    <a:gd name="connsiteX2384" fmla="*/ 5149080 w 6187971"/>
                    <a:gd name="connsiteY2384" fmla="*/ 4398068 h 5955635"/>
                    <a:gd name="connsiteX2385" fmla="*/ 5150042 w 6187971"/>
                    <a:gd name="connsiteY2385" fmla="*/ 4402571 h 5955635"/>
                    <a:gd name="connsiteX2386" fmla="*/ 5145539 w 6187971"/>
                    <a:gd name="connsiteY2386" fmla="*/ 4403533 h 5955635"/>
                    <a:gd name="connsiteX2387" fmla="*/ 5138455 w 6187971"/>
                    <a:gd name="connsiteY2387" fmla="*/ 4414466 h 5955635"/>
                    <a:gd name="connsiteX2388" fmla="*/ 5135875 w 6187971"/>
                    <a:gd name="connsiteY2388" fmla="*/ 4424436 h 5955635"/>
                    <a:gd name="connsiteX2389" fmla="*/ 5132334 w 6187971"/>
                    <a:gd name="connsiteY2389" fmla="*/ 4429903 h 5955635"/>
                    <a:gd name="connsiteX2390" fmla="*/ 5121707 w 6187971"/>
                    <a:gd name="connsiteY2390" fmla="*/ 4446302 h 5955635"/>
                    <a:gd name="connsiteX2391" fmla="*/ 5122670 w 6187971"/>
                    <a:gd name="connsiteY2391" fmla="*/ 4450806 h 5955635"/>
                    <a:gd name="connsiteX2392" fmla="*/ 5119128 w 6187971"/>
                    <a:gd name="connsiteY2392" fmla="*/ 4456272 h 5955635"/>
                    <a:gd name="connsiteX2393" fmla="*/ 5086289 w 6187971"/>
                    <a:gd name="connsiteY2393" fmla="*/ 4500965 h 5955635"/>
                    <a:gd name="connsiteX2394" fmla="*/ 5080824 w 6187971"/>
                    <a:gd name="connsiteY2394" fmla="*/ 4497423 h 5955635"/>
                    <a:gd name="connsiteX2395" fmla="*/ 5084365 w 6187971"/>
                    <a:gd name="connsiteY2395" fmla="*/ 4491957 h 5955635"/>
                    <a:gd name="connsiteX2396" fmla="*/ 5087907 w 6187971"/>
                    <a:gd name="connsiteY2396" fmla="*/ 4486491 h 5955635"/>
                    <a:gd name="connsiteX2397" fmla="*/ 5083403 w 6187971"/>
                    <a:gd name="connsiteY2397" fmla="*/ 4487453 h 5955635"/>
                    <a:gd name="connsiteX2398" fmla="*/ 5079862 w 6187971"/>
                    <a:gd name="connsiteY2398" fmla="*/ 4492920 h 5955635"/>
                    <a:gd name="connsiteX2399" fmla="*/ 5076319 w 6187971"/>
                    <a:gd name="connsiteY2399" fmla="*/ 4498385 h 5955635"/>
                    <a:gd name="connsiteX2400" fmla="*/ 5077282 w 6187971"/>
                    <a:gd name="connsiteY2400" fmla="*/ 4502890 h 5955635"/>
                    <a:gd name="connsiteX2401" fmla="*/ 5078244 w 6187971"/>
                    <a:gd name="connsiteY2401" fmla="*/ 4507394 h 5955635"/>
                    <a:gd name="connsiteX2402" fmla="*/ 5044443 w 6187971"/>
                    <a:gd name="connsiteY2402" fmla="*/ 4547582 h 5955635"/>
                    <a:gd name="connsiteX2403" fmla="*/ 5045405 w 6187971"/>
                    <a:gd name="connsiteY2403" fmla="*/ 4552086 h 5955635"/>
                    <a:gd name="connsiteX2404" fmla="*/ 4968796 w 6187971"/>
                    <a:gd name="connsiteY2404" fmla="*/ 4634389 h 5955635"/>
                    <a:gd name="connsiteX2405" fmla="*/ 4860964 w 6187971"/>
                    <a:gd name="connsiteY2405" fmla="*/ 4746909 h 5955635"/>
                    <a:gd name="connsiteX2406" fmla="*/ 4837789 w 6187971"/>
                    <a:gd name="connsiteY2406" fmla="*/ 4770699 h 5955635"/>
                    <a:gd name="connsiteX2407" fmla="*/ 4833284 w 6187971"/>
                    <a:gd name="connsiteY2407" fmla="*/ 4771662 h 5955635"/>
                    <a:gd name="connsiteX2408" fmla="*/ 4820735 w 6187971"/>
                    <a:gd name="connsiteY2408" fmla="*/ 4779052 h 5955635"/>
                    <a:gd name="connsiteX2409" fmla="*/ 4817192 w 6187971"/>
                    <a:gd name="connsiteY2409" fmla="*/ 4784519 h 5955635"/>
                    <a:gd name="connsiteX2410" fmla="*/ 4821697 w 6187971"/>
                    <a:gd name="connsiteY2410" fmla="*/ 4783556 h 5955635"/>
                    <a:gd name="connsiteX2411" fmla="*/ 4762796 w 6187971"/>
                    <a:gd name="connsiteY2411" fmla="*/ 4838527 h 5955635"/>
                    <a:gd name="connsiteX2412" fmla="*/ 4715484 w 6187971"/>
                    <a:gd name="connsiteY2412" fmla="*/ 4881602 h 5955635"/>
                    <a:gd name="connsiteX2413" fmla="*/ 4699392 w 6187971"/>
                    <a:gd name="connsiteY2413" fmla="*/ 4894460 h 5955635"/>
                    <a:gd name="connsiteX2414" fmla="*/ 4654658 w 6187971"/>
                    <a:gd name="connsiteY2414" fmla="*/ 4927565 h 5955635"/>
                    <a:gd name="connsiteX2415" fmla="*/ 4623437 w 6187971"/>
                    <a:gd name="connsiteY2415" fmla="*/ 4957784 h 5955635"/>
                    <a:gd name="connsiteX2416" fmla="*/ 4440960 w 6187971"/>
                    <a:gd name="connsiteY2416" fmla="*/ 5095671 h 5955635"/>
                    <a:gd name="connsiteX2417" fmla="*/ 4291323 w 6187971"/>
                    <a:gd name="connsiteY2417" fmla="*/ 5188865 h 5955635"/>
                    <a:gd name="connsiteX2418" fmla="*/ 4134296 w 6187971"/>
                    <a:gd name="connsiteY2418" fmla="*/ 5269510 h 5955635"/>
                    <a:gd name="connsiteX2419" fmla="*/ 4117242 w 6187971"/>
                    <a:gd name="connsiteY2419" fmla="*/ 5277863 h 5955635"/>
                    <a:gd name="connsiteX2420" fmla="*/ 3802571 w 6187971"/>
                    <a:gd name="connsiteY2420" fmla="*/ 5392188 h 5955635"/>
                    <a:gd name="connsiteX2421" fmla="*/ 3637806 w 6187971"/>
                    <a:gd name="connsiteY2421" fmla="*/ 5433865 h 5955635"/>
                    <a:gd name="connsiteX2422" fmla="*/ 3560810 w 6187971"/>
                    <a:gd name="connsiteY2422" fmla="*/ 5445094 h 5955635"/>
                    <a:gd name="connsiteX2423" fmla="*/ 3576039 w 6187971"/>
                    <a:gd name="connsiteY2423" fmla="*/ 5442351 h 5955635"/>
                    <a:gd name="connsiteX2424" fmla="*/ 3617903 w 6187971"/>
                    <a:gd name="connsiteY2424" fmla="*/ 5431641 h 5955635"/>
                    <a:gd name="connsiteX2425" fmla="*/ 3622408 w 6187971"/>
                    <a:gd name="connsiteY2425" fmla="*/ 5430679 h 5955635"/>
                    <a:gd name="connsiteX2426" fmla="*/ 3756567 w 6187971"/>
                    <a:gd name="connsiteY2426" fmla="*/ 5397306 h 5955635"/>
                    <a:gd name="connsiteX2427" fmla="*/ 3761071 w 6187971"/>
                    <a:gd name="connsiteY2427" fmla="*/ 5396344 h 5955635"/>
                    <a:gd name="connsiteX2428" fmla="*/ 3764613 w 6187971"/>
                    <a:gd name="connsiteY2428" fmla="*/ 5390877 h 5955635"/>
                    <a:gd name="connsiteX2429" fmla="*/ 3755605 w 6187971"/>
                    <a:gd name="connsiteY2429" fmla="*/ 5392802 h 5955635"/>
                    <a:gd name="connsiteX2430" fmla="*/ 3756567 w 6187971"/>
                    <a:gd name="connsiteY2430" fmla="*/ 5397306 h 5955635"/>
                    <a:gd name="connsiteX2431" fmla="*/ 3621445 w 6187971"/>
                    <a:gd name="connsiteY2431" fmla="*/ 5426174 h 5955635"/>
                    <a:gd name="connsiteX2432" fmla="*/ 3615016 w 6187971"/>
                    <a:gd name="connsiteY2432" fmla="*/ 5418129 h 5955635"/>
                    <a:gd name="connsiteX2433" fmla="*/ 3610512 w 6187971"/>
                    <a:gd name="connsiteY2433" fmla="*/ 5419091 h 5955635"/>
                    <a:gd name="connsiteX2434" fmla="*/ 3611474 w 6187971"/>
                    <a:gd name="connsiteY2434" fmla="*/ 5423595 h 5955635"/>
                    <a:gd name="connsiteX2435" fmla="*/ 3516889 w 6187971"/>
                    <a:gd name="connsiteY2435" fmla="*/ 5443802 h 5955635"/>
                    <a:gd name="connsiteX2436" fmla="*/ 3517851 w 6187971"/>
                    <a:gd name="connsiteY2436" fmla="*/ 5448307 h 5955635"/>
                    <a:gd name="connsiteX2437" fmla="*/ 3498872 w 6187971"/>
                    <a:gd name="connsiteY2437" fmla="*/ 5447651 h 5955635"/>
                    <a:gd name="connsiteX2438" fmla="*/ 3489865 w 6187971"/>
                    <a:gd name="connsiteY2438" fmla="*/ 5449576 h 5955635"/>
                    <a:gd name="connsiteX2439" fmla="*/ 3490519 w 6187971"/>
                    <a:gd name="connsiteY2439" fmla="*/ 5430598 h 5955635"/>
                    <a:gd name="connsiteX2440" fmla="*/ 3508535 w 6187971"/>
                    <a:gd name="connsiteY2440" fmla="*/ 5426749 h 5955635"/>
                    <a:gd name="connsiteX2441" fmla="*/ 3535561 w 6187971"/>
                    <a:gd name="connsiteY2441" fmla="*/ 5420975 h 5955635"/>
                    <a:gd name="connsiteX2442" fmla="*/ 3540064 w 6187971"/>
                    <a:gd name="connsiteY2442" fmla="*/ 5420013 h 5955635"/>
                    <a:gd name="connsiteX2443" fmla="*/ 3544568 w 6187971"/>
                    <a:gd name="connsiteY2443" fmla="*/ 5419051 h 5955635"/>
                    <a:gd name="connsiteX2444" fmla="*/ 3553577 w 6187971"/>
                    <a:gd name="connsiteY2444" fmla="*/ 5417126 h 5955635"/>
                    <a:gd name="connsiteX2445" fmla="*/ 3558080 w 6187971"/>
                    <a:gd name="connsiteY2445" fmla="*/ 5416164 h 5955635"/>
                    <a:gd name="connsiteX2446" fmla="*/ 3552615 w 6187971"/>
                    <a:gd name="connsiteY2446" fmla="*/ 5412622 h 5955635"/>
                    <a:gd name="connsiteX2447" fmla="*/ 3543606 w 6187971"/>
                    <a:gd name="connsiteY2447" fmla="*/ 5414547 h 5955635"/>
                    <a:gd name="connsiteX2448" fmla="*/ 3539102 w 6187971"/>
                    <a:gd name="connsiteY2448" fmla="*/ 5415509 h 5955635"/>
                    <a:gd name="connsiteX2449" fmla="*/ 3538139 w 6187971"/>
                    <a:gd name="connsiteY2449" fmla="*/ 5411005 h 5955635"/>
                    <a:gd name="connsiteX2450" fmla="*/ 3533636 w 6187971"/>
                    <a:gd name="connsiteY2450" fmla="*/ 5411967 h 5955635"/>
                    <a:gd name="connsiteX2451" fmla="*/ 3529132 w 6187971"/>
                    <a:gd name="connsiteY2451" fmla="*/ 5412929 h 5955635"/>
                    <a:gd name="connsiteX2452" fmla="*/ 3530094 w 6187971"/>
                    <a:gd name="connsiteY2452" fmla="*/ 5417433 h 5955635"/>
                    <a:gd name="connsiteX2453" fmla="*/ 3507573 w 6187971"/>
                    <a:gd name="connsiteY2453" fmla="*/ 5422245 h 5955635"/>
                    <a:gd name="connsiteX2454" fmla="*/ 3489557 w 6187971"/>
                    <a:gd name="connsiteY2454" fmla="*/ 5426094 h 5955635"/>
                    <a:gd name="connsiteX2455" fmla="*/ 3462533 w 6187971"/>
                    <a:gd name="connsiteY2455" fmla="*/ 5431868 h 5955635"/>
                    <a:gd name="connsiteX2456" fmla="*/ 3458028 w 6187971"/>
                    <a:gd name="connsiteY2456" fmla="*/ 5432830 h 5955635"/>
                    <a:gd name="connsiteX2457" fmla="*/ 3463495 w 6187971"/>
                    <a:gd name="connsiteY2457" fmla="*/ 5436372 h 5955635"/>
                    <a:gd name="connsiteX2458" fmla="*/ 3481511 w 6187971"/>
                    <a:gd name="connsiteY2458" fmla="*/ 5432523 h 5955635"/>
                    <a:gd name="connsiteX2459" fmla="*/ 3476352 w 6187971"/>
                    <a:gd name="connsiteY2459" fmla="*/ 5452463 h 5955635"/>
                    <a:gd name="connsiteX2460" fmla="*/ 3467344 w 6187971"/>
                    <a:gd name="connsiteY2460" fmla="*/ 5454387 h 5955635"/>
                    <a:gd name="connsiteX2461" fmla="*/ 3462839 w 6187971"/>
                    <a:gd name="connsiteY2461" fmla="*/ 5455350 h 5955635"/>
                    <a:gd name="connsiteX2462" fmla="*/ 3466382 w 6187971"/>
                    <a:gd name="connsiteY2462" fmla="*/ 5449884 h 5955635"/>
                    <a:gd name="connsiteX2463" fmla="*/ 3460915 w 6187971"/>
                    <a:gd name="connsiteY2463" fmla="*/ 5446342 h 5955635"/>
                    <a:gd name="connsiteX2464" fmla="*/ 3452870 w 6187971"/>
                    <a:gd name="connsiteY2464" fmla="*/ 5452771 h 5955635"/>
                    <a:gd name="connsiteX2465" fmla="*/ 3448365 w 6187971"/>
                    <a:gd name="connsiteY2465" fmla="*/ 5453733 h 5955635"/>
                    <a:gd name="connsiteX2466" fmla="*/ 3429387 w 6187971"/>
                    <a:gd name="connsiteY2466" fmla="*/ 5453078 h 5955635"/>
                    <a:gd name="connsiteX2467" fmla="*/ 3418454 w 6187971"/>
                    <a:gd name="connsiteY2467" fmla="*/ 5445995 h 5955635"/>
                    <a:gd name="connsiteX2468" fmla="*/ 3385964 w 6187971"/>
                    <a:gd name="connsiteY2468" fmla="*/ 5448226 h 5955635"/>
                    <a:gd name="connsiteX2469" fmla="*/ 3383384 w 6187971"/>
                    <a:gd name="connsiteY2469" fmla="*/ 5458196 h 5955635"/>
                    <a:gd name="connsiteX2470" fmla="*/ 3376955 w 6187971"/>
                    <a:gd name="connsiteY2470" fmla="*/ 5450151 h 5955635"/>
                    <a:gd name="connsiteX2471" fmla="*/ 3350893 w 6187971"/>
                    <a:gd name="connsiteY2471" fmla="*/ 5460429 h 5955635"/>
                    <a:gd name="connsiteX2472" fmla="*/ 3318402 w 6187971"/>
                    <a:gd name="connsiteY2472" fmla="*/ 5462660 h 5955635"/>
                    <a:gd name="connsiteX2473" fmla="*/ 3313898 w 6187971"/>
                    <a:gd name="connsiteY2473" fmla="*/ 5463623 h 5955635"/>
                    <a:gd name="connsiteX2474" fmla="*/ 3298461 w 6187971"/>
                    <a:gd name="connsiteY2474" fmla="*/ 5457501 h 5955635"/>
                    <a:gd name="connsiteX2475" fmla="*/ 3263391 w 6187971"/>
                    <a:gd name="connsiteY2475" fmla="*/ 5469703 h 5955635"/>
                    <a:gd name="connsiteX2476" fmla="*/ 3225433 w 6187971"/>
                    <a:gd name="connsiteY2476" fmla="*/ 5468394 h 5955635"/>
                    <a:gd name="connsiteX2477" fmla="*/ 3206456 w 6187971"/>
                    <a:gd name="connsiteY2477" fmla="*/ 5467738 h 5955635"/>
                    <a:gd name="connsiteX2478" fmla="*/ 3181048 w 6187971"/>
                    <a:gd name="connsiteY2478" fmla="*/ 5459038 h 5955635"/>
                    <a:gd name="connsiteX2479" fmla="*/ 3088079 w 6187971"/>
                    <a:gd name="connsiteY2479" fmla="*/ 5464771 h 5955635"/>
                    <a:gd name="connsiteX2480" fmla="*/ 3070064 w 6187971"/>
                    <a:gd name="connsiteY2480" fmla="*/ 5468620 h 5955635"/>
                    <a:gd name="connsiteX2481" fmla="*/ 3056551 w 6187971"/>
                    <a:gd name="connsiteY2481" fmla="*/ 5471507 h 5955635"/>
                    <a:gd name="connsiteX2482" fmla="*/ 2934326 w 6187971"/>
                    <a:gd name="connsiteY2482" fmla="*/ 5450524 h 5955635"/>
                    <a:gd name="connsiteX2483" fmla="*/ 2882857 w 6187971"/>
                    <a:gd name="connsiteY2483" fmla="*/ 5452101 h 5955635"/>
                    <a:gd name="connsiteX2484" fmla="*/ 2853908 w 6187971"/>
                    <a:gd name="connsiteY2484" fmla="*/ 5448866 h 5955635"/>
                    <a:gd name="connsiteX2485" fmla="*/ 2858412 w 6187971"/>
                    <a:gd name="connsiteY2485" fmla="*/ 5447903 h 5955635"/>
                    <a:gd name="connsiteX2486" fmla="*/ 2748082 w 6187971"/>
                    <a:gd name="connsiteY2486" fmla="*/ 5438507 h 5955635"/>
                    <a:gd name="connsiteX2487" fmla="*/ 2730066 w 6187971"/>
                    <a:gd name="connsiteY2487" fmla="*/ 5442356 h 5955635"/>
                    <a:gd name="connsiteX2488" fmla="*/ 2695651 w 6187971"/>
                    <a:gd name="connsiteY2488" fmla="*/ 5435580 h 5955635"/>
                    <a:gd name="connsiteX2489" fmla="*/ 2699193 w 6187971"/>
                    <a:gd name="connsiteY2489" fmla="*/ 5430115 h 5955635"/>
                    <a:gd name="connsiteX2490" fmla="*/ 2625858 w 6187971"/>
                    <a:gd name="connsiteY2490" fmla="*/ 5417524 h 5955635"/>
                    <a:gd name="connsiteX2491" fmla="*/ 2592405 w 6187971"/>
                    <a:gd name="connsiteY2491" fmla="*/ 5415252 h 5955635"/>
                    <a:gd name="connsiteX2492" fmla="*/ 2601413 w 6187971"/>
                    <a:gd name="connsiteY2492" fmla="*/ 5413327 h 5955635"/>
                    <a:gd name="connsiteX2493" fmla="*/ 2528079 w 6187971"/>
                    <a:gd name="connsiteY2493" fmla="*/ 5400737 h 5955635"/>
                    <a:gd name="connsiteX2494" fmla="*/ 2448315 w 6187971"/>
                    <a:gd name="connsiteY2494" fmla="*/ 5380101 h 5955635"/>
                    <a:gd name="connsiteX2495" fmla="*/ 2442848 w 6187971"/>
                    <a:gd name="connsiteY2495" fmla="*/ 5376560 h 5955635"/>
                    <a:gd name="connsiteX2496" fmla="*/ 2429336 w 6187971"/>
                    <a:gd name="connsiteY2496" fmla="*/ 5379447 h 5955635"/>
                    <a:gd name="connsiteX2497" fmla="*/ 2384951 w 6187971"/>
                    <a:gd name="connsiteY2497" fmla="*/ 5370091 h 5955635"/>
                    <a:gd name="connsiteX2498" fmla="*/ 2372093 w 6187971"/>
                    <a:gd name="connsiteY2498" fmla="*/ 5353999 h 5955635"/>
                    <a:gd name="connsiteX2499" fmla="*/ 2344107 w 6187971"/>
                    <a:gd name="connsiteY2499" fmla="*/ 5355268 h 5955635"/>
                    <a:gd name="connsiteX2500" fmla="*/ 2343144 w 6187971"/>
                    <a:gd name="connsiteY2500" fmla="*/ 5350765 h 5955635"/>
                    <a:gd name="connsiteX2501" fmla="*/ 2273352 w 6187971"/>
                    <a:gd name="connsiteY2501" fmla="*/ 5332708 h 5955635"/>
                    <a:gd name="connsiteX2502" fmla="*/ 2292330 w 6187971"/>
                    <a:gd name="connsiteY2502" fmla="*/ 5333363 h 5955635"/>
                    <a:gd name="connsiteX2503" fmla="*/ 2235087 w 6187971"/>
                    <a:gd name="connsiteY2503" fmla="*/ 5307915 h 5955635"/>
                    <a:gd name="connsiteX2504" fmla="*/ 2231545 w 6187971"/>
                    <a:gd name="connsiteY2504" fmla="*/ 5313382 h 5955635"/>
                    <a:gd name="connsiteX2505" fmla="*/ 2215146 w 6187971"/>
                    <a:gd name="connsiteY2505" fmla="*/ 5302757 h 5955635"/>
                    <a:gd name="connsiteX2506" fmla="*/ 2180731 w 6187971"/>
                    <a:gd name="connsiteY2506" fmla="*/ 5295981 h 5955635"/>
                    <a:gd name="connsiteX2507" fmla="*/ 2164331 w 6187971"/>
                    <a:gd name="connsiteY2507" fmla="*/ 5285355 h 5955635"/>
                    <a:gd name="connsiteX2508" fmla="*/ 2159828 w 6187971"/>
                    <a:gd name="connsiteY2508" fmla="*/ 5286317 h 5955635"/>
                    <a:gd name="connsiteX2509" fmla="*/ 2170760 w 6187971"/>
                    <a:gd name="connsiteY2509" fmla="*/ 5293401 h 5955635"/>
                    <a:gd name="connsiteX2510" fmla="*/ 2132496 w 6187971"/>
                    <a:gd name="connsiteY2510" fmla="*/ 5268608 h 5955635"/>
                    <a:gd name="connsiteX2511" fmla="*/ 2117059 w 6187971"/>
                    <a:gd name="connsiteY2511" fmla="*/ 5262487 h 5955635"/>
                    <a:gd name="connsiteX2512" fmla="*/ 2119946 w 6187971"/>
                    <a:gd name="connsiteY2512" fmla="*/ 5276000 h 5955635"/>
                    <a:gd name="connsiteX2513" fmla="*/ 2115441 w 6187971"/>
                    <a:gd name="connsiteY2513" fmla="*/ 5276962 h 5955635"/>
                    <a:gd name="connsiteX2514" fmla="*/ 2083606 w 6187971"/>
                    <a:gd name="connsiteY2514" fmla="*/ 5260215 h 5955635"/>
                    <a:gd name="connsiteX2515" fmla="*/ 2082644 w 6187971"/>
                    <a:gd name="connsiteY2515" fmla="*/ 5255711 h 5955635"/>
                    <a:gd name="connsiteX2516" fmla="*/ 2092614 w 6187971"/>
                    <a:gd name="connsiteY2516" fmla="*/ 5258290 h 5955635"/>
                    <a:gd name="connsiteX2517" fmla="*/ 2098080 w 6187971"/>
                    <a:gd name="connsiteY2517" fmla="*/ 5261832 h 5955635"/>
                    <a:gd name="connsiteX2518" fmla="*/ 2097118 w 6187971"/>
                    <a:gd name="connsiteY2518" fmla="*/ 5257328 h 5955635"/>
                    <a:gd name="connsiteX2519" fmla="*/ 2081681 w 6187971"/>
                    <a:gd name="connsiteY2519" fmla="*/ 5251207 h 5955635"/>
                    <a:gd name="connsiteX2520" fmla="*/ 2059816 w 6187971"/>
                    <a:gd name="connsiteY2520" fmla="*/ 5237040 h 5955635"/>
                    <a:gd name="connsiteX2521" fmla="*/ 2014467 w 6187971"/>
                    <a:gd name="connsiteY2521" fmla="*/ 5223180 h 5955635"/>
                    <a:gd name="connsiteX2522" fmla="*/ 1987136 w 6187971"/>
                    <a:gd name="connsiteY2522" fmla="*/ 5205471 h 5955635"/>
                    <a:gd name="connsiteX2523" fmla="*/ 1981670 w 6187971"/>
                    <a:gd name="connsiteY2523" fmla="*/ 5201929 h 5955635"/>
                    <a:gd name="connsiteX2524" fmla="*/ 1977165 w 6187971"/>
                    <a:gd name="connsiteY2524" fmla="*/ 5202891 h 5955635"/>
                    <a:gd name="connsiteX2525" fmla="*/ 1895171 w 6187971"/>
                    <a:gd name="connsiteY2525" fmla="*/ 5149765 h 5955635"/>
                    <a:gd name="connsiteX2526" fmla="*/ 1865914 w 6187971"/>
                    <a:gd name="connsiteY2526" fmla="*/ 5123048 h 5955635"/>
                    <a:gd name="connsiteX2527" fmla="*/ 1715436 w 6187971"/>
                    <a:gd name="connsiteY2527" fmla="*/ 5013908 h 5955635"/>
                    <a:gd name="connsiteX2528" fmla="*/ 1588748 w 6187971"/>
                    <a:gd name="connsiteY2528" fmla="*/ 4927943 h 5955635"/>
                    <a:gd name="connsiteX2529" fmla="*/ 1598064 w 6187971"/>
                    <a:gd name="connsiteY2529" fmla="*/ 4949501 h 5955635"/>
                    <a:gd name="connsiteX2530" fmla="*/ 1564303 w 6187971"/>
                    <a:gd name="connsiteY2530" fmla="*/ 4923746 h 5955635"/>
                    <a:gd name="connsiteX2531" fmla="*/ 1547904 w 6187971"/>
                    <a:gd name="connsiteY2531" fmla="*/ 4913121 h 5955635"/>
                    <a:gd name="connsiteX2532" fmla="*/ 1545979 w 6187971"/>
                    <a:gd name="connsiteY2532" fmla="*/ 4904113 h 5955635"/>
                    <a:gd name="connsiteX2533" fmla="*/ 1541475 w 6187971"/>
                    <a:gd name="connsiteY2533" fmla="*/ 4905075 h 5955635"/>
                    <a:gd name="connsiteX2534" fmla="*/ 1523807 w 6187971"/>
                    <a:gd name="connsiteY2534" fmla="*/ 4866464 h 5955635"/>
                    <a:gd name="connsiteX2535" fmla="*/ 1517378 w 6187971"/>
                    <a:gd name="connsiteY2535" fmla="*/ 4858417 h 5955635"/>
                    <a:gd name="connsiteX2536" fmla="*/ 1511912 w 6187971"/>
                    <a:gd name="connsiteY2536" fmla="*/ 4854876 h 5955635"/>
                    <a:gd name="connsiteX2537" fmla="*/ 1506446 w 6187971"/>
                    <a:gd name="connsiteY2537" fmla="*/ 4851334 h 5955635"/>
                    <a:gd name="connsiteX2538" fmla="*/ 1483618 w 6187971"/>
                    <a:gd name="connsiteY2538" fmla="*/ 4832662 h 5955635"/>
                    <a:gd name="connsiteX2539" fmla="*/ 1478151 w 6187971"/>
                    <a:gd name="connsiteY2539" fmla="*/ 4829121 h 5955635"/>
                    <a:gd name="connsiteX2540" fmla="*/ 1479114 w 6187971"/>
                    <a:gd name="connsiteY2540" fmla="*/ 4833625 h 5955635"/>
                    <a:gd name="connsiteX2541" fmla="*/ 1485543 w 6187971"/>
                    <a:gd name="connsiteY2541" fmla="*/ 4841671 h 5955635"/>
                    <a:gd name="connsiteX2542" fmla="*/ 1462060 w 6187971"/>
                    <a:gd name="connsiteY2542" fmla="*/ 4841978 h 5955635"/>
                    <a:gd name="connsiteX2543" fmla="*/ 1461097 w 6187971"/>
                    <a:gd name="connsiteY2543" fmla="*/ 4837474 h 5955635"/>
                    <a:gd name="connsiteX2544" fmla="*/ 1435076 w 6187971"/>
                    <a:gd name="connsiteY2544" fmla="*/ 4781808 h 5955635"/>
                    <a:gd name="connsiteX2545" fmla="*/ 1429609 w 6187971"/>
                    <a:gd name="connsiteY2545" fmla="*/ 4778267 h 5955635"/>
                    <a:gd name="connsiteX2546" fmla="*/ 1428647 w 6187971"/>
                    <a:gd name="connsiteY2546" fmla="*/ 4773763 h 5955635"/>
                    <a:gd name="connsiteX2547" fmla="*/ 1391038 w 6187971"/>
                    <a:gd name="connsiteY2547" fmla="*/ 4729991 h 5955635"/>
                    <a:gd name="connsiteX2548" fmla="*/ 1363706 w 6187971"/>
                    <a:gd name="connsiteY2548" fmla="*/ 4712283 h 5955635"/>
                    <a:gd name="connsiteX2549" fmla="*/ 1362744 w 6187971"/>
                    <a:gd name="connsiteY2549" fmla="*/ 4707779 h 5955635"/>
                    <a:gd name="connsiteX2550" fmla="*/ 1358239 w 6187971"/>
                    <a:gd name="connsiteY2550" fmla="*/ 4708741 h 5955635"/>
                    <a:gd name="connsiteX2551" fmla="*/ 1347307 w 6187971"/>
                    <a:gd name="connsiteY2551" fmla="*/ 4701658 h 5955635"/>
                    <a:gd name="connsiteX2552" fmla="*/ 1348269 w 6187971"/>
                    <a:gd name="connsiteY2552" fmla="*/ 4706162 h 5955635"/>
                    <a:gd name="connsiteX2553" fmla="*/ 1354698 w 6187971"/>
                    <a:gd name="connsiteY2553" fmla="*/ 4714207 h 5955635"/>
                    <a:gd name="connsiteX2554" fmla="*/ 1338299 w 6187971"/>
                    <a:gd name="connsiteY2554" fmla="*/ 4703582 h 5955635"/>
                    <a:gd name="connsiteX2555" fmla="*/ 1318358 w 6187971"/>
                    <a:gd name="connsiteY2555" fmla="*/ 4698423 h 5955635"/>
                    <a:gd name="connsiteX2556" fmla="*/ 1303576 w 6187971"/>
                    <a:gd name="connsiteY2556" fmla="*/ 4673323 h 5955635"/>
                    <a:gd name="connsiteX2557" fmla="*/ 1308080 w 6187971"/>
                    <a:gd name="connsiteY2557" fmla="*/ 4672361 h 5955635"/>
                    <a:gd name="connsiteX2558" fmla="*/ 1307118 w 6187971"/>
                    <a:gd name="connsiteY2558" fmla="*/ 4667857 h 5955635"/>
                    <a:gd name="connsiteX2559" fmla="*/ 1301651 w 6187971"/>
                    <a:gd name="connsiteY2559" fmla="*/ 4664315 h 5955635"/>
                    <a:gd name="connsiteX2560" fmla="*/ 1294261 w 6187971"/>
                    <a:gd name="connsiteY2560" fmla="*/ 4651766 h 5955635"/>
                    <a:gd name="connsiteX2561" fmla="*/ 1288794 w 6187971"/>
                    <a:gd name="connsiteY2561" fmla="*/ 4648223 h 5955635"/>
                    <a:gd name="connsiteX2562" fmla="*/ 1284945 w 6187971"/>
                    <a:gd name="connsiteY2562" fmla="*/ 4630207 h 5955635"/>
                    <a:gd name="connsiteX2563" fmla="*/ 1303269 w 6187971"/>
                    <a:gd name="connsiteY2563" fmla="*/ 4649841 h 5955635"/>
                    <a:gd name="connsiteX2564" fmla="*/ 1300382 w 6187971"/>
                    <a:gd name="connsiteY2564" fmla="*/ 4636329 h 5955635"/>
                    <a:gd name="connsiteX2565" fmla="*/ 1288488 w 6187971"/>
                    <a:gd name="connsiteY2565" fmla="*/ 4624741 h 5955635"/>
                    <a:gd name="connsiteX2566" fmla="*/ 1225818 w 6187971"/>
                    <a:gd name="connsiteY2566" fmla="*/ 4529809 h 5955635"/>
                    <a:gd name="connsiteX2567" fmla="*/ 1185629 w 6187971"/>
                    <a:gd name="connsiteY2567" fmla="*/ 4496009 h 5955635"/>
                    <a:gd name="connsiteX2568" fmla="*/ 1189171 w 6187971"/>
                    <a:gd name="connsiteY2568" fmla="*/ 4490542 h 5955635"/>
                    <a:gd name="connsiteX2569" fmla="*/ 1182742 w 6187971"/>
                    <a:gd name="connsiteY2569" fmla="*/ 4482495 h 5955635"/>
                    <a:gd name="connsiteX2570" fmla="*/ 1177276 w 6187971"/>
                    <a:gd name="connsiteY2570" fmla="*/ 4478954 h 5955635"/>
                    <a:gd name="connsiteX2571" fmla="*/ 1178238 w 6187971"/>
                    <a:gd name="connsiteY2571" fmla="*/ 4483458 h 5955635"/>
                    <a:gd name="connsiteX2572" fmla="*/ 1166343 w 6187971"/>
                    <a:gd name="connsiteY2572" fmla="*/ 4471870 h 5955635"/>
                    <a:gd name="connsiteX2573" fmla="*/ 1169885 w 6187971"/>
                    <a:gd name="connsiteY2573" fmla="*/ 4466405 h 5955635"/>
                    <a:gd name="connsiteX2574" fmla="*/ 1139667 w 6187971"/>
                    <a:gd name="connsiteY2574" fmla="*/ 4435183 h 5955635"/>
                    <a:gd name="connsiteX2575" fmla="*/ 1138704 w 6187971"/>
                    <a:gd name="connsiteY2575" fmla="*/ 4430679 h 5955635"/>
                    <a:gd name="connsiteX2576" fmla="*/ 1134200 w 6187971"/>
                    <a:gd name="connsiteY2576" fmla="*/ 4431641 h 5955635"/>
                    <a:gd name="connsiteX2577" fmla="*/ 1129696 w 6187971"/>
                    <a:gd name="connsiteY2577" fmla="*/ 4432603 h 5955635"/>
                    <a:gd name="connsiteX2578" fmla="*/ 1128734 w 6187971"/>
                    <a:gd name="connsiteY2578" fmla="*/ 4428100 h 5955635"/>
                    <a:gd name="connsiteX2579" fmla="*/ 1118764 w 6187971"/>
                    <a:gd name="connsiteY2579" fmla="*/ 4425520 h 5955635"/>
                    <a:gd name="connsiteX2580" fmla="*/ 1120688 w 6187971"/>
                    <a:gd name="connsiteY2580" fmla="*/ 4434529 h 5955635"/>
                    <a:gd name="connsiteX2581" fmla="*/ 1115221 w 6187971"/>
                    <a:gd name="connsiteY2581" fmla="*/ 4430987 h 5955635"/>
                    <a:gd name="connsiteX2582" fmla="*/ 1091431 w 6187971"/>
                    <a:gd name="connsiteY2582" fmla="*/ 4407812 h 5955635"/>
                    <a:gd name="connsiteX2583" fmla="*/ 1073763 w 6187971"/>
                    <a:gd name="connsiteY2583" fmla="*/ 4369199 h 5955635"/>
                    <a:gd name="connsiteX2584" fmla="*/ 1063792 w 6187971"/>
                    <a:gd name="connsiteY2584" fmla="*/ 4366620 h 5955635"/>
                    <a:gd name="connsiteX2585" fmla="*/ 1058981 w 6187971"/>
                    <a:gd name="connsiteY2585" fmla="*/ 4344100 h 5955635"/>
                    <a:gd name="connsiteX2586" fmla="*/ 1050936 w 6187971"/>
                    <a:gd name="connsiteY2586" fmla="*/ 4350528 h 5955635"/>
                    <a:gd name="connsiteX2587" fmla="*/ 1048049 w 6187971"/>
                    <a:gd name="connsiteY2587" fmla="*/ 4337016 h 5955635"/>
                    <a:gd name="connsiteX2588" fmla="*/ 988922 w 6187971"/>
                    <a:gd name="connsiteY2588" fmla="*/ 4236617 h 5955635"/>
                    <a:gd name="connsiteX2589" fmla="*/ 981224 w 6187971"/>
                    <a:gd name="connsiteY2589" fmla="*/ 4200585 h 5955635"/>
                    <a:gd name="connsiteX2590" fmla="*/ 970291 w 6187971"/>
                    <a:gd name="connsiteY2590" fmla="*/ 4193501 h 5955635"/>
                    <a:gd name="connsiteX2591" fmla="*/ 953584 w 6187971"/>
                    <a:gd name="connsiteY2591" fmla="*/ 4159394 h 5955635"/>
                    <a:gd name="connsiteX2592" fmla="*/ 943614 w 6187971"/>
                    <a:gd name="connsiteY2592" fmla="*/ 4156814 h 5955635"/>
                    <a:gd name="connsiteX2593" fmla="*/ 947156 w 6187971"/>
                    <a:gd name="connsiteY2593" fmla="*/ 4151347 h 5955635"/>
                    <a:gd name="connsiteX2594" fmla="*/ 918555 w 6187971"/>
                    <a:gd name="connsiteY2594" fmla="*/ 4105652 h 5955635"/>
                    <a:gd name="connsiteX2595" fmla="*/ 910857 w 6187971"/>
                    <a:gd name="connsiteY2595" fmla="*/ 4069620 h 5955635"/>
                    <a:gd name="connsiteX2596" fmla="*/ 892533 w 6187971"/>
                    <a:gd name="connsiteY2596" fmla="*/ 4049987 h 5955635"/>
                    <a:gd name="connsiteX2597" fmla="*/ 891263 w 6187971"/>
                    <a:gd name="connsiteY2597" fmla="*/ 4022000 h 5955635"/>
                    <a:gd name="connsiteX2598" fmla="*/ 869091 w 6187971"/>
                    <a:gd name="connsiteY2598" fmla="*/ 3984350 h 5955635"/>
                    <a:gd name="connsiteX2599" fmla="*/ 873595 w 6187971"/>
                    <a:gd name="connsiteY2599" fmla="*/ 3983387 h 5955635"/>
                    <a:gd name="connsiteX2600" fmla="*/ 852077 w 6187971"/>
                    <a:gd name="connsiteY2600" fmla="*/ 3926760 h 5955635"/>
                    <a:gd name="connsiteX2601" fmla="*/ 863010 w 6187971"/>
                    <a:gd name="connsiteY2601" fmla="*/ 3933844 h 5955635"/>
                    <a:gd name="connsiteX2602" fmla="*/ 869247 w 6187971"/>
                    <a:gd name="connsiteY2602" fmla="*/ 3944432 h 5955635"/>
                    <a:gd name="connsiteX2603" fmla="*/ 868668 w 6187971"/>
                    <a:gd name="connsiteY2603" fmla="*/ 3952062 h 5955635"/>
                    <a:gd name="connsiteX2604" fmla="*/ 862355 w 6187971"/>
                    <a:gd name="connsiteY2604" fmla="*/ 3952821 h 5955635"/>
                    <a:gd name="connsiteX2605" fmla="*/ 875212 w 6187971"/>
                    <a:gd name="connsiteY2605" fmla="*/ 3968913 h 5955635"/>
                    <a:gd name="connsiteX2606" fmla="*/ 890956 w 6187971"/>
                    <a:gd name="connsiteY2606" fmla="*/ 3998517 h 5955635"/>
                    <a:gd name="connsiteX2607" fmla="*/ 891918 w 6187971"/>
                    <a:gd name="connsiteY2607" fmla="*/ 4003022 h 5955635"/>
                    <a:gd name="connsiteX2608" fmla="*/ 892881 w 6187971"/>
                    <a:gd name="connsiteY2608" fmla="*/ 4007525 h 5955635"/>
                    <a:gd name="connsiteX2609" fmla="*/ 897385 w 6187971"/>
                    <a:gd name="connsiteY2609" fmla="*/ 4006563 h 5955635"/>
                    <a:gd name="connsiteX2610" fmla="*/ 897077 w 6187971"/>
                    <a:gd name="connsiteY2610" fmla="*/ 3983081 h 5955635"/>
                    <a:gd name="connsiteX2611" fmla="*/ 891611 w 6187971"/>
                    <a:gd name="connsiteY2611" fmla="*/ 3979538 h 5955635"/>
                    <a:gd name="connsiteX2612" fmla="*/ 890649 w 6187971"/>
                    <a:gd name="connsiteY2612" fmla="*/ 3975035 h 5955635"/>
                    <a:gd name="connsiteX2613" fmla="*/ 885183 w 6187971"/>
                    <a:gd name="connsiteY2613" fmla="*/ 3971493 h 5955635"/>
                    <a:gd name="connsiteX2614" fmla="*/ 878447 w 6187971"/>
                    <a:gd name="connsiteY2614" fmla="*/ 3939965 h 5955635"/>
                    <a:gd name="connsiteX2615" fmla="*/ 890034 w 6187971"/>
                    <a:gd name="connsiteY2615" fmla="*/ 3928070 h 5955635"/>
                    <a:gd name="connsiteX2616" fmla="*/ 879449 w 6187971"/>
                    <a:gd name="connsiteY2616" fmla="*/ 3878525 h 5955635"/>
                    <a:gd name="connsiteX2617" fmla="*/ 852546 w 6187971"/>
                    <a:gd name="connsiteY2617" fmla="*/ 3686468 h 5955635"/>
                    <a:gd name="connsiteX2618" fmla="*/ 847081 w 6187971"/>
                    <a:gd name="connsiteY2618" fmla="*/ 3682926 h 5955635"/>
                    <a:gd name="connsiteX2619" fmla="*/ 843539 w 6187971"/>
                    <a:gd name="connsiteY2619" fmla="*/ 3688393 h 5955635"/>
                    <a:gd name="connsiteX2620" fmla="*/ 872058 w 6187971"/>
                    <a:gd name="connsiteY2620" fmla="*/ 3865975 h 5955635"/>
                    <a:gd name="connsiteX2621" fmla="*/ 867555 w 6187971"/>
                    <a:gd name="connsiteY2621" fmla="*/ 3866938 h 5955635"/>
                    <a:gd name="connsiteX2622" fmla="*/ 861126 w 6187971"/>
                    <a:gd name="connsiteY2622" fmla="*/ 3858892 h 5955635"/>
                    <a:gd name="connsiteX2623" fmla="*/ 868517 w 6187971"/>
                    <a:gd name="connsiteY2623" fmla="*/ 3871442 h 5955635"/>
                    <a:gd name="connsiteX2624" fmla="*/ 864975 w 6187971"/>
                    <a:gd name="connsiteY2624" fmla="*/ 3876908 h 5955635"/>
                    <a:gd name="connsiteX2625" fmla="*/ 849886 w 6187971"/>
                    <a:gd name="connsiteY2625" fmla="*/ 3828326 h 5955635"/>
                    <a:gd name="connsiteX2626" fmla="*/ 848269 w 6187971"/>
                    <a:gd name="connsiteY2626" fmla="*/ 3842800 h 5955635"/>
                    <a:gd name="connsiteX2627" fmla="*/ 832524 w 6187971"/>
                    <a:gd name="connsiteY2627" fmla="*/ 3813196 h 5955635"/>
                    <a:gd name="connsiteX2628" fmla="*/ 822902 w 6187971"/>
                    <a:gd name="connsiteY2628" fmla="*/ 3768156 h 5955635"/>
                    <a:gd name="connsiteX2629" fmla="*/ 812624 w 6187971"/>
                    <a:gd name="connsiteY2629" fmla="*/ 3742094 h 5955635"/>
                    <a:gd name="connsiteX2630" fmla="*/ 789529 w 6187971"/>
                    <a:gd name="connsiteY2630" fmla="*/ 3633997 h 5955635"/>
                    <a:gd name="connsiteX2631" fmla="*/ 786951 w 6187971"/>
                    <a:gd name="connsiteY2631" fmla="*/ 3643967 h 5955635"/>
                    <a:gd name="connsiteX2632" fmla="*/ 785988 w 6187971"/>
                    <a:gd name="connsiteY2632" fmla="*/ 3639463 h 5955635"/>
                    <a:gd name="connsiteX2633" fmla="*/ 785026 w 6187971"/>
                    <a:gd name="connsiteY2633" fmla="*/ 3634959 h 5955635"/>
                    <a:gd name="connsiteX2634" fmla="*/ 783101 w 6187971"/>
                    <a:gd name="connsiteY2634" fmla="*/ 3625951 h 5955635"/>
                    <a:gd name="connsiteX2635" fmla="*/ 765126 w 6187971"/>
                    <a:gd name="connsiteY2635" fmla="*/ 3563856 h 5955635"/>
                    <a:gd name="connsiteX2636" fmla="*/ 763201 w 6187971"/>
                    <a:gd name="connsiteY2636" fmla="*/ 3554849 h 5955635"/>
                    <a:gd name="connsiteX2637" fmla="*/ 760314 w 6187971"/>
                    <a:gd name="connsiteY2637" fmla="*/ 3541336 h 5955635"/>
                    <a:gd name="connsiteX2638" fmla="*/ 754541 w 6187971"/>
                    <a:gd name="connsiteY2638" fmla="*/ 3514312 h 5955635"/>
                    <a:gd name="connsiteX2639" fmla="*/ 753578 w 6187971"/>
                    <a:gd name="connsiteY2639" fmla="*/ 3509808 h 5955635"/>
                    <a:gd name="connsiteX2640" fmla="*/ 752616 w 6187971"/>
                    <a:gd name="connsiteY2640" fmla="*/ 3505304 h 5955635"/>
                    <a:gd name="connsiteX2641" fmla="*/ 748111 w 6187971"/>
                    <a:gd name="connsiteY2641" fmla="*/ 3506266 h 5955635"/>
                    <a:gd name="connsiteX2642" fmla="*/ 756158 w 6187971"/>
                    <a:gd name="connsiteY2642" fmla="*/ 3499837 h 5955635"/>
                    <a:gd name="connsiteX2643" fmla="*/ 748767 w 6187971"/>
                    <a:gd name="connsiteY2643" fmla="*/ 3487287 h 5955635"/>
                    <a:gd name="connsiteX2644" fmla="*/ 745225 w 6187971"/>
                    <a:gd name="connsiteY2644" fmla="*/ 3492754 h 5955635"/>
                    <a:gd name="connsiteX2645" fmla="*/ 743300 w 6187971"/>
                    <a:gd name="connsiteY2645" fmla="*/ 3483746 h 5955635"/>
                    <a:gd name="connsiteX2646" fmla="*/ 735295 w 6187971"/>
                    <a:gd name="connsiteY2646" fmla="*/ 3424231 h 5955635"/>
                    <a:gd name="connsiteX2647" fmla="*/ 735950 w 6187971"/>
                    <a:gd name="connsiteY2647" fmla="*/ 3405253 h 5955635"/>
                    <a:gd name="connsiteX2648" fmla="*/ 734026 w 6187971"/>
                    <a:gd name="connsiteY2648" fmla="*/ 3396245 h 5955635"/>
                    <a:gd name="connsiteX2649" fmla="*/ 736605 w 6187971"/>
                    <a:gd name="connsiteY2649" fmla="*/ 3386274 h 5955635"/>
                    <a:gd name="connsiteX2650" fmla="*/ 742071 w 6187971"/>
                    <a:gd name="connsiteY2650" fmla="*/ 3389816 h 5955635"/>
                    <a:gd name="connsiteX2651" fmla="*/ 747538 w 6187971"/>
                    <a:gd name="connsiteY2651" fmla="*/ 3393358 h 5955635"/>
                    <a:gd name="connsiteX2652" fmla="*/ 746576 w 6187971"/>
                    <a:gd name="connsiteY2652" fmla="*/ 3388854 h 5955635"/>
                    <a:gd name="connsiteX2653" fmla="*/ 751080 w 6187971"/>
                    <a:gd name="connsiteY2653" fmla="*/ 3387891 h 5955635"/>
                    <a:gd name="connsiteX2654" fmla="*/ 744651 w 6187971"/>
                    <a:gd name="connsiteY2654" fmla="*/ 3379845 h 5955635"/>
                    <a:gd name="connsiteX2655" fmla="*/ 733718 w 6187971"/>
                    <a:gd name="connsiteY2655" fmla="*/ 3372762 h 5955635"/>
                    <a:gd name="connsiteX2656" fmla="*/ 730177 w 6187971"/>
                    <a:gd name="connsiteY2656" fmla="*/ 3378228 h 5955635"/>
                    <a:gd name="connsiteX2657" fmla="*/ 722786 w 6187971"/>
                    <a:gd name="connsiteY2657" fmla="*/ 3365679 h 5955635"/>
                    <a:gd name="connsiteX2658" fmla="*/ 722479 w 6187971"/>
                    <a:gd name="connsiteY2658" fmla="*/ 3342196 h 5955635"/>
                    <a:gd name="connsiteX2659" fmla="*/ 727944 w 6187971"/>
                    <a:gd name="connsiteY2659" fmla="*/ 3345738 h 5955635"/>
                    <a:gd name="connsiteX2660" fmla="*/ 726982 w 6187971"/>
                    <a:gd name="connsiteY2660" fmla="*/ 3341234 h 5955635"/>
                    <a:gd name="connsiteX2661" fmla="*/ 725057 w 6187971"/>
                    <a:gd name="connsiteY2661" fmla="*/ 3332226 h 5955635"/>
                    <a:gd name="connsiteX2662" fmla="*/ 724095 w 6187971"/>
                    <a:gd name="connsiteY2662" fmla="*/ 3327721 h 5955635"/>
                    <a:gd name="connsiteX2663" fmla="*/ 723133 w 6187971"/>
                    <a:gd name="connsiteY2663" fmla="*/ 3323218 h 5955635"/>
                    <a:gd name="connsiteX2664" fmla="*/ 719284 w 6187971"/>
                    <a:gd name="connsiteY2664" fmla="*/ 3305202 h 5955635"/>
                    <a:gd name="connsiteX2665" fmla="*/ 716397 w 6187971"/>
                    <a:gd name="connsiteY2665" fmla="*/ 3291690 h 5955635"/>
                    <a:gd name="connsiteX2666" fmla="*/ 718015 w 6187971"/>
                    <a:gd name="connsiteY2666" fmla="*/ 3277215 h 5955635"/>
                    <a:gd name="connsiteX2667" fmla="*/ 716438 w 6187971"/>
                    <a:gd name="connsiteY2667" fmla="*/ 3225746 h 5955635"/>
                    <a:gd name="connsiteX2668" fmla="*/ 711934 w 6187971"/>
                    <a:gd name="connsiteY2668" fmla="*/ 3226708 h 5955635"/>
                    <a:gd name="connsiteX2669" fmla="*/ 710705 w 6187971"/>
                    <a:gd name="connsiteY2669" fmla="*/ 3132778 h 5955635"/>
                    <a:gd name="connsiteX2670" fmla="*/ 713284 w 6187971"/>
                    <a:gd name="connsiteY2670" fmla="*/ 3122808 h 5955635"/>
                    <a:gd name="connsiteX2671" fmla="*/ 712322 w 6187971"/>
                    <a:gd name="connsiteY2671" fmla="*/ 3118304 h 5955635"/>
                    <a:gd name="connsiteX2672" fmla="*/ 708780 w 6187971"/>
                    <a:gd name="connsiteY2672" fmla="*/ 3123770 h 5955635"/>
                    <a:gd name="connsiteX2673" fmla="*/ 708472 w 6187971"/>
                    <a:gd name="connsiteY2673" fmla="*/ 3100287 h 5955635"/>
                    <a:gd name="connsiteX2674" fmla="*/ 712015 w 6187971"/>
                    <a:gd name="connsiteY2674" fmla="*/ 3094821 h 5955635"/>
                    <a:gd name="connsiteX2675" fmla="*/ 706548 w 6187971"/>
                    <a:gd name="connsiteY2675" fmla="*/ 3091280 h 5955635"/>
                    <a:gd name="connsiteX2676" fmla="*/ 709128 w 6187971"/>
                    <a:gd name="connsiteY2676" fmla="*/ 3081309 h 5955635"/>
                    <a:gd name="connsiteX2677" fmla="*/ 709783 w 6187971"/>
                    <a:gd name="connsiteY2677" fmla="*/ 3062331 h 5955635"/>
                    <a:gd name="connsiteX2678" fmla="*/ 708821 w 6187971"/>
                    <a:gd name="connsiteY2678" fmla="*/ 3057826 h 5955635"/>
                    <a:gd name="connsiteX2679" fmla="*/ 705934 w 6187971"/>
                    <a:gd name="connsiteY2679" fmla="*/ 3044314 h 5955635"/>
                    <a:gd name="connsiteX2680" fmla="*/ 710439 w 6187971"/>
                    <a:gd name="connsiteY2680" fmla="*/ 3043352 h 5955635"/>
                    <a:gd name="connsiteX2681" fmla="*/ 717295 w 6187971"/>
                    <a:gd name="connsiteY2681" fmla="*/ 2877050 h 5955635"/>
                    <a:gd name="connsiteX2682" fmla="*/ 721799 w 6187971"/>
                    <a:gd name="connsiteY2682" fmla="*/ 2876088 h 5955635"/>
                    <a:gd name="connsiteX2683" fmla="*/ 722107 w 6187971"/>
                    <a:gd name="connsiteY2683" fmla="*/ 2899570 h 5955635"/>
                    <a:gd name="connsiteX2684" fmla="*/ 723376 w 6187971"/>
                    <a:gd name="connsiteY2684" fmla="*/ 2927557 h 5955635"/>
                    <a:gd name="connsiteX2685" fmla="*/ 719487 w 6187971"/>
                    <a:gd name="connsiteY2685" fmla="*/ 2975484 h 5955635"/>
                    <a:gd name="connsiteX2686" fmla="*/ 727759 w 6187971"/>
                    <a:gd name="connsiteY2686" fmla="*/ 3124424 h 5955635"/>
                    <a:gd name="connsiteX2687" fmla="*/ 724217 w 6187971"/>
                    <a:gd name="connsiteY2687" fmla="*/ 3129891 h 5955635"/>
                    <a:gd name="connsiteX2688" fmla="*/ 726142 w 6187971"/>
                    <a:gd name="connsiteY2688" fmla="*/ 3138899 h 5955635"/>
                    <a:gd name="connsiteX2689" fmla="*/ 724524 w 6187971"/>
                    <a:gd name="connsiteY2689" fmla="*/ 3153374 h 5955635"/>
                    <a:gd name="connsiteX2690" fmla="*/ 728066 w 6187971"/>
                    <a:gd name="connsiteY2690" fmla="*/ 3147907 h 5955635"/>
                    <a:gd name="connsiteX2691" fmla="*/ 726449 w 6187971"/>
                    <a:gd name="connsiteY2691" fmla="*/ 3162382 h 5955635"/>
                    <a:gd name="connsiteX2692" fmla="*/ 729335 w 6187971"/>
                    <a:gd name="connsiteY2692" fmla="*/ 3175894 h 5955635"/>
                    <a:gd name="connsiteX2693" fmla="*/ 732878 w 6187971"/>
                    <a:gd name="connsiteY2693" fmla="*/ 3170427 h 5955635"/>
                    <a:gd name="connsiteX2694" fmla="*/ 735458 w 6187971"/>
                    <a:gd name="connsiteY2694" fmla="*/ 3160457 h 5955635"/>
                    <a:gd name="connsiteX2695" fmla="*/ 731608 w 6187971"/>
                    <a:gd name="connsiteY2695" fmla="*/ 3142441 h 5955635"/>
                    <a:gd name="connsiteX2696" fmla="*/ 735149 w 6187971"/>
                    <a:gd name="connsiteY2696" fmla="*/ 3136974 h 5955635"/>
                    <a:gd name="connsiteX2697" fmla="*/ 739654 w 6187971"/>
                    <a:gd name="connsiteY2697" fmla="*/ 3136012 h 5955635"/>
                    <a:gd name="connsiteX2698" fmla="*/ 738691 w 6187971"/>
                    <a:gd name="connsiteY2698" fmla="*/ 3131509 h 5955635"/>
                    <a:gd name="connsiteX2699" fmla="*/ 737729 w 6187971"/>
                    <a:gd name="connsiteY2699" fmla="*/ 3127004 h 5955635"/>
                    <a:gd name="connsiteX2700" fmla="*/ 731301 w 6187971"/>
                    <a:gd name="connsiteY2700" fmla="*/ 3118959 h 5955635"/>
                    <a:gd name="connsiteX2701" fmla="*/ 730338 w 6187971"/>
                    <a:gd name="connsiteY2701" fmla="*/ 3114455 h 5955635"/>
                    <a:gd name="connsiteX2702" fmla="*/ 729376 w 6187971"/>
                    <a:gd name="connsiteY2702" fmla="*/ 3109950 h 5955635"/>
                    <a:gd name="connsiteX2703" fmla="*/ 729069 w 6187971"/>
                    <a:gd name="connsiteY2703" fmla="*/ 3086468 h 5955635"/>
                    <a:gd name="connsiteX2704" fmla="*/ 733265 w 6187971"/>
                    <a:gd name="connsiteY2704" fmla="*/ 3062023 h 5955635"/>
                    <a:gd name="connsiteX2705" fmla="*/ 733987 w 6187971"/>
                    <a:gd name="connsiteY2705" fmla="*/ 3065401 h 5955635"/>
                    <a:gd name="connsiteX2706" fmla="*/ 734227 w 6187971"/>
                    <a:gd name="connsiteY2706" fmla="*/ 3066527 h 5955635"/>
                    <a:gd name="connsiteX2707" fmla="*/ 735190 w 6187971"/>
                    <a:gd name="connsiteY2707" fmla="*/ 3071031 h 5955635"/>
                    <a:gd name="connsiteX2708" fmla="*/ 738732 w 6187971"/>
                    <a:gd name="connsiteY2708" fmla="*/ 3065565 h 5955635"/>
                    <a:gd name="connsiteX2709" fmla="*/ 735845 w 6187971"/>
                    <a:gd name="connsiteY2709" fmla="*/ 3052053 h 5955635"/>
                    <a:gd name="connsiteX2710" fmla="*/ 733921 w 6187971"/>
                    <a:gd name="connsiteY2710" fmla="*/ 3043045 h 5955635"/>
                    <a:gd name="connsiteX2711" fmla="*/ 736541 w 6187971"/>
                    <a:gd name="connsiteY2711" fmla="*/ 2967131 h 5955635"/>
                    <a:gd name="connsiteX2712" fmla="*/ 735578 w 6187971"/>
                    <a:gd name="connsiteY2712" fmla="*/ 2962627 h 5955635"/>
                    <a:gd name="connsiteX2713" fmla="*/ 744279 w 6187971"/>
                    <a:gd name="connsiteY2713" fmla="*/ 2937219 h 5955635"/>
                    <a:gd name="connsiteX2714" fmla="*/ 747514 w 6187971"/>
                    <a:gd name="connsiteY2714" fmla="*/ 2908270 h 5955635"/>
                    <a:gd name="connsiteX2715" fmla="*/ 767536 w 6187971"/>
                    <a:gd name="connsiteY2715" fmla="*/ 2781543 h 5955635"/>
                    <a:gd name="connsiteX2716" fmla="*/ 767175 w 6187971"/>
                    <a:gd name="connsiteY2716" fmla="*/ 2788737 h 5955635"/>
                    <a:gd name="connsiteX2717" fmla="*/ 765918 w 6187971"/>
                    <a:gd name="connsiteY2717" fmla="*/ 2796017 h 5955635"/>
                    <a:gd name="connsiteX2718" fmla="*/ 767088 w 6187971"/>
                    <a:gd name="connsiteY2718" fmla="*/ 2790469 h 5955635"/>
                    <a:gd name="connsiteX2719" fmla="*/ 767175 w 6187971"/>
                    <a:gd name="connsiteY2719" fmla="*/ 2788737 h 5955635"/>
                    <a:gd name="connsiteX2720" fmla="*/ 777228 w 6187971"/>
                    <a:gd name="connsiteY2720" fmla="*/ 2730482 h 5955635"/>
                    <a:gd name="connsiteX2721" fmla="*/ 774987 w 6187971"/>
                    <a:gd name="connsiteY2721" fmla="*/ 2827750 h 5955635"/>
                    <a:gd name="connsiteX2722" fmla="*/ 824931 w 6187971"/>
                    <a:gd name="connsiteY2722" fmla="*/ 3364010 h 5955635"/>
                    <a:gd name="connsiteX2723" fmla="*/ 829326 w 6187971"/>
                    <a:gd name="connsiteY2723" fmla="*/ 3384580 h 5955635"/>
                    <a:gd name="connsiteX2724" fmla="*/ 837369 w 6187971"/>
                    <a:gd name="connsiteY2724" fmla="*/ 3339843 h 5955635"/>
                    <a:gd name="connsiteX2725" fmla="*/ 819665 w 6187971"/>
                    <a:gd name="connsiteY2725" fmla="*/ 2577354 h 5955635"/>
                    <a:gd name="connsiteX2726" fmla="*/ 843923 w 6187971"/>
                    <a:gd name="connsiteY2726" fmla="*/ 2454020 h 5955635"/>
                    <a:gd name="connsiteX2727" fmla="*/ 844696 w 6187971"/>
                    <a:gd name="connsiteY2727" fmla="*/ 2456577 h 5955635"/>
                    <a:gd name="connsiteX2728" fmla="*/ 850081 w 6187971"/>
                    <a:gd name="connsiteY2728" fmla="*/ 2462491 h 5955635"/>
                    <a:gd name="connsiteX2729" fmla="*/ 847719 w 6187971"/>
                    <a:gd name="connsiteY2729" fmla="*/ 2445923 h 5955635"/>
                    <a:gd name="connsiteX2730" fmla="*/ 846151 w 6187971"/>
                    <a:gd name="connsiteY2730" fmla="*/ 2442693 h 5955635"/>
                    <a:gd name="connsiteX2731" fmla="*/ 847411 w 6187971"/>
                    <a:gd name="connsiteY2731" fmla="*/ 2436286 h 5955635"/>
                    <a:gd name="connsiteX2732" fmla="*/ 851391 w 6187971"/>
                    <a:gd name="connsiteY2732" fmla="*/ 2424533 h 5955635"/>
                    <a:gd name="connsiteX2733" fmla="*/ 853316 w 6187971"/>
                    <a:gd name="connsiteY2733" fmla="*/ 2433542 h 5955635"/>
                    <a:gd name="connsiteX2734" fmla="*/ 879111 w 6187971"/>
                    <a:gd name="connsiteY2734" fmla="*/ 2333838 h 5955635"/>
                    <a:gd name="connsiteX2735" fmla="*/ 884578 w 6187971"/>
                    <a:gd name="connsiteY2735" fmla="*/ 2337381 h 5955635"/>
                    <a:gd name="connsiteX2736" fmla="*/ 911642 w 6187971"/>
                    <a:gd name="connsiteY2736" fmla="*/ 2265663 h 5955635"/>
                    <a:gd name="connsiteX2737" fmla="*/ 944828 w 6187971"/>
                    <a:gd name="connsiteY2737" fmla="*/ 2178509 h 5955635"/>
                    <a:gd name="connsiteX2738" fmla="*/ 987023 w 6187971"/>
                    <a:gd name="connsiteY2738" fmla="*/ 2089431 h 5955635"/>
                    <a:gd name="connsiteX2739" fmla="*/ 991527 w 6187971"/>
                    <a:gd name="connsiteY2739" fmla="*/ 2088468 h 5955635"/>
                    <a:gd name="connsiteX2740" fmla="*/ 988948 w 6187971"/>
                    <a:gd name="connsiteY2740" fmla="*/ 2098439 h 5955635"/>
                    <a:gd name="connsiteX2741" fmla="*/ 993452 w 6187971"/>
                    <a:gd name="connsiteY2741" fmla="*/ 2097477 h 5955635"/>
                    <a:gd name="connsiteX2742" fmla="*/ 992489 w 6187971"/>
                    <a:gd name="connsiteY2742" fmla="*/ 2092973 h 5955635"/>
                    <a:gd name="connsiteX2743" fmla="*/ 996031 w 6187971"/>
                    <a:gd name="connsiteY2743" fmla="*/ 2087506 h 5955635"/>
                    <a:gd name="connsiteX2744" fmla="*/ 1012778 w 6187971"/>
                    <a:gd name="connsiteY2744" fmla="*/ 2055671 h 5955635"/>
                    <a:gd name="connsiteX2745" fmla="*/ 1010853 w 6187971"/>
                    <a:gd name="connsiteY2745" fmla="*/ 2046663 h 5955635"/>
                    <a:gd name="connsiteX2746" fmla="*/ 1014395 w 6187971"/>
                    <a:gd name="connsiteY2746" fmla="*/ 2041196 h 5955635"/>
                    <a:gd name="connsiteX2747" fmla="*/ 1016320 w 6187971"/>
                    <a:gd name="connsiteY2747" fmla="*/ 2050205 h 5955635"/>
                    <a:gd name="connsiteX2748" fmla="*/ 1021479 w 6187971"/>
                    <a:gd name="connsiteY2748" fmla="*/ 2030264 h 5955635"/>
                    <a:gd name="connsiteX2749" fmla="*/ 1022441 w 6187971"/>
                    <a:gd name="connsiteY2749" fmla="*/ 2034767 h 5955635"/>
                    <a:gd name="connsiteX2750" fmla="*/ 1023404 w 6187971"/>
                    <a:gd name="connsiteY2750" fmla="*/ 2039271 h 5955635"/>
                    <a:gd name="connsiteX2751" fmla="*/ 1027908 w 6187971"/>
                    <a:gd name="connsiteY2751" fmla="*/ 2038309 h 5955635"/>
                    <a:gd name="connsiteX2752" fmla="*/ 1026946 w 6187971"/>
                    <a:gd name="connsiteY2752" fmla="*/ 2033805 h 5955635"/>
                    <a:gd name="connsiteX2753" fmla="*/ 1025021 w 6187971"/>
                    <a:gd name="connsiteY2753" fmla="*/ 2024797 h 5955635"/>
                    <a:gd name="connsiteX2754" fmla="*/ 1027600 w 6187971"/>
                    <a:gd name="connsiteY2754" fmla="*/ 2014827 h 5955635"/>
                    <a:gd name="connsiteX2755" fmla="*/ 1032104 w 6187971"/>
                    <a:gd name="connsiteY2755" fmla="*/ 2013865 h 5955635"/>
                    <a:gd name="connsiteX2756" fmla="*/ 1035647 w 6187971"/>
                    <a:gd name="connsiteY2756" fmla="*/ 2008398 h 5955635"/>
                    <a:gd name="connsiteX2757" fmla="*/ 1034684 w 6187971"/>
                    <a:gd name="connsiteY2757" fmla="*/ 2003894 h 5955635"/>
                    <a:gd name="connsiteX2758" fmla="*/ 1041767 w 6187971"/>
                    <a:gd name="connsiteY2758" fmla="*/ 1992962 h 5955635"/>
                    <a:gd name="connsiteX2759" fmla="*/ 1045309 w 6187971"/>
                    <a:gd name="connsiteY2759" fmla="*/ 1987495 h 5955635"/>
                    <a:gd name="connsiteX2760" fmla="*/ 1046272 w 6187971"/>
                    <a:gd name="connsiteY2760" fmla="*/ 1991999 h 5955635"/>
                    <a:gd name="connsiteX2761" fmla="*/ 1049813 w 6187971"/>
                    <a:gd name="connsiteY2761" fmla="*/ 1986533 h 5955635"/>
                    <a:gd name="connsiteX2762" fmla="*/ 1052393 w 6187971"/>
                    <a:gd name="connsiteY2762" fmla="*/ 1976563 h 5955635"/>
                    <a:gd name="connsiteX2763" fmla="*/ 1063980 w 6187971"/>
                    <a:gd name="connsiteY2763" fmla="*/ 1964667 h 5955635"/>
                    <a:gd name="connsiteX2764" fmla="*/ 1070409 w 6187971"/>
                    <a:gd name="connsiteY2764" fmla="*/ 1972714 h 5955635"/>
                    <a:gd name="connsiteX2765" fmla="*/ 1080072 w 6187971"/>
                    <a:gd name="connsiteY2765" fmla="*/ 1951811 h 5955635"/>
                    <a:gd name="connsiteX2766" fmla="*/ 1084576 w 6187971"/>
                    <a:gd name="connsiteY2766" fmla="*/ 1950848 h 5955635"/>
                    <a:gd name="connsiteX2767" fmla="*/ 1085539 w 6187971"/>
                    <a:gd name="connsiteY2767" fmla="*/ 1955353 h 5955635"/>
                    <a:gd name="connsiteX2768" fmla="*/ 1081997 w 6187971"/>
                    <a:gd name="connsiteY2768" fmla="*/ 1960818 h 5955635"/>
                    <a:gd name="connsiteX2769" fmla="*/ 1082959 w 6187971"/>
                    <a:gd name="connsiteY2769" fmla="*/ 1965323 h 5955635"/>
                    <a:gd name="connsiteX2770" fmla="*/ 1087463 w 6187971"/>
                    <a:gd name="connsiteY2770" fmla="*/ 1964361 h 5955635"/>
                    <a:gd name="connsiteX2771" fmla="*/ 1086501 w 6187971"/>
                    <a:gd name="connsiteY2771" fmla="*/ 1959856 h 5955635"/>
                    <a:gd name="connsiteX2772" fmla="*/ 1090043 w 6187971"/>
                    <a:gd name="connsiteY2772" fmla="*/ 1954390 h 5955635"/>
                    <a:gd name="connsiteX2773" fmla="*/ 1088118 w 6187971"/>
                    <a:gd name="connsiteY2773" fmla="*/ 1945382 h 5955635"/>
                    <a:gd name="connsiteX2774" fmla="*/ 1083614 w 6187971"/>
                    <a:gd name="connsiteY2774" fmla="*/ 1946344 h 5955635"/>
                    <a:gd name="connsiteX2775" fmla="*/ 1094895 w 6187971"/>
                    <a:gd name="connsiteY2775" fmla="*/ 1910966 h 5955635"/>
                    <a:gd name="connsiteX2776" fmla="*/ 1082345 w 6187971"/>
                    <a:gd name="connsiteY2776" fmla="*/ 1918358 h 5955635"/>
                    <a:gd name="connsiteX2777" fmla="*/ 1092970 w 6187971"/>
                    <a:gd name="connsiteY2777" fmla="*/ 1901959 h 5955635"/>
                    <a:gd name="connsiteX2778" fmla="*/ 1103595 w 6187971"/>
                    <a:gd name="connsiteY2778" fmla="*/ 1885560 h 5955635"/>
                    <a:gd name="connsiteX2779" fmla="*/ 1110679 w 6187971"/>
                    <a:gd name="connsiteY2779" fmla="*/ 1874628 h 5955635"/>
                    <a:gd name="connsiteX2780" fmla="*/ 1112603 w 6187971"/>
                    <a:gd name="connsiteY2780" fmla="*/ 1883635 h 5955635"/>
                    <a:gd name="connsiteX2781" fmla="*/ 1122267 w 6187971"/>
                    <a:gd name="connsiteY2781" fmla="*/ 1862732 h 5955635"/>
                    <a:gd name="connsiteX2782" fmla="*/ 1126770 w 6187971"/>
                    <a:gd name="connsiteY2782" fmla="*/ 1861770 h 5955635"/>
                    <a:gd name="connsiteX2783" fmla="*/ 1128695 w 6187971"/>
                    <a:gd name="connsiteY2783" fmla="*/ 1870778 h 5955635"/>
                    <a:gd name="connsiteX2784" fmla="*/ 1133200 w 6187971"/>
                    <a:gd name="connsiteY2784" fmla="*/ 1869816 h 5955635"/>
                    <a:gd name="connsiteX2785" fmla="*/ 1132237 w 6187971"/>
                    <a:gd name="connsiteY2785" fmla="*/ 1865312 h 5955635"/>
                    <a:gd name="connsiteX2786" fmla="*/ 1136741 w 6187971"/>
                    <a:gd name="connsiteY2786" fmla="*/ 1864349 h 5955635"/>
                    <a:gd name="connsiteX2787" fmla="*/ 1134817 w 6187971"/>
                    <a:gd name="connsiteY2787" fmla="*/ 1855341 h 5955635"/>
                    <a:gd name="connsiteX2788" fmla="*/ 1138359 w 6187971"/>
                    <a:gd name="connsiteY2788" fmla="*/ 1849875 h 5955635"/>
                    <a:gd name="connsiteX2789" fmla="*/ 1141900 w 6187971"/>
                    <a:gd name="connsiteY2789" fmla="*/ 1844409 h 5955635"/>
                    <a:gd name="connsiteX2790" fmla="*/ 1146404 w 6187971"/>
                    <a:gd name="connsiteY2790" fmla="*/ 1843446 h 5955635"/>
                    <a:gd name="connsiteX2791" fmla="*/ 1147367 w 6187971"/>
                    <a:gd name="connsiteY2791" fmla="*/ 1847951 h 5955635"/>
                    <a:gd name="connsiteX2792" fmla="*/ 1144787 w 6187971"/>
                    <a:gd name="connsiteY2792" fmla="*/ 1857921 h 5955635"/>
                    <a:gd name="connsiteX2793" fmla="*/ 1142208 w 6187971"/>
                    <a:gd name="connsiteY2793" fmla="*/ 1867891 h 5955635"/>
                    <a:gd name="connsiteX2794" fmla="*/ 1150253 w 6187971"/>
                    <a:gd name="connsiteY2794" fmla="*/ 1861463 h 5955635"/>
                    <a:gd name="connsiteX2795" fmla="*/ 1155412 w 6187971"/>
                    <a:gd name="connsiteY2795" fmla="*/ 1841522 h 5955635"/>
                    <a:gd name="connsiteX2796" fmla="*/ 1154450 w 6187971"/>
                    <a:gd name="connsiteY2796" fmla="*/ 1837018 h 5955635"/>
                    <a:gd name="connsiteX2797" fmla="*/ 1156068 w 6187971"/>
                    <a:gd name="connsiteY2797" fmla="*/ 1822543 h 5955635"/>
                    <a:gd name="connsiteX2798" fmla="*/ 1160572 w 6187971"/>
                    <a:gd name="connsiteY2798" fmla="*/ 1821581 h 5955635"/>
                    <a:gd name="connsiteX2799" fmla="*/ 1199532 w 6187971"/>
                    <a:gd name="connsiteY2799" fmla="*/ 1761452 h 5955635"/>
                    <a:gd name="connsiteX2800" fmla="*/ 1203074 w 6187971"/>
                    <a:gd name="connsiteY2800" fmla="*/ 1755985 h 5955635"/>
                    <a:gd name="connsiteX2801" fmla="*/ 1206615 w 6187971"/>
                    <a:gd name="connsiteY2801" fmla="*/ 1750519 h 5955635"/>
                    <a:gd name="connsiteX2802" fmla="*/ 1213699 w 6187971"/>
                    <a:gd name="connsiteY2802" fmla="*/ 1739586 h 5955635"/>
                    <a:gd name="connsiteX2803" fmla="*/ 1217240 w 6187971"/>
                    <a:gd name="connsiteY2803" fmla="*/ 1734120 h 5955635"/>
                    <a:gd name="connsiteX2804" fmla="*/ 1227866 w 6187971"/>
                    <a:gd name="connsiteY2804" fmla="*/ 1717721 h 5955635"/>
                    <a:gd name="connsiteX2805" fmla="*/ 1234950 w 6187971"/>
                    <a:gd name="connsiteY2805" fmla="*/ 1706789 h 5955635"/>
                    <a:gd name="connsiteX2806" fmla="*/ 1239454 w 6187971"/>
                    <a:gd name="connsiteY2806" fmla="*/ 1705826 h 5955635"/>
                    <a:gd name="connsiteX2807" fmla="*/ 1268751 w 6187971"/>
                    <a:gd name="connsiteY2807" fmla="*/ 1666599 h 5955635"/>
                    <a:gd name="connsiteX2808" fmla="*/ 1280989 w 6187971"/>
                    <a:gd name="connsiteY2808" fmla="*/ 1643969 h 5955635"/>
                    <a:gd name="connsiteX2809" fmla="*/ 1294822 w 6187971"/>
                    <a:gd name="connsiteY2809" fmla="*/ 1614580 h 5955635"/>
                    <a:gd name="connsiteX2810" fmla="*/ 1295376 w 6187971"/>
                    <a:gd name="connsiteY2810" fmla="*/ 1620968 h 5955635"/>
                    <a:gd name="connsiteX2811" fmla="*/ 1280397 w 6187971"/>
                    <a:gd name="connsiteY2811" fmla="*/ 1651544 h 5955635"/>
                    <a:gd name="connsiteX2812" fmla="*/ 1150037 w 6187971"/>
                    <a:gd name="connsiteY2812" fmla="*/ 1865158 h 5955635"/>
                    <a:gd name="connsiteX2813" fmla="*/ 1157500 w 6187971"/>
                    <a:gd name="connsiteY2813" fmla="*/ 1890938 h 5955635"/>
                    <a:gd name="connsiteX2814" fmla="*/ 1155212 w 6187971"/>
                    <a:gd name="connsiteY2814" fmla="*/ 1916847 h 5955635"/>
                    <a:gd name="connsiteX2815" fmla="*/ 966688 w 6187971"/>
                    <a:gd name="connsiteY2815" fmla="*/ 2444019 h 5955635"/>
                    <a:gd name="connsiteX2816" fmla="*/ 940585 w 6187971"/>
                    <a:gd name="connsiteY2816" fmla="*/ 3173091 h 5955635"/>
                    <a:gd name="connsiteX2817" fmla="*/ 947522 w 6187971"/>
                    <a:gd name="connsiteY2817" fmla="*/ 3187253 h 5955635"/>
                    <a:gd name="connsiteX2818" fmla="*/ 961347 w 6187971"/>
                    <a:gd name="connsiteY2818" fmla="*/ 2867525 h 5955635"/>
                    <a:gd name="connsiteX2819" fmla="*/ 983906 w 6187971"/>
                    <a:gd name="connsiteY2819" fmla="*/ 3101263 h 5955635"/>
                    <a:gd name="connsiteX2820" fmla="*/ 992151 w 6187971"/>
                    <a:gd name="connsiteY2820" fmla="*/ 3158164 h 5955635"/>
                    <a:gd name="connsiteX2821" fmla="*/ 1014015 w 6187971"/>
                    <a:gd name="connsiteY2821" fmla="*/ 3223887 h 5955635"/>
                    <a:gd name="connsiteX2822" fmla="*/ 1162759 w 6187971"/>
                    <a:gd name="connsiteY2822" fmla="*/ 3727888 h 5955635"/>
                    <a:gd name="connsiteX2823" fmla="*/ 1178341 w 6187971"/>
                    <a:gd name="connsiteY2823" fmla="*/ 3800819 h 5955635"/>
                    <a:gd name="connsiteX2824" fmla="*/ 1193412 w 6187971"/>
                    <a:gd name="connsiteY2824" fmla="*/ 3834752 h 5955635"/>
                    <a:gd name="connsiteX2825" fmla="*/ 1287744 w 6187971"/>
                    <a:gd name="connsiteY2825" fmla="*/ 3992539 h 5955635"/>
                    <a:gd name="connsiteX2826" fmla="*/ 1330979 w 6187971"/>
                    <a:gd name="connsiteY2826" fmla="*/ 4057607 h 5955635"/>
                    <a:gd name="connsiteX2827" fmla="*/ 1343653 w 6187971"/>
                    <a:gd name="connsiteY2827" fmla="*/ 4080319 h 5955635"/>
                    <a:gd name="connsiteX2828" fmla="*/ 1369002 w 6187971"/>
                    <a:gd name="connsiteY2828" fmla="*/ 4125744 h 5955635"/>
                    <a:gd name="connsiteX2829" fmla="*/ 1538651 w 6187971"/>
                    <a:gd name="connsiteY2829" fmla="*/ 4306548 h 5955635"/>
                    <a:gd name="connsiteX2830" fmla="*/ 2686262 w 6187971"/>
                    <a:gd name="connsiteY2830" fmla="*/ 4927608 h 5955635"/>
                    <a:gd name="connsiteX2831" fmla="*/ 3070633 w 6187971"/>
                    <a:gd name="connsiteY2831" fmla="*/ 4978456 h 5955635"/>
                    <a:gd name="connsiteX2832" fmla="*/ 3564597 w 6187971"/>
                    <a:gd name="connsiteY2832" fmla="*/ 4919852 h 5955635"/>
                    <a:gd name="connsiteX2833" fmla="*/ 3668800 w 6187971"/>
                    <a:gd name="connsiteY2833" fmla="*/ 4885857 h 5955635"/>
                    <a:gd name="connsiteX2834" fmla="*/ 3697923 w 6187971"/>
                    <a:gd name="connsiteY2834" fmla="*/ 4875725 h 5955635"/>
                    <a:gd name="connsiteX2835" fmla="*/ 3859302 w 6187971"/>
                    <a:gd name="connsiteY2835" fmla="*/ 4825603 h 5955635"/>
                    <a:gd name="connsiteX2836" fmla="*/ 4218717 w 6187971"/>
                    <a:gd name="connsiteY2836" fmla="*/ 4631492 h 5955635"/>
                    <a:gd name="connsiteX2837" fmla="*/ 5136420 w 6187971"/>
                    <a:gd name="connsiteY2837" fmla="*/ 3187886 h 5955635"/>
                    <a:gd name="connsiteX2838" fmla="*/ 5095093 w 6187971"/>
                    <a:gd name="connsiteY2838" fmla="*/ 2637473 h 5955635"/>
                    <a:gd name="connsiteX2839" fmla="*/ 4552027 w 6187971"/>
                    <a:gd name="connsiteY2839" fmla="*/ 1550927 h 5955635"/>
                    <a:gd name="connsiteX2840" fmla="*/ 4206285 w 6187971"/>
                    <a:gd name="connsiteY2840" fmla="*/ 1241535 h 5955635"/>
                    <a:gd name="connsiteX2841" fmla="*/ 4017916 w 6187971"/>
                    <a:gd name="connsiteY2841" fmla="*/ 1092106 h 5955635"/>
                    <a:gd name="connsiteX2842" fmla="*/ 3766634 w 6187971"/>
                    <a:gd name="connsiteY2842" fmla="*/ 950252 h 5955635"/>
                    <a:gd name="connsiteX2843" fmla="*/ 2533034 w 6187971"/>
                    <a:gd name="connsiteY2843" fmla="*/ 924406 h 5955635"/>
                    <a:gd name="connsiteX2844" fmla="*/ 2362177 w 6187971"/>
                    <a:gd name="connsiteY2844" fmla="*/ 966775 h 5955635"/>
                    <a:gd name="connsiteX2845" fmla="*/ 2692688 w 6187971"/>
                    <a:gd name="connsiteY2845" fmla="*/ 857055 h 5955635"/>
                    <a:gd name="connsiteX2846" fmla="*/ 2526787 w 6187971"/>
                    <a:gd name="connsiteY2846" fmla="*/ 876855 h 5955635"/>
                    <a:gd name="connsiteX2847" fmla="*/ 2357128 w 6187971"/>
                    <a:gd name="connsiteY2847" fmla="*/ 924834 h 5955635"/>
                    <a:gd name="connsiteX2848" fmla="*/ 2195476 w 6187971"/>
                    <a:gd name="connsiteY2848" fmla="*/ 982835 h 5955635"/>
                    <a:gd name="connsiteX2849" fmla="*/ 2038892 w 6187971"/>
                    <a:gd name="connsiteY2849" fmla="*/ 1055397 h 5955635"/>
                    <a:gd name="connsiteX2850" fmla="*/ 2051328 w 6187971"/>
                    <a:gd name="connsiteY2850" fmla="*/ 1031230 h 5955635"/>
                    <a:gd name="connsiteX2851" fmla="*/ 2044919 w 6187971"/>
                    <a:gd name="connsiteY2851" fmla="*/ 1028689 h 5955635"/>
                    <a:gd name="connsiteX2852" fmla="*/ 1942714 w 6187971"/>
                    <a:gd name="connsiteY2852" fmla="*/ 1072034 h 5955635"/>
                    <a:gd name="connsiteX2853" fmla="*/ 1659433 w 6187971"/>
                    <a:gd name="connsiteY2853" fmla="*/ 1265523 h 5955635"/>
                    <a:gd name="connsiteX2854" fmla="*/ 1591162 w 6187971"/>
                    <a:gd name="connsiteY2854" fmla="*/ 1293796 h 5955635"/>
                    <a:gd name="connsiteX2855" fmla="*/ 1530900 w 6187971"/>
                    <a:gd name="connsiteY2855" fmla="*/ 1332091 h 5955635"/>
                    <a:gd name="connsiteX2856" fmla="*/ 1480860 w 6187971"/>
                    <a:gd name="connsiteY2856" fmla="*/ 1363313 h 5955635"/>
                    <a:gd name="connsiteX2857" fmla="*/ 1469896 w 6187971"/>
                    <a:gd name="connsiteY2857" fmla="*/ 1366433 h 5955635"/>
                    <a:gd name="connsiteX2858" fmla="*/ 1485917 w 6187971"/>
                    <a:gd name="connsiteY2858" fmla="*/ 1349400 h 5955635"/>
                    <a:gd name="connsiteX2859" fmla="*/ 1574268 w 6187971"/>
                    <a:gd name="connsiteY2859" fmla="*/ 1266943 h 5955635"/>
                    <a:gd name="connsiteX2860" fmla="*/ 1710085 w 6187971"/>
                    <a:gd name="connsiteY2860" fmla="*/ 1153153 h 5955635"/>
                    <a:gd name="connsiteX2861" fmla="*/ 1853295 w 6187971"/>
                    <a:gd name="connsiteY2861" fmla="*/ 1051913 h 5955635"/>
                    <a:gd name="connsiteX2862" fmla="*/ 1870349 w 6187971"/>
                    <a:gd name="connsiteY2862" fmla="*/ 1043559 h 5955635"/>
                    <a:gd name="connsiteX2863" fmla="*/ 2165426 w 6187971"/>
                    <a:gd name="connsiteY2863" fmla="*/ 881616 h 5955635"/>
                    <a:gd name="connsiteX2864" fmla="*/ 2321799 w 6187971"/>
                    <a:gd name="connsiteY2864" fmla="*/ 819950 h 5955635"/>
                    <a:gd name="connsiteX2865" fmla="*/ 2427971 w 6187971"/>
                    <a:gd name="connsiteY2865" fmla="*/ 787847 h 5955635"/>
                    <a:gd name="connsiteX2866" fmla="*/ 2380636 w 6187971"/>
                    <a:gd name="connsiteY2866" fmla="*/ 803258 h 5955635"/>
                    <a:gd name="connsiteX2867" fmla="*/ 2340778 w 6187971"/>
                    <a:gd name="connsiteY2867" fmla="*/ 820604 h 5955635"/>
                    <a:gd name="connsiteX2868" fmla="*/ 2336273 w 6187971"/>
                    <a:gd name="connsiteY2868" fmla="*/ 821566 h 5955635"/>
                    <a:gd name="connsiteX2869" fmla="*/ 2205963 w 6187971"/>
                    <a:gd name="connsiteY2869" fmla="*/ 872955 h 5955635"/>
                    <a:gd name="connsiteX2870" fmla="*/ 2201459 w 6187971"/>
                    <a:gd name="connsiteY2870" fmla="*/ 873917 h 5955635"/>
                    <a:gd name="connsiteX2871" fmla="*/ 2202421 w 6187971"/>
                    <a:gd name="connsiteY2871" fmla="*/ 878421 h 5955635"/>
                    <a:gd name="connsiteX2872" fmla="*/ 2211429 w 6187971"/>
                    <a:gd name="connsiteY2872" fmla="*/ 876496 h 5955635"/>
                    <a:gd name="connsiteX2873" fmla="*/ 2337236 w 6187971"/>
                    <a:gd name="connsiteY2873" fmla="*/ 826071 h 5955635"/>
                    <a:gd name="connsiteX2874" fmla="*/ 2342703 w 6187971"/>
                    <a:gd name="connsiteY2874" fmla="*/ 829613 h 5955635"/>
                    <a:gd name="connsiteX2875" fmla="*/ 2347207 w 6187971"/>
                    <a:gd name="connsiteY2875" fmla="*/ 828650 h 5955635"/>
                    <a:gd name="connsiteX2876" fmla="*/ 2346245 w 6187971"/>
                    <a:gd name="connsiteY2876" fmla="*/ 824146 h 5955635"/>
                    <a:gd name="connsiteX2877" fmla="*/ 2437943 w 6187971"/>
                    <a:gd name="connsiteY2877" fmla="*/ 790426 h 5955635"/>
                    <a:gd name="connsiteX2878" fmla="*/ 2455960 w 6187971"/>
                    <a:gd name="connsiteY2878" fmla="*/ 786577 h 5955635"/>
                    <a:gd name="connsiteX2879" fmla="*/ 2464967 w 6187971"/>
                    <a:gd name="connsiteY2879" fmla="*/ 784653 h 5955635"/>
                    <a:gd name="connsiteX2880" fmla="*/ 2464313 w 6187971"/>
                    <a:gd name="connsiteY2880" fmla="*/ 803631 h 5955635"/>
                    <a:gd name="connsiteX2881" fmla="*/ 2450800 w 6187971"/>
                    <a:gd name="connsiteY2881" fmla="*/ 806518 h 5955635"/>
                    <a:gd name="connsiteX2882" fmla="*/ 2420234 w 6187971"/>
                    <a:gd name="connsiteY2882" fmla="*/ 817758 h 5955635"/>
                    <a:gd name="connsiteX2883" fmla="*/ 2415730 w 6187971"/>
                    <a:gd name="connsiteY2883" fmla="*/ 818720 h 5955635"/>
                    <a:gd name="connsiteX2884" fmla="*/ 2403180 w 6187971"/>
                    <a:gd name="connsiteY2884" fmla="*/ 826111 h 5955635"/>
                    <a:gd name="connsiteX2885" fmla="*/ 2398676 w 6187971"/>
                    <a:gd name="connsiteY2885" fmla="*/ 827073 h 5955635"/>
                    <a:gd name="connsiteX2886" fmla="*/ 2404142 w 6187971"/>
                    <a:gd name="connsiteY2886" fmla="*/ 830615 h 5955635"/>
                    <a:gd name="connsiteX2887" fmla="*/ 2416693 w 6187971"/>
                    <a:gd name="connsiteY2887" fmla="*/ 823224 h 5955635"/>
                    <a:gd name="connsiteX2888" fmla="*/ 2421196 w 6187971"/>
                    <a:gd name="connsiteY2888" fmla="*/ 822262 h 5955635"/>
                    <a:gd name="connsiteX2889" fmla="*/ 2417655 w 6187971"/>
                    <a:gd name="connsiteY2889" fmla="*/ 827728 h 5955635"/>
                    <a:gd name="connsiteX2890" fmla="*/ 2422158 w 6187971"/>
                    <a:gd name="connsiteY2890" fmla="*/ 826766 h 5955635"/>
                    <a:gd name="connsiteX2891" fmla="*/ 2431167 w 6187971"/>
                    <a:gd name="connsiteY2891" fmla="*/ 824841 h 5955635"/>
                    <a:gd name="connsiteX2892" fmla="*/ 2430205 w 6187971"/>
                    <a:gd name="connsiteY2892" fmla="*/ 820337 h 5955635"/>
                    <a:gd name="connsiteX2893" fmla="*/ 2447259 w 6187971"/>
                    <a:gd name="connsiteY2893" fmla="*/ 811984 h 5955635"/>
                    <a:gd name="connsiteX2894" fmla="*/ 2469779 w 6187971"/>
                    <a:gd name="connsiteY2894" fmla="*/ 807172 h 5955635"/>
                    <a:gd name="connsiteX2895" fmla="*/ 2492299 w 6187971"/>
                    <a:gd name="connsiteY2895" fmla="*/ 802361 h 5955635"/>
                    <a:gd name="connsiteX2896" fmla="*/ 2500345 w 6187971"/>
                    <a:gd name="connsiteY2896" fmla="*/ 795933 h 5955635"/>
                    <a:gd name="connsiteX2897" fmla="*/ 2491337 w 6187971"/>
                    <a:gd name="connsiteY2897" fmla="*/ 797858 h 5955635"/>
                    <a:gd name="connsiteX2898" fmla="*/ 2473321 w 6187971"/>
                    <a:gd name="connsiteY2898" fmla="*/ 801707 h 5955635"/>
                    <a:gd name="connsiteX2899" fmla="*/ 2478479 w 6187971"/>
                    <a:gd name="connsiteY2899" fmla="*/ 781766 h 5955635"/>
                    <a:gd name="connsiteX2900" fmla="*/ 2477517 w 6187971"/>
                    <a:gd name="connsiteY2900" fmla="*/ 777261 h 5955635"/>
                    <a:gd name="connsiteX2901" fmla="*/ 2486526 w 6187971"/>
                    <a:gd name="connsiteY2901" fmla="*/ 775337 h 5955635"/>
                    <a:gd name="connsiteX2902" fmla="*/ 2490068 w 6187971"/>
                    <a:gd name="connsiteY2902" fmla="*/ 769870 h 5955635"/>
                    <a:gd name="connsiteX2903" fmla="*/ 2484601 w 6187971"/>
                    <a:gd name="connsiteY2903" fmla="*/ 766329 h 5955635"/>
                    <a:gd name="connsiteX2904" fmla="*/ 4722193 w 6187971"/>
                    <a:gd name="connsiteY2904" fmla="*/ 185911 h 5955635"/>
                    <a:gd name="connsiteX2905" fmla="*/ 4809446 w 6187971"/>
                    <a:gd name="connsiteY2905" fmla="*/ 213679 h 5955635"/>
                    <a:gd name="connsiteX2906" fmla="*/ 4801514 w 6187971"/>
                    <a:gd name="connsiteY2906" fmla="*/ 217645 h 5955635"/>
                    <a:gd name="connsiteX2907" fmla="*/ 4841174 w 6187971"/>
                    <a:gd name="connsiteY2907" fmla="*/ 225579 h 5955635"/>
                    <a:gd name="connsiteX2908" fmla="*/ 4849106 w 6187971"/>
                    <a:gd name="connsiteY2908" fmla="*/ 241446 h 5955635"/>
                    <a:gd name="connsiteX2909" fmla="*/ 4928427 w 6187971"/>
                    <a:gd name="connsiteY2909" fmla="*/ 277147 h 5955635"/>
                    <a:gd name="connsiteX2910" fmla="*/ 4948258 w 6187971"/>
                    <a:gd name="connsiteY2910" fmla="*/ 285081 h 5955635"/>
                    <a:gd name="connsiteX2911" fmla="*/ 5126730 w 6187971"/>
                    <a:gd name="connsiteY2911" fmla="*/ 392184 h 5955635"/>
                    <a:gd name="connsiteX2912" fmla="*/ 5178288 w 6187971"/>
                    <a:gd name="connsiteY2912" fmla="*/ 427885 h 5955635"/>
                    <a:gd name="connsiteX2913" fmla="*/ 5213983 w 6187971"/>
                    <a:gd name="connsiteY2913" fmla="*/ 443752 h 5955635"/>
                    <a:gd name="connsiteX2914" fmla="*/ 5213984 w 6187971"/>
                    <a:gd name="connsiteY2914" fmla="*/ 455652 h 5955635"/>
                    <a:gd name="connsiteX2915" fmla="*/ 5091035 w 6187971"/>
                    <a:gd name="connsiteY2915" fmla="*/ 380284 h 5955635"/>
                    <a:gd name="connsiteX2916" fmla="*/ 5083103 w 6187971"/>
                    <a:gd name="connsiteY2916" fmla="*/ 380284 h 5955635"/>
                    <a:gd name="connsiteX2917" fmla="*/ 5091036 w 6187971"/>
                    <a:gd name="connsiteY2917" fmla="*/ 384250 h 5955635"/>
                    <a:gd name="connsiteX2918" fmla="*/ 5098968 w 6187971"/>
                    <a:gd name="connsiteY2918" fmla="*/ 392184 h 5955635"/>
                    <a:gd name="connsiteX2919" fmla="*/ 5091035 w 6187971"/>
                    <a:gd name="connsiteY2919" fmla="*/ 388217 h 5955635"/>
                    <a:gd name="connsiteX2920" fmla="*/ 5087069 w 6187971"/>
                    <a:gd name="connsiteY2920" fmla="*/ 388217 h 5955635"/>
                    <a:gd name="connsiteX2921" fmla="*/ 5217950 w 6187971"/>
                    <a:gd name="connsiteY2921" fmla="*/ 479453 h 5955635"/>
                    <a:gd name="connsiteX2922" fmla="*/ 5348829 w 6187971"/>
                    <a:gd name="connsiteY2922" fmla="*/ 574656 h 5955635"/>
                    <a:gd name="connsiteX2923" fmla="*/ 5376592 w 6187971"/>
                    <a:gd name="connsiteY2923" fmla="*/ 590523 h 5955635"/>
                    <a:gd name="connsiteX2924" fmla="*/ 5471777 w 6187971"/>
                    <a:gd name="connsiteY2924" fmla="*/ 669858 h 5955635"/>
                    <a:gd name="connsiteX2925" fmla="*/ 5487641 w 6187971"/>
                    <a:gd name="connsiteY2925" fmla="*/ 661925 h 5955635"/>
                    <a:gd name="connsiteX2926" fmla="*/ 5511437 w 6187971"/>
                    <a:gd name="connsiteY2926" fmla="*/ 673825 h 5955635"/>
                    <a:gd name="connsiteX2927" fmla="*/ 5507471 w 6187971"/>
                    <a:gd name="connsiteY2927" fmla="*/ 669858 h 5955635"/>
                    <a:gd name="connsiteX2928" fmla="*/ 5507471 w 6187971"/>
                    <a:gd name="connsiteY2928" fmla="*/ 665891 h 5955635"/>
                    <a:gd name="connsiteX2929" fmla="*/ 5515404 w 6187971"/>
                    <a:gd name="connsiteY2929" fmla="*/ 673825 h 5955635"/>
                    <a:gd name="connsiteX2930" fmla="*/ 5519369 w 6187971"/>
                    <a:gd name="connsiteY2930" fmla="*/ 677792 h 5955635"/>
                    <a:gd name="connsiteX2931" fmla="*/ 5562995 w 6187971"/>
                    <a:gd name="connsiteY2931" fmla="*/ 701593 h 5955635"/>
                    <a:gd name="connsiteX2932" fmla="*/ 5626452 w 6187971"/>
                    <a:gd name="connsiteY2932" fmla="*/ 765061 h 5955635"/>
                    <a:gd name="connsiteX2933" fmla="*/ 5610589 w 6187971"/>
                    <a:gd name="connsiteY2933" fmla="*/ 757128 h 5955635"/>
                    <a:gd name="connsiteX2934" fmla="*/ 5614555 w 6187971"/>
                    <a:gd name="connsiteY2934" fmla="*/ 761094 h 5955635"/>
                    <a:gd name="connsiteX2935" fmla="*/ 5618521 w 6187971"/>
                    <a:gd name="connsiteY2935" fmla="*/ 769028 h 5955635"/>
                    <a:gd name="connsiteX2936" fmla="*/ 5614555 w 6187971"/>
                    <a:gd name="connsiteY2936" fmla="*/ 765061 h 5955635"/>
                    <a:gd name="connsiteX2937" fmla="*/ 5610588 w 6187971"/>
                    <a:gd name="connsiteY2937" fmla="*/ 765061 h 5955635"/>
                    <a:gd name="connsiteX2938" fmla="*/ 5630418 w 6187971"/>
                    <a:gd name="connsiteY2938" fmla="*/ 792829 h 5955635"/>
                    <a:gd name="connsiteX2939" fmla="*/ 5590759 w 6187971"/>
                    <a:gd name="connsiteY2939" fmla="*/ 765061 h 5955635"/>
                    <a:gd name="connsiteX2940" fmla="*/ 5594724 w 6187971"/>
                    <a:gd name="connsiteY2940" fmla="*/ 769028 h 5955635"/>
                    <a:gd name="connsiteX2941" fmla="*/ 5602657 w 6187971"/>
                    <a:gd name="connsiteY2941" fmla="*/ 776961 h 5955635"/>
                    <a:gd name="connsiteX2942" fmla="*/ 5598690 w 6187971"/>
                    <a:gd name="connsiteY2942" fmla="*/ 776961 h 5955635"/>
                    <a:gd name="connsiteX2943" fmla="*/ 5594725 w 6187971"/>
                    <a:gd name="connsiteY2943" fmla="*/ 772995 h 5955635"/>
                    <a:gd name="connsiteX2944" fmla="*/ 5614555 w 6187971"/>
                    <a:gd name="connsiteY2944" fmla="*/ 796795 h 5955635"/>
                    <a:gd name="connsiteX2945" fmla="*/ 5729570 w 6187971"/>
                    <a:gd name="connsiteY2945" fmla="*/ 907865 h 5955635"/>
                    <a:gd name="connsiteX2946" fmla="*/ 5757333 w 6187971"/>
                    <a:gd name="connsiteY2946" fmla="*/ 943566 h 5955635"/>
                    <a:gd name="connsiteX2947" fmla="*/ 5856484 w 6187971"/>
                    <a:gd name="connsiteY2947" fmla="*/ 1058602 h 5955635"/>
                    <a:gd name="connsiteX2948" fmla="*/ 5908043 w 6187971"/>
                    <a:gd name="connsiteY2948" fmla="*/ 1133972 h 5955635"/>
                    <a:gd name="connsiteX2949" fmla="*/ 5908042 w 6187971"/>
                    <a:gd name="connsiteY2949" fmla="*/ 1137938 h 5955635"/>
                    <a:gd name="connsiteX2950" fmla="*/ 5912009 w 6187971"/>
                    <a:gd name="connsiteY2950" fmla="*/ 1141905 h 5955635"/>
                    <a:gd name="connsiteX2951" fmla="*/ 5915975 w 6187971"/>
                    <a:gd name="connsiteY2951" fmla="*/ 1149838 h 5955635"/>
                    <a:gd name="connsiteX2952" fmla="*/ 5912008 w 6187971"/>
                    <a:gd name="connsiteY2952" fmla="*/ 1145872 h 5955635"/>
                    <a:gd name="connsiteX2953" fmla="*/ 5908042 w 6187971"/>
                    <a:gd name="connsiteY2953" fmla="*/ 1141905 h 5955635"/>
                    <a:gd name="connsiteX2954" fmla="*/ 5935805 w 6187971"/>
                    <a:gd name="connsiteY2954" fmla="*/ 1185539 h 5955635"/>
                    <a:gd name="connsiteX2955" fmla="*/ 5931839 w 6187971"/>
                    <a:gd name="connsiteY2955" fmla="*/ 1205373 h 5955635"/>
                    <a:gd name="connsiteX2956" fmla="*/ 6054787 w 6187971"/>
                    <a:gd name="connsiteY2956" fmla="*/ 1391812 h 5955635"/>
                    <a:gd name="connsiteX2957" fmla="*/ 6110311 w 6187971"/>
                    <a:gd name="connsiteY2957" fmla="*/ 1530649 h 5955635"/>
                    <a:gd name="connsiteX2958" fmla="*/ 6118243 w 6187971"/>
                    <a:gd name="connsiteY2958" fmla="*/ 1550483 h 5955635"/>
                    <a:gd name="connsiteX2959" fmla="*/ 6157904 w 6187971"/>
                    <a:gd name="connsiteY2959" fmla="*/ 1633786 h 5955635"/>
                    <a:gd name="connsiteX2960" fmla="*/ 6177734 w 6187971"/>
                    <a:gd name="connsiteY2960" fmla="*/ 1709154 h 5955635"/>
                    <a:gd name="connsiteX2961" fmla="*/ 6153938 w 6187971"/>
                    <a:gd name="connsiteY2961" fmla="*/ 1669486 h 5955635"/>
                    <a:gd name="connsiteX2962" fmla="*/ 6134108 w 6187971"/>
                    <a:gd name="connsiteY2962" fmla="*/ 1621885 h 5955635"/>
                    <a:gd name="connsiteX2963" fmla="*/ 6130142 w 6187971"/>
                    <a:gd name="connsiteY2963" fmla="*/ 1590151 h 5955635"/>
                    <a:gd name="connsiteX2964" fmla="*/ 6090481 w 6187971"/>
                    <a:gd name="connsiteY2964" fmla="*/ 1514782 h 5955635"/>
                    <a:gd name="connsiteX2965" fmla="*/ 6082549 w 6187971"/>
                    <a:gd name="connsiteY2965" fmla="*/ 1487014 h 5955635"/>
                    <a:gd name="connsiteX2966" fmla="*/ 6074617 w 6187971"/>
                    <a:gd name="connsiteY2966" fmla="*/ 1487014 h 5955635"/>
                    <a:gd name="connsiteX2967" fmla="*/ 6019092 w 6187971"/>
                    <a:gd name="connsiteY2967" fmla="*/ 1383878 h 5955635"/>
                    <a:gd name="connsiteX2968" fmla="*/ 5959602 w 6187971"/>
                    <a:gd name="connsiteY2968" fmla="*/ 1272808 h 5955635"/>
                    <a:gd name="connsiteX2969" fmla="*/ 5963568 w 6187971"/>
                    <a:gd name="connsiteY2969" fmla="*/ 1264875 h 5955635"/>
                    <a:gd name="connsiteX2970" fmla="*/ 5900111 w 6187971"/>
                    <a:gd name="connsiteY2970" fmla="*/ 1181572 h 5955635"/>
                    <a:gd name="connsiteX2971" fmla="*/ 5868382 w 6187971"/>
                    <a:gd name="connsiteY2971" fmla="*/ 1130005 h 5955635"/>
                    <a:gd name="connsiteX2972" fmla="*/ 5864416 w 6187971"/>
                    <a:gd name="connsiteY2972" fmla="*/ 1133972 h 5955635"/>
                    <a:gd name="connsiteX2973" fmla="*/ 5828722 w 6187971"/>
                    <a:gd name="connsiteY2973" fmla="*/ 1086370 h 5955635"/>
                    <a:gd name="connsiteX2974" fmla="*/ 5824755 w 6187971"/>
                    <a:gd name="connsiteY2974" fmla="*/ 1066536 h 5955635"/>
                    <a:gd name="connsiteX2975" fmla="*/ 5860450 w 6187971"/>
                    <a:gd name="connsiteY2975" fmla="*/ 1078437 h 5955635"/>
                    <a:gd name="connsiteX2976" fmla="*/ 5789061 w 6187971"/>
                    <a:gd name="connsiteY2976" fmla="*/ 995134 h 5955635"/>
                    <a:gd name="connsiteX2977" fmla="*/ 5789061 w 6187971"/>
                    <a:gd name="connsiteY2977" fmla="*/ 999101 h 5955635"/>
                    <a:gd name="connsiteX2978" fmla="*/ 5793027 w 6187971"/>
                    <a:gd name="connsiteY2978" fmla="*/ 1007034 h 5955635"/>
                    <a:gd name="connsiteX2979" fmla="*/ 5785095 w 6187971"/>
                    <a:gd name="connsiteY2979" fmla="*/ 999101 h 5955635"/>
                    <a:gd name="connsiteX2980" fmla="*/ 5765264 w 6187971"/>
                    <a:gd name="connsiteY2980" fmla="*/ 975300 h 5955635"/>
                    <a:gd name="connsiteX2981" fmla="*/ 5757332 w 6187971"/>
                    <a:gd name="connsiteY2981" fmla="*/ 971334 h 5955635"/>
                    <a:gd name="connsiteX2982" fmla="*/ 5757333 w 6187971"/>
                    <a:gd name="connsiteY2982" fmla="*/ 967367 h 5955635"/>
                    <a:gd name="connsiteX2983" fmla="*/ 5757333 w 6187971"/>
                    <a:gd name="connsiteY2983" fmla="*/ 963400 h 5955635"/>
                    <a:gd name="connsiteX2984" fmla="*/ 5761298 w 6187971"/>
                    <a:gd name="connsiteY2984" fmla="*/ 967367 h 5955635"/>
                    <a:gd name="connsiteX2985" fmla="*/ 5749401 w 6187971"/>
                    <a:gd name="connsiteY2985" fmla="*/ 967367 h 5955635"/>
                    <a:gd name="connsiteX2986" fmla="*/ 5737502 w 6187971"/>
                    <a:gd name="connsiteY2986" fmla="*/ 963400 h 5955635"/>
                    <a:gd name="connsiteX2987" fmla="*/ 5741469 w 6187971"/>
                    <a:gd name="connsiteY2987" fmla="*/ 983234 h 5955635"/>
                    <a:gd name="connsiteX2988" fmla="*/ 5705773 w 6187971"/>
                    <a:gd name="connsiteY2988" fmla="*/ 955466 h 5955635"/>
                    <a:gd name="connsiteX2989" fmla="*/ 5674045 w 6187971"/>
                    <a:gd name="connsiteY2989" fmla="*/ 919765 h 5955635"/>
                    <a:gd name="connsiteX2990" fmla="*/ 5705774 w 6187971"/>
                    <a:gd name="connsiteY2990" fmla="*/ 935633 h 5955635"/>
                    <a:gd name="connsiteX2991" fmla="*/ 5697842 w 6187971"/>
                    <a:gd name="connsiteY2991" fmla="*/ 915799 h 5955635"/>
                    <a:gd name="connsiteX2992" fmla="*/ 5678012 w 6187971"/>
                    <a:gd name="connsiteY2992" fmla="*/ 899931 h 5955635"/>
                    <a:gd name="connsiteX2993" fmla="*/ 5523336 w 6187971"/>
                    <a:gd name="connsiteY2993" fmla="*/ 749194 h 5955635"/>
                    <a:gd name="connsiteX2994" fmla="*/ 5495573 w 6187971"/>
                    <a:gd name="connsiteY2994" fmla="*/ 725393 h 5955635"/>
                    <a:gd name="connsiteX2995" fmla="*/ 5455913 w 6187971"/>
                    <a:gd name="connsiteY2995" fmla="*/ 689692 h 5955635"/>
                    <a:gd name="connsiteX2996" fmla="*/ 5447981 w 6187971"/>
                    <a:gd name="connsiteY2996" fmla="*/ 689692 h 5955635"/>
                    <a:gd name="connsiteX2997" fmla="*/ 5376591 w 6187971"/>
                    <a:gd name="connsiteY2997" fmla="*/ 634157 h 5955635"/>
                    <a:gd name="connsiteX2998" fmla="*/ 5317100 w 6187971"/>
                    <a:gd name="connsiteY2998" fmla="*/ 582589 h 5955635"/>
                    <a:gd name="connsiteX2999" fmla="*/ 5313135 w 6187971"/>
                    <a:gd name="connsiteY2999" fmla="*/ 598456 h 5955635"/>
                    <a:gd name="connsiteX3000" fmla="*/ 5301237 w 6187971"/>
                    <a:gd name="connsiteY3000" fmla="*/ 594489 h 5955635"/>
                    <a:gd name="connsiteX3001" fmla="*/ 5249678 w 6187971"/>
                    <a:gd name="connsiteY3001" fmla="*/ 554822 h 5955635"/>
                    <a:gd name="connsiteX3002" fmla="*/ 5249677 w 6187971"/>
                    <a:gd name="connsiteY3002" fmla="*/ 546888 h 5955635"/>
                    <a:gd name="connsiteX3003" fmla="*/ 5273474 w 6187971"/>
                    <a:gd name="connsiteY3003" fmla="*/ 554822 h 5955635"/>
                    <a:gd name="connsiteX3004" fmla="*/ 5206051 w 6187971"/>
                    <a:gd name="connsiteY3004" fmla="*/ 503254 h 5955635"/>
                    <a:gd name="connsiteX3005" fmla="*/ 5142594 w 6187971"/>
                    <a:gd name="connsiteY3005" fmla="*/ 455652 h 5955635"/>
                    <a:gd name="connsiteX3006" fmla="*/ 5015681 w 6187971"/>
                    <a:gd name="connsiteY3006" fmla="*/ 380283 h 5955635"/>
                    <a:gd name="connsiteX3007" fmla="*/ 5007749 w 6187971"/>
                    <a:gd name="connsiteY3007" fmla="*/ 392184 h 5955635"/>
                    <a:gd name="connsiteX3008" fmla="*/ 4983952 w 6187971"/>
                    <a:gd name="connsiteY3008" fmla="*/ 380284 h 5955635"/>
                    <a:gd name="connsiteX3009" fmla="*/ 4991884 w 6187971"/>
                    <a:gd name="connsiteY3009" fmla="*/ 364416 h 5955635"/>
                    <a:gd name="connsiteX3010" fmla="*/ 4916529 w 6187971"/>
                    <a:gd name="connsiteY3010" fmla="*/ 328715 h 5955635"/>
                    <a:gd name="connsiteX3011" fmla="*/ 4674600 w 6187971"/>
                    <a:gd name="connsiteY3011" fmla="*/ 213679 h 5955635"/>
                    <a:gd name="connsiteX3012" fmla="*/ 4761853 w 6187971"/>
                    <a:gd name="connsiteY3012" fmla="*/ 229546 h 5955635"/>
                    <a:gd name="connsiteX3013" fmla="*/ 4900665 w 6187971"/>
                    <a:gd name="connsiteY3013" fmla="*/ 289047 h 5955635"/>
                    <a:gd name="connsiteX3014" fmla="*/ 4892733 w 6187971"/>
                    <a:gd name="connsiteY3014" fmla="*/ 285081 h 5955635"/>
                    <a:gd name="connsiteX3015" fmla="*/ 4904631 w 6187971"/>
                    <a:gd name="connsiteY3015" fmla="*/ 285081 h 5955635"/>
                    <a:gd name="connsiteX3016" fmla="*/ 4908597 w 6187971"/>
                    <a:gd name="connsiteY3016" fmla="*/ 285081 h 5955635"/>
                    <a:gd name="connsiteX3017" fmla="*/ 4785650 w 6187971"/>
                    <a:gd name="connsiteY3017" fmla="*/ 217645 h 5955635"/>
                    <a:gd name="connsiteX3018" fmla="*/ 4722193 w 6187971"/>
                    <a:gd name="connsiteY3018" fmla="*/ 185911 h 5955635"/>
                    <a:gd name="connsiteX3019" fmla="*/ 1947650 w 6187971"/>
                    <a:gd name="connsiteY3019" fmla="*/ 777856 h 5955635"/>
                    <a:gd name="connsiteX3020" fmla="*/ 1935362 w 6187971"/>
                    <a:gd name="connsiteY3020" fmla="*/ 791245 h 5955635"/>
                    <a:gd name="connsiteX3021" fmla="*/ 1909737 w 6187971"/>
                    <a:gd name="connsiteY3021" fmla="*/ 809082 h 5955635"/>
                    <a:gd name="connsiteX3022" fmla="*/ 1904271 w 6187971"/>
                    <a:gd name="connsiteY3022" fmla="*/ 805540 h 5955635"/>
                    <a:gd name="connsiteX3023" fmla="*/ 1846987 w 6187971"/>
                    <a:gd name="connsiteY3023" fmla="*/ 846036 h 5955635"/>
                    <a:gd name="connsiteX3024" fmla="*/ 1850529 w 6187971"/>
                    <a:gd name="connsiteY3024" fmla="*/ 840570 h 5955635"/>
                    <a:gd name="connsiteX3025" fmla="*/ 1787779 w 6187971"/>
                    <a:gd name="connsiteY3025" fmla="*/ 877524 h 5955635"/>
                    <a:gd name="connsiteX3026" fmla="*/ 1784238 w 6187971"/>
                    <a:gd name="connsiteY3026" fmla="*/ 882991 h 5955635"/>
                    <a:gd name="connsiteX3027" fmla="*/ 1797750 w 6187971"/>
                    <a:gd name="connsiteY3027" fmla="*/ 880104 h 5955635"/>
                    <a:gd name="connsiteX3028" fmla="*/ 1770316 w 6187971"/>
                    <a:gd name="connsiteY3028" fmla="*/ 897739 h 5955635"/>
                    <a:gd name="connsiteX3029" fmla="*/ 1753457 w 6187971"/>
                    <a:gd name="connsiteY3029" fmla="*/ 912815 h 5955635"/>
                    <a:gd name="connsiteX3030" fmla="*/ 1753020 w 6187971"/>
                    <a:gd name="connsiteY3030" fmla="*/ 913030 h 5955635"/>
                    <a:gd name="connsiteX3031" fmla="*/ 1753224 w 6187971"/>
                    <a:gd name="connsiteY3031" fmla="*/ 903157 h 5955635"/>
                    <a:gd name="connsiteX3032" fmla="*/ 1742083 w 6187971"/>
                    <a:gd name="connsiteY3032" fmla="*/ 906126 h 5955635"/>
                    <a:gd name="connsiteX3033" fmla="*/ 1743445 w 6187971"/>
                    <a:gd name="connsiteY3033" fmla="*/ 915254 h 5955635"/>
                    <a:gd name="connsiteX3034" fmla="*/ 1742879 w 6187971"/>
                    <a:gd name="connsiteY3034" fmla="*/ 918021 h 5955635"/>
                    <a:gd name="connsiteX3035" fmla="*/ 1735613 w 6187971"/>
                    <a:gd name="connsiteY3035" fmla="*/ 921596 h 5955635"/>
                    <a:gd name="connsiteX3036" fmla="*/ 1666447 w 6187971"/>
                    <a:gd name="connsiteY3036" fmla="*/ 941384 h 5955635"/>
                    <a:gd name="connsiteX3037" fmla="*/ 1730595 w 6187971"/>
                    <a:gd name="connsiteY3037" fmla="*/ 884660 h 5955635"/>
                    <a:gd name="connsiteX3038" fmla="*/ 1900144 w 6187971"/>
                    <a:gd name="connsiteY3038" fmla="*/ 799552 h 5955635"/>
                    <a:gd name="connsiteX3039" fmla="*/ 1932099 w 6187971"/>
                    <a:gd name="connsiteY3039" fmla="*/ 782795 h 5955635"/>
                    <a:gd name="connsiteX3040" fmla="*/ 2248188 w 6187971"/>
                    <a:gd name="connsiteY3040" fmla="*/ 634910 h 5955635"/>
                    <a:gd name="connsiteX3041" fmla="*/ 2249855 w 6187971"/>
                    <a:gd name="connsiteY3041" fmla="*/ 637515 h 5955635"/>
                    <a:gd name="connsiteX3042" fmla="*/ 2245351 w 6187971"/>
                    <a:gd name="connsiteY3042" fmla="*/ 638477 h 5955635"/>
                    <a:gd name="connsiteX3043" fmla="*/ 2237306 w 6187971"/>
                    <a:gd name="connsiteY3043" fmla="*/ 644906 h 5955635"/>
                    <a:gd name="connsiteX3044" fmla="*/ 2241810 w 6187971"/>
                    <a:gd name="connsiteY3044" fmla="*/ 643944 h 5955635"/>
                    <a:gd name="connsiteX3045" fmla="*/ 2246313 w 6187971"/>
                    <a:gd name="connsiteY3045" fmla="*/ 642981 h 5955635"/>
                    <a:gd name="connsiteX3046" fmla="*/ 2139485 w 6187971"/>
                    <a:gd name="connsiteY3046" fmla="*/ 694062 h 5955635"/>
                    <a:gd name="connsiteX3047" fmla="*/ 2105648 w 6187971"/>
                    <a:gd name="connsiteY3047" fmla="*/ 704456 h 5955635"/>
                    <a:gd name="connsiteX3048" fmla="*/ 2080196 w 6187971"/>
                    <a:gd name="connsiteY3048" fmla="*/ 714942 h 5955635"/>
                    <a:gd name="connsiteX3049" fmla="*/ 2084254 w 6187971"/>
                    <a:gd name="connsiteY3049" fmla="*/ 709377 h 5955635"/>
                    <a:gd name="connsiteX3050" fmla="*/ 2119532 w 6187971"/>
                    <a:gd name="connsiteY3050" fmla="*/ 682286 h 5955635"/>
                    <a:gd name="connsiteX3051" fmla="*/ 2411064 w 6187971"/>
                    <a:gd name="connsiteY3051" fmla="*/ 586743 h 5955635"/>
                    <a:gd name="connsiteX3052" fmla="*/ 2413620 w 6187971"/>
                    <a:gd name="connsiteY3052" fmla="*/ 588398 h 5955635"/>
                    <a:gd name="connsiteX3053" fmla="*/ 2392061 w 6187971"/>
                    <a:gd name="connsiteY3053" fmla="*/ 597714 h 5955635"/>
                    <a:gd name="connsiteX3054" fmla="*/ 2374045 w 6187971"/>
                    <a:gd name="connsiteY3054" fmla="*/ 601563 h 5955635"/>
                    <a:gd name="connsiteX3055" fmla="*/ 2338013 w 6187971"/>
                    <a:gd name="connsiteY3055" fmla="*/ 609261 h 5955635"/>
                    <a:gd name="connsiteX3056" fmla="*/ 2275917 w 6187971"/>
                    <a:gd name="connsiteY3056" fmla="*/ 627238 h 5955635"/>
                    <a:gd name="connsiteX3057" fmla="*/ 2276204 w 6187971"/>
                    <a:gd name="connsiteY3057" fmla="*/ 626130 h 5955635"/>
                    <a:gd name="connsiteX3058" fmla="*/ 2387086 w 6187971"/>
                    <a:gd name="connsiteY3058" fmla="*/ 592524 h 5955635"/>
                    <a:gd name="connsiteX3059" fmla="*/ 2522905 w 6187971"/>
                    <a:gd name="connsiteY3059" fmla="*/ 559776 h 5955635"/>
                    <a:gd name="connsiteX3060" fmla="*/ 2540871 w 6187971"/>
                    <a:gd name="connsiteY3060" fmla="*/ 556503 h 5955635"/>
                    <a:gd name="connsiteX3061" fmla="*/ 2502340 w 6187971"/>
                    <a:gd name="connsiteY3061" fmla="*/ 564735 h 5955635"/>
                    <a:gd name="connsiteX3062" fmla="*/ 2659387 w 6187971"/>
                    <a:gd name="connsiteY3062" fmla="*/ 432280 h 5955635"/>
                    <a:gd name="connsiteX3063" fmla="*/ 2798433 w 6187971"/>
                    <a:gd name="connsiteY3063" fmla="*/ 411539 h 5955635"/>
                    <a:gd name="connsiteX3064" fmla="*/ 2817780 w 6187971"/>
                    <a:gd name="connsiteY3064" fmla="*/ 409701 h 5955635"/>
                    <a:gd name="connsiteX3065" fmla="*/ 2950086 w 6187971"/>
                    <a:gd name="connsiteY3065" fmla="*/ 405117 h 5955635"/>
                    <a:gd name="connsiteX3066" fmla="*/ 2996187 w 6187971"/>
                    <a:gd name="connsiteY3066" fmla="*/ 398934 h 5955635"/>
                    <a:gd name="connsiteX3067" fmla="*/ 3005378 w 6187971"/>
                    <a:gd name="connsiteY3067" fmla="*/ 391284 h 5955635"/>
                    <a:gd name="connsiteX3068" fmla="*/ 3093771 w 6187971"/>
                    <a:gd name="connsiteY3068" fmla="*/ 385395 h 5955635"/>
                    <a:gd name="connsiteX3069" fmla="*/ 3939070 w 6187971"/>
                    <a:gd name="connsiteY3069" fmla="*/ 497975 h 5955635"/>
                    <a:gd name="connsiteX3070" fmla="*/ 3925558 w 6187971"/>
                    <a:gd name="connsiteY3070" fmla="*/ 500862 h 5955635"/>
                    <a:gd name="connsiteX3071" fmla="*/ 4005322 w 6187971"/>
                    <a:gd name="connsiteY3071" fmla="*/ 521498 h 5955635"/>
                    <a:gd name="connsiteX3072" fmla="*/ 4101485 w 6187971"/>
                    <a:gd name="connsiteY3072" fmla="*/ 552759 h 5955635"/>
                    <a:gd name="connsiteX3073" fmla="*/ 4157765 w 6187971"/>
                    <a:gd name="connsiteY3073" fmla="*/ 573703 h 5955635"/>
                    <a:gd name="connsiteX3074" fmla="*/ 4158727 w 6187971"/>
                    <a:gd name="connsiteY3074" fmla="*/ 578207 h 5955635"/>
                    <a:gd name="connsiteX3075" fmla="*/ 4163231 w 6187971"/>
                    <a:gd name="connsiteY3075" fmla="*/ 577244 h 5955635"/>
                    <a:gd name="connsiteX3076" fmla="*/ 4168698 w 6187971"/>
                    <a:gd name="connsiteY3076" fmla="*/ 580786 h 5955635"/>
                    <a:gd name="connsiteX3077" fmla="*/ 4178668 w 6187971"/>
                    <a:gd name="connsiteY3077" fmla="*/ 583366 h 5955635"/>
                    <a:gd name="connsiteX3078" fmla="*/ 4204075 w 6187971"/>
                    <a:gd name="connsiteY3078" fmla="*/ 592066 h 5955635"/>
                    <a:gd name="connsiteX3079" fmla="*/ 4286726 w 6187971"/>
                    <a:gd name="connsiteY3079" fmla="*/ 626215 h 5955635"/>
                    <a:gd name="connsiteX3080" fmla="*/ 4318562 w 6187971"/>
                    <a:gd name="connsiteY3080" fmla="*/ 642961 h 5955635"/>
                    <a:gd name="connsiteX3081" fmla="*/ 4392203 w 6187971"/>
                    <a:gd name="connsiteY3081" fmla="*/ 679034 h 5955635"/>
                    <a:gd name="connsiteX3082" fmla="*/ 4387699 w 6187971"/>
                    <a:gd name="connsiteY3082" fmla="*/ 679996 h 5955635"/>
                    <a:gd name="connsiteX3083" fmla="*/ 4403136 w 6187971"/>
                    <a:gd name="connsiteY3083" fmla="*/ 686117 h 5955635"/>
                    <a:gd name="connsiteX3084" fmla="*/ 5230091 w 6187971"/>
                    <a:gd name="connsiteY3084" fmla="*/ 1338337 h 5955635"/>
                    <a:gd name="connsiteX3085" fmla="*/ 5771121 w 6187971"/>
                    <a:gd name="connsiteY3085" fmla="*/ 2437834 h 5955635"/>
                    <a:gd name="connsiteX3086" fmla="*/ 5762112 w 6187971"/>
                    <a:gd name="connsiteY3086" fmla="*/ 2439759 h 5955635"/>
                    <a:gd name="connsiteX3087" fmla="*/ 5684663 w 6187971"/>
                    <a:gd name="connsiteY3087" fmla="*/ 2319726 h 5955635"/>
                    <a:gd name="connsiteX3088" fmla="*/ 5684007 w 6187971"/>
                    <a:gd name="connsiteY3088" fmla="*/ 2338705 h 5955635"/>
                    <a:gd name="connsiteX3089" fmla="*/ 5657678 w 6187971"/>
                    <a:gd name="connsiteY3089" fmla="*/ 2259556 h 5955635"/>
                    <a:gd name="connsiteX3090" fmla="*/ 5622648 w 6187971"/>
                    <a:gd name="connsiteY3090" fmla="*/ 2205815 h 5955635"/>
                    <a:gd name="connsiteX3091" fmla="*/ 5623262 w 6187971"/>
                    <a:gd name="connsiteY3091" fmla="*/ 2252780 h 5955635"/>
                    <a:gd name="connsiteX3092" fmla="*/ 5617796 w 6187971"/>
                    <a:gd name="connsiteY3092" fmla="*/ 2249238 h 5955635"/>
                    <a:gd name="connsiteX3093" fmla="*/ 5616834 w 6187971"/>
                    <a:gd name="connsiteY3093" fmla="*/ 2244735 h 5955635"/>
                    <a:gd name="connsiteX3094" fmla="*/ 5615871 w 6187971"/>
                    <a:gd name="connsiteY3094" fmla="*/ 2240230 h 5955635"/>
                    <a:gd name="connsiteX3095" fmla="*/ 5613947 w 6187971"/>
                    <a:gd name="connsiteY3095" fmla="*/ 2231223 h 5955635"/>
                    <a:gd name="connsiteX3096" fmla="*/ 5610406 w 6187971"/>
                    <a:gd name="connsiteY3096" fmla="*/ 2236688 h 5955635"/>
                    <a:gd name="connsiteX3097" fmla="*/ 5611368 w 6187971"/>
                    <a:gd name="connsiteY3097" fmla="*/ 2241193 h 5955635"/>
                    <a:gd name="connsiteX3098" fmla="*/ 5612330 w 6187971"/>
                    <a:gd name="connsiteY3098" fmla="*/ 2245697 h 5955635"/>
                    <a:gd name="connsiteX3099" fmla="*/ 5610713 w 6187971"/>
                    <a:gd name="connsiteY3099" fmla="*/ 2260171 h 5955635"/>
                    <a:gd name="connsiteX3100" fmla="*/ 5616179 w 6187971"/>
                    <a:gd name="connsiteY3100" fmla="*/ 2263712 h 5955635"/>
                    <a:gd name="connsiteX3101" fmla="*/ 5615217 w 6187971"/>
                    <a:gd name="connsiteY3101" fmla="*/ 2259209 h 5955635"/>
                    <a:gd name="connsiteX3102" fmla="*/ 5618758 w 6187971"/>
                    <a:gd name="connsiteY3102" fmla="*/ 2253742 h 5955635"/>
                    <a:gd name="connsiteX3103" fmla="*/ 5621645 w 6187971"/>
                    <a:gd name="connsiteY3103" fmla="*/ 2267254 h 5955635"/>
                    <a:gd name="connsiteX3104" fmla="*/ 5622607 w 6187971"/>
                    <a:gd name="connsiteY3104" fmla="*/ 2271759 h 5955635"/>
                    <a:gd name="connsiteX3105" fmla="*/ 5607785 w 6187971"/>
                    <a:gd name="connsiteY3105" fmla="*/ 2312602 h 5955635"/>
                    <a:gd name="connsiteX3106" fmla="*/ 5591734 w 6187971"/>
                    <a:gd name="connsiteY3106" fmla="*/ 2259516 h 5955635"/>
                    <a:gd name="connsiteX3107" fmla="*/ 5577568 w 6187971"/>
                    <a:gd name="connsiteY3107" fmla="*/ 2281381 h 5955635"/>
                    <a:gd name="connsiteX3108" fmla="*/ 5509432 w 6187971"/>
                    <a:gd name="connsiteY3108" fmla="*/ 2182907 h 5955635"/>
                    <a:gd name="connsiteX3109" fmla="*/ 5508469 w 6187971"/>
                    <a:gd name="connsiteY3109" fmla="*/ 2178402 h 5955635"/>
                    <a:gd name="connsiteX3110" fmla="*/ 5506545 w 6187971"/>
                    <a:gd name="connsiteY3110" fmla="*/ 2169395 h 5955635"/>
                    <a:gd name="connsiteX3111" fmla="*/ 5501079 w 6187971"/>
                    <a:gd name="connsiteY3111" fmla="*/ 2165852 h 5955635"/>
                    <a:gd name="connsiteX3112" fmla="*/ 5476981 w 6187971"/>
                    <a:gd name="connsiteY3112" fmla="*/ 2119196 h 5955635"/>
                    <a:gd name="connsiteX3113" fmla="*/ 5468629 w 6187971"/>
                    <a:gd name="connsiteY3113" fmla="*/ 2102141 h 5955635"/>
                    <a:gd name="connsiteX3114" fmla="*/ 5463162 w 6187971"/>
                    <a:gd name="connsiteY3114" fmla="*/ 2098599 h 5955635"/>
                    <a:gd name="connsiteX3115" fmla="*/ 5462200 w 6187971"/>
                    <a:gd name="connsiteY3115" fmla="*/ 2094096 h 5955635"/>
                    <a:gd name="connsiteX3116" fmla="*/ 5457696 w 6187971"/>
                    <a:gd name="connsiteY3116" fmla="*/ 2095058 h 5955635"/>
                    <a:gd name="connsiteX3117" fmla="*/ 5456733 w 6187971"/>
                    <a:gd name="connsiteY3117" fmla="*/ 2090554 h 5955635"/>
                    <a:gd name="connsiteX3118" fmla="*/ 5443876 w 6187971"/>
                    <a:gd name="connsiteY3118" fmla="*/ 2074462 h 5955635"/>
                    <a:gd name="connsiteX3119" fmla="*/ 5442259 w 6187971"/>
                    <a:gd name="connsiteY3119" fmla="*/ 2088936 h 5955635"/>
                    <a:gd name="connsiteX3120" fmla="*/ 5431327 w 6187971"/>
                    <a:gd name="connsiteY3120" fmla="*/ 2081853 h 5955635"/>
                    <a:gd name="connsiteX3121" fmla="*/ 5418162 w 6187971"/>
                    <a:gd name="connsiteY3121" fmla="*/ 2042279 h 5955635"/>
                    <a:gd name="connsiteX3122" fmla="*/ 5359035 w 6187971"/>
                    <a:gd name="connsiteY3122" fmla="*/ 1941880 h 5955635"/>
                    <a:gd name="connsiteX3123" fmla="*/ 5344253 w 6187971"/>
                    <a:gd name="connsiteY3123" fmla="*/ 1916780 h 5955635"/>
                    <a:gd name="connsiteX3124" fmla="*/ 5293479 w 6187971"/>
                    <a:gd name="connsiteY3124" fmla="*/ 1833435 h 5955635"/>
                    <a:gd name="connsiteX3125" fmla="*/ 5290593 w 6187971"/>
                    <a:gd name="connsiteY3125" fmla="*/ 1819923 h 5955635"/>
                    <a:gd name="connsiteX3126" fmla="*/ 5279659 w 6187971"/>
                    <a:gd name="connsiteY3126" fmla="*/ 1812840 h 5955635"/>
                    <a:gd name="connsiteX3127" fmla="*/ 5283202 w 6187971"/>
                    <a:gd name="connsiteY3127" fmla="*/ 1807373 h 5955635"/>
                    <a:gd name="connsiteX3128" fmla="*/ 5242706 w 6187971"/>
                    <a:gd name="connsiteY3128" fmla="*/ 1750090 h 5955635"/>
                    <a:gd name="connsiteX3129" fmla="*/ 5251713 w 6187971"/>
                    <a:gd name="connsiteY3129" fmla="*/ 1748165 h 5955635"/>
                    <a:gd name="connsiteX3130" fmla="*/ 5235314 w 6187971"/>
                    <a:gd name="connsiteY3130" fmla="*/ 1737540 h 5955635"/>
                    <a:gd name="connsiteX3131" fmla="*/ 5215066 w 6187971"/>
                    <a:gd name="connsiteY3131" fmla="*/ 1708898 h 5955635"/>
                    <a:gd name="connsiteX3132" fmla="*/ 5214104 w 6187971"/>
                    <a:gd name="connsiteY3132" fmla="*/ 1704395 h 5955635"/>
                    <a:gd name="connsiteX3133" fmla="*/ 5218608 w 6187971"/>
                    <a:gd name="connsiteY3133" fmla="*/ 1703433 h 5955635"/>
                    <a:gd name="connsiteX3134" fmla="*/ 5223112 w 6187971"/>
                    <a:gd name="connsiteY3134" fmla="*/ 1702470 h 5955635"/>
                    <a:gd name="connsiteX3135" fmla="*/ 5222150 w 6187971"/>
                    <a:gd name="connsiteY3135" fmla="*/ 1697966 h 5955635"/>
                    <a:gd name="connsiteX3136" fmla="*/ 5212834 w 6187971"/>
                    <a:gd name="connsiteY3136" fmla="*/ 1676408 h 5955635"/>
                    <a:gd name="connsiteX3137" fmla="*/ 5217338 w 6187971"/>
                    <a:gd name="connsiteY3137" fmla="*/ 1675445 h 5955635"/>
                    <a:gd name="connsiteX3138" fmla="*/ 5216376 w 6187971"/>
                    <a:gd name="connsiteY3138" fmla="*/ 1670942 h 5955635"/>
                    <a:gd name="connsiteX3139" fmla="*/ 5210910 w 6187971"/>
                    <a:gd name="connsiteY3139" fmla="*/ 1667400 h 5955635"/>
                    <a:gd name="connsiteX3140" fmla="*/ 5156595 w 6187971"/>
                    <a:gd name="connsiteY3140" fmla="*/ 1589521 h 5955635"/>
                    <a:gd name="connsiteX3141" fmla="*/ 5088767 w 6187971"/>
                    <a:gd name="connsiteY3141" fmla="*/ 1514530 h 5955635"/>
                    <a:gd name="connsiteX3142" fmla="*/ 5031871 w 6187971"/>
                    <a:gd name="connsiteY3142" fmla="*/ 1446621 h 5955635"/>
                    <a:gd name="connsiteX3143" fmla="*/ 4977555 w 6187971"/>
                    <a:gd name="connsiteY3143" fmla="*/ 1368743 h 5955635"/>
                    <a:gd name="connsiteX3144" fmla="*/ 4950224 w 6187971"/>
                    <a:gd name="connsiteY3144" fmla="*/ 1351033 h 5955635"/>
                    <a:gd name="connsiteX3145" fmla="*/ 4949261 w 6187971"/>
                    <a:gd name="connsiteY3145" fmla="*/ 1346529 h 5955635"/>
                    <a:gd name="connsiteX3146" fmla="*/ 4942833 w 6187971"/>
                    <a:gd name="connsiteY3146" fmla="*/ 1338484 h 5955635"/>
                    <a:gd name="connsiteX3147" fmla="*/ 4939291 w 6187971"/>
                    <a:gd name="connsiteY3147" fmla="*/ 1343950 h 5955635"/>
                    <a:gd name="connsiteX3148" fmla="*/ 4736115 w 6187971"/>
                    <a:gd name="connsiteY3148" fmla="*/ 1142457 h 5955635"/>
                    <a:gd name="connsiteX3149" fmla="*/ 4735152 w 6187971"/>
                    <a:gd name="connsiteY3149" fmla="*/ 1137953 h 5955635"/>
                    <a:gd name="connsiteX3150" fmla="*/ 4778882 w 6187971"/>
                    <a:gd name="connsiteY3150" fmla="*/ 1166287 h 5955635"/>
                    <a:gd name="connsiteX3151" fmla="*/ 4782731 w 6187971"/>
                    <a:gd name="connsiteY3151" fmla="*/ 1184304 h 5955635"/>
                    <a:gd name="connsiteX3152" fmla="*/ 4821959 w 6187971"/>
                    <a:gd name="connsiteY3152" fmla="*/ 1213600 h 5955635"/>
                    <a:gd name="connsiteX3153" fmla="*/ 4857643 w 6187971"/>
                    <a:gd name="connsiteY3153" fmla="*/ 1248362 h 5955635"/>
                    <a:gd name="connsiteX3154" fmla="*/ 4916156 w 6187971"/>
                    <a:gd name="connsiteY3154" fmla="*/ 1301797 h 5955635"/>
                    <a:gd name="connsiteX3155" fmla="*/ 4953765 w 6187971"/>
                    <a:gd name="connsiteY3155" fmla="*/ 1345567 h 5955635"/>
                    <a:gd name="connsiteX3156" fmla="*/ 5006812 w 6187971"/>
                    <a:gd name="connsiteY3156" fmla="*/ 1395460 h 5955635"/>
                    <a:gd name="connsiteX3157" fmla="*/ 5007774 w 6187971"/>
                    <a:gd name="connsiteY3157" fmla="*/ 1399963 h 5955635"/>
                    <a:gd name="connsiteX3158" fmla="*/ 5008736 w 6187971"/>
                    <a:gd name="connsiteY3158" fmla="*/ 1404467 h 5955635"/>
                    <a:gd name="connsiteX3159" fmla="*/ 5013240 w 6187971"/>
                    <a:gd name="connsiteY3159" fmla="*/ 1403505 h 5955635"/>
                    <a:gd name="connsiteX3160" fmla="*/ 5027059 w 6187971"/>
                    <a:gd name="connsiteY3160" fmla="*/ 1424100 h 5955635"/>
                    <a:gd name="connsiteX3161" fmla="*/ 5028022 w 6187971"/>
                    <a:gd name="connsiteY3161" fmla="*/ 1428605 h 5955635"/>
                    <a:gd name="connsiteX3162" fmla="*/ 5033488 w 6187971"/>
                    <a:gd name="connsiteY3162" fmla="*/ 1432147 h 5955635"/>
                    <a:gd name="connsiteX3163" fmla="*/ 5032526 w 6187971"/>
                    <a:gd name="connsiteY3163" fmla="*/ 1427642 h 5955635"/>
                    <a:gd name="connsiteX3164" fmla="*/ 5074640 w 6187971"/>
                    <a:gd name="connsiteY3164" fmla="*/ 1470451 h 5955635"/>
                    <a:gd name="connsiteX3165" fmla="*/ 5070135 w 6187971"/>
                    <a:gd name="connsiteY3165" fmla="*/ 1471414 h 5955635"/>
                    <a:gd name="connsiteX3166" fmla="*/ 5071097 w 6187971"/>
                    <a:gd name="connsiteY3166" fmla="*/ 1475917 h 5955635"/>
                    <a:gd name="connsiteX3167" fmla="*/ 5076564 w 6187971"/>
                    <a:gd name="connsiteY3167" fmla="*/ 1479459 h 5955635"/>
                    <a:gd name="connsiteX3168" fmla="*/ 5081068 w 6187971"/>
                    <a:gd name="connsiteY3168" fmla="*/ 1478497 h 5955635"/>
                    <a:gd name="connsiteX3169" fmla="*/ 5082031 w 6187971"/>
                    <a:gd name="connsiteY3169" fmla="*/ 1483001 h 5955635"/>
                    <a:gd name="connsiteX3170" fmla="*/ 5096812 w 6187971"/>
                    <a:gd name="connsiteY3170" fmla="*/ 1508101 h 5955635"/>
                    <a:gd name="connsiteX3171" fmla="*/ 5106783 w 6187971"/>
                    <a:gd name="connsiteY3171" fmla="*/ 1510680 h 5955635"/>
                    <a:gd name="connsiteX3172" fmla="*/ 5113211 w 6187971"/>
                    <a:gd name="connsiteY3172" fmla="*/ 1518726 h 5955635"/>
                    <a:gd name="connsiteX3173" fmla="*/ 5109670 w 6187971"/>
                    <a:gd name="connsiteY3173" fmla="*/ 1524192 h 5955635"/>
                    <a:gd name="connsiteX3174" fmla="*/ 5115135 w 6187971"/>
                    <a:gd name="connsiteY3174" fmla="*/ 1527734 h 5955635"/>
                    <a:gd name="connsiteX3175" fmla="*/ 5120602 w 6187971"/>
                    <a:gd name="connsiteY3175" fmla="*/ 1531276 h 5955635"/>
                    <a:gd name="connsiteX3176" fmla="*/ 5151783 w 6187971"/>
                    <a:gd name="connsiteY3176" fmla="*/ 1567000 h 5955635"/>
                    <a:gd name="connsiteX3177" fmla="*/ 5143430 w 6187971"/>
                    <a:gd name="connsiteY3177" fmla="*/ 1549947 h 5955635"/>
                    <a:gd name="connsiteX3178" fmla="*/ 5126069 w 6187971"/>
                    <a:gd name="connsiteY3178" fmla="*/ 1534818 h 5955635"/>
                    <a:gd name="connsiteX3179" fmla="*/ 5125106 w 6187971"/>
                    <a:gd name="connsiteY3179" fmla="*/ 1530313 h 5955635"/>
                    <a:gd name="connsiteX3180" fmla="*/ 5124144 w 6187971"/>
                    <a:gd name="connsiteY3180" fmla="*/ 1525809 h 5955635"/>
                    <a:gd name="connsiteX3181" fmla="*/ 5117715 w 6187971"/>
                    <a:gd name="connsiteY3181" fmla="*/ 1517764 h 5955635"/>
                    <a:gd name="connsiteX3182" fmla="*/ 5087496 w 6187971"/>
                    <a:gd name="connsiteY3182" fmla="*/ 1486543 h 5955635"/>
                    <a:gd name="connsiteX3183" fmla="*/ 5085572 w 6187971"/>
                    <a:gd name="connsiteY3183" fmla="*/ 1477535 h 5955635"/>
                    <a:gd name="connsiteX3184" fmla="*/ 5084609 w 6187971"/>
                    <a:gd name="connsiteY3184" fmla="*/ 1473030 h 5955635"/>
                    <a:gd name="connsiteX3185" fmla="*/ 5082685 w 6187971"/>
                    <a:gd name="connsiteY3185" fmla="*/ 1464022 h 5955635"/>
                    <a:gd name="connsiteX3186" fmla="*/ 5078182 w 6187971"/>
                    <a:gd name="connsiteY3186" fmla="*/ 1464985 h 5955635"/>
                    <a:gd name="connsiteX3187" fmla="*/ 5073677 w 6187971"/>
                    <a:gd name="connsiteY3187" fmla="*/ 1465947 h 5955635"/>
                    <a:gd name="connsiteX3188" fmla="*/ 5056316 w 6187971"/>
                    <a:gd name="connsiteY3188" fmla="*/ 1450817 h 5955635"/>
                    <a:gd name="connsiteX3189" fmla="*/ 5037030 w 6187971"/>
                    <a:gd name="connsiteY3189" fmla="*/ 1426680 h 5955635"/>
                    <a:gd name="connsiteX3190" fmla="*/ 5036068 w 6187971"/>
                    <a:gd name="connsiteY3190" fmla="*/ 1422176 h 5955635"/>
                    <a:gd name="connsiteX3191" fmla="*/ 5035106 w 6187971"/>
                    <a:gd name="connsiteY3191" fmla="*/ 1417673 h 5955635"/>
                    <a:gd name="connsiteX3192" fmla="*/ 5017744 w 6187971"/>
                    <a:gd name="connsiteY3192" fmla="*/ 1402543 h 5955635"/>
                    <a:gd name="connsiteX3193" fmla="*/ 5023210 w 6187971"/>
                    <a:gd name="connsiteY3193" fmla="*/ 1406085 h 5955635"/>
                    <a:gd name="connsiteX3194" fmla="*/ 5022248 w 6187971"/>
                    <a:gd name="connsiteY3194" fmla="*/ 1401581 h 5955635"/>
                    <a:gd name="connsiteX3195" fmla="*/ 5016781 w 6187971"/>
                    <a:gd name="connsiteY3195" fmla="*/ 1398039 h 5955635"/>
                    <a:gd name="connsiteX3196" fmla="*/ 5011316 w 6187971"/>
                    <a:gd name="connsiteY3196" fmla="*/ 1394497 h 5955635"/>
                    <a:gd name="connsiteX3197" fmla="*/ 5003925 w 6187971"/>
                    <a:gd name="connsiteY3197" fmla="*/ 1381948 h 5955635"/>
                    <a:gd name="connsiteX3198" fmla="*/ 4992992 w 6187971"/>
                    <a:gd name="connsiteY3198" fmla="*/ 1374863 h 5955635"/>
                    <a:gd name="connsiteX3199" fmla="*/ 5002962 w 6187971"/>
                    <a:gd name="connsiteY3199" fmla="*/ 1377443 h 5955635"/>
                    <a:gd name="connsiteX3200" fmla="*/ 4986564 w 6187971"/>
                    <a:gd name="connsiteY3200" fmla="*/ 1366818 h 5955635"/>
                    <a:gd name="connsiteX3201" fmla="*/ 4968240 w 6187971"/>
                    <a:gd name="connsiteY3201" fmla="*/ 1347184 h 5955635"/>
                    <a:gd name="connsiteX3202" fmla="*/ 4981752 w 6187971"/>
                    <a:gd name="connsiteY3202" fmla="*/ 1344297 h 5955635"/>
                    <a:gd name="connsiteX3203" fmla="*/ 4959887 w 6187971"/>
                    <a:gd name="connsiteY3203" fmla="*/ 1330131 h 5955635"/>
                    <a:gd name="connsiteX3204" fmla="*/ 4964391 w 6187971"/>
                    <a:gd name="connsiteY3204" fmla="*/ 1329169 h 5955635"/>
                    <a:gd name="connsiteX3205" fmla="*/ 4963429 w 6187971"/>
                    <a:gd name="connsiteY3205" fmla="*/ 1324664 h 5955635"/>
                    <a:gd name="connsiteX3206" fmla="*/ 4957962 w 6187971"/>
                    <a:gd name="connsiteY3206" fmla="*/ 1321122 h 5955635"/>
                    <a:gd name="connsiteX3207" fmla="*/ 4941563 w 6187971"/>
                    <a:gd name="connsiteY3207" fmla="*/ 1310497 h 5955635"/>
                    <a:gd name="connsiteX3208" fmla="*/ 4935134 w 6187971"/>
                    <a:gd name="connsiteY3208" fmla="*/ 1302452 h 5955635"/>
                    <a:gd name="connsiteX3209" fmla="*/ 4929668 w 6187971"/>
                    <a:gd name="connsiteY3209" fmla="*/ 1298910 h 5955635"/>
                    <a:gd name="connsiteX3210" fmla="*/ 4930630 w 6187971"/>
                    <a:gd name="connsiteY3210" fmla="*/ 1303414 h 5955635"/>
                    <a:gd name="connsiteX3211" fmla="*/ 4931592 w 6187971"/>
                    <a:gd name="connsiteY3211" fmla="*/ 1307917 h 5955635"/>
                    <a:gd name="connsiteX3212" fmla="*/ 4901375 w 6187971"/>
                    <a:gd name="connsiteY3212" fmla="*/ 1276697 h 5955635"/>
                    <a:gd name="connsiteX3213" fmla="*/ 4915849 w 6187971"/>
                    <a:gd name="connsiteY3213" fmla="*/ 1278314 h 5955635"/>
                    <a:gd name="connsiteX3214" fmla="*/ 4883050 w 6187971"/>
                    <a:gd name="connsiteY3214" fmla="*/ 1257063 h 5955635"/>
                    <a:gd name="connsiteX3215" fmla="*/ 4852832 w 6187971"/>
                    <a:gd name="connsiteY3215" fmla="*/ 1225842 h 5955635"/>
                    <a:gd name="connsiteX3216" fmla="*/ 4858299 w 6187971"/>
                    <a:gd name="connsiteY3216" fmla="*/ 1229384 h 5955635"/>
                    <a:gd name="connsiteX3217" fmla="*/ 4862802 w 6187971"/>
                    <a:gd name="connsiteY3217" fmla="*/ 1228422 h 5955635"/>
                    <a:gd name="connsiteX3218" fmla="*/ 4867307 w 6187971"/>
                    <a:gd name="connsiteY3218" fmla="*/ 1227460 h 5955635"/>
                    <a:gd name="connsiteX3219" fmla="*/ 4860878 w 6187971"/>
                    <a:gd name="connsiteY3219" fmla="*/ 1219413 h 5955635"/>
                    <a:gd name="connsiteX3220" fmla="*/ 4865382 w 6187971"/>
                    <a:gd name="connsiteY3220" fmla="*/ 1218451 h 5955635"/>
                    <a:gd name="connsiteX3221" fmla="*/ 4870849 w 6187971"/>
                    <a:gd name="connsiteY3221" fmla="*/ 1221993 h 5955635"/>
                    <a:gd name="connsiteX3222" fmla="*/ 4871811 w 6187971"/>
                    <a:gd name="connsiteY3222" fmla="*/ 1226498 h 5955635"/>
                    <a:gd name="connsiteX3223" fmla="*/ 4877276 w 6187971"/>
                    <a:gd name="connsiteY3223" fmla="*/ 1230039 h 5955635"/>
                    <a:gd name="connsiteX3224" fmla="*/ 4882743 w 6187971"/>
                    <a:gd name="connsiteY3224" fmla="*/ 1233581 h 5955635"/>
                    <a:gd name="connsiteX3225" fmla="*/ 5003618 w 6187971"/>
                    <a:gd name="connsiteY3225" fmla="*/ 1358465 h 5955635"/>
                    <a:gd name="connsiteX3226" fmla="*/ 5004580 w 6187971"/>
                    <a:gd name="connsiteY3226" fmla="*/ 1362969 h 5955635"/>
                    <a:gd name="connsiteX3227" fmla="*/ 5010045 w 6187971"/>
                    <a:gd name="connsiteY3227" fmla="*/ 1366510 h 5955635"/>
                    <a:gd name="connsiteX3228" fmla="*/ 5033836 w 6187971"/>
                    <a:gd name="connsiteY3228" fmla="*/ 1389686 h 5955635"/>
                    <a:gd name="connsiteX3229" fmla="*/ 5041227 w 6187971"/>
                    <a:gd name="connsiteY3229" fmla="*/ 1402236 h 5955635"/>
                    <a:gd name="connsiteX3230" fmla="*/ 5046693 w 6187971"/>
                    <a:gd name="connsiteY3230" fmla="*/ 1405777 h 5955635"/>
                    <a:gd name="connsiteX3231" fmla="*/ 5075949 w 6187971"/>
                    <a:gd name="connsiteY3231" fmla="*/ 1432494 h 5955635"/>
                    <a:gd name="connsiteX3232" fmla="*/ 5081416 w 6187971"/>
                    <a:gd name="connsiteY3232" fmla="*/ 1436036 h 5955635"/>
                    <a:gd name="connsiteX3233" fmla="*/ 5084302 w 6187971"/>
                    <a:gd name="connsiteY3233" fmla="*/ 1449548 h 5955635"/>
                    <a:gd name="connsiteX3234" fmla="*/ 5113559 w 6187971"/>
                    <a:gd name="connsiteY3234" fmla="*/ 1476265 h 5955635"/>
                    <a:gd name="connsiteX3235" fmla="*/ 5119025 w 6187971"/>
                    <a:gd name="connsiteY3235" fmla="*/ 1479807 h 5955635"/>
                    <a:gd name="connsiteX3236" fmla="*/ 5119987 w 6187971"/>
                    <a:gd name="connsiteY3236" fmla="*/ 1484311 h 5955635"/>
                    <a:gd name="connsiteX3237" fmla="*/ 5205484 w 6187971"/>
                    <a:gd name="connsiteY3237" fmla="*/ 1597915 h 5955635"/>
                    <a:gd name="connsiteX3238" fmla="*/ 5217379 w 6187971"/>
                    <a:gd name="connsiteY3238" fmla="*/ 1609503 h 5955635"/>
                    <a:gd name="connsiteX3239" fmla="*/ 5220266 w 6187971"/>
                    <a:gd name="connsiteY3239" fmla="*/ 1623015 h 5955635"/>
                    <a:gd name="connsiteX3240" fmla="*/ 5229274 w 6187971"/>
                    <a:gd name="connsiteY3240" fmla="*/ 1621090 h 5955635"/>
                    <a:gd name="connsiteX3241" fmla="*/ 5235702 w 6187971"/>
                    <a:gd name="connsiteY3241" fmla="*/ 1629136 h 5955635"/>
                    <a:gd name="connsiteX3242" fmla="*/ 5271695 w 6187971"/>
                    <a:gd name="connsiteY3242" fmla="*/ 1687381 h 5955635"/>
                    <a:gd name="connsiteX3243" fmla="*/ 5272657 w 6187971"/>
                    <a:gd name="connsiteY3243" fmla="*/ 1691885 h 5955635"/>
                    <a:gd name="connsiteX3244" fmla="*/ 5274581 w 6187971"/>
                    <a:gd name="connsiteY3244" fmla="*/ 1700893 h 5955635"/>
                    <a:gd name="connsiteX3245" fmla="*/ 5279086 w 6187971"/>
                    <a:gd name="connsiteY3245" fmla="*/ 1699931 h 5955635"/>
                    <a:gd name="connsiteX3246" fmla="*/ 5325048 w 6187971"/>
                    <a:gd name="connsiteY3246" fmla="*/ 1760755 h 5955635"/>
                    <a:gd name="connsiteX3247" fmla="*/ 5380326 w 6187971"/>
                    <a:gd name="connsiteY3247" fmla="*/ 1843138 h 5955635"/>
                    <a:gd name="connsiteX3248" fmla="*/ 5408928 w 6187971"/>
                    <a:gd name="connsiteY3248" fmla="*/ 1888834 h 5955635"/>
                    <a:gd name="connsiteX3249" fmla="*/ 5409890 w 6187971"/>
                    <a:gd name="connsiteY3249" fmla="*/ 1893338 h 5955635"/>
                    <a:gd name="connsiteX3250" fmla="*/ 5410852 w 6187971"/>
                    <a:gd name="connsiteY3250" fmla="*/ 1897842 h 5955635"/>
                    <a:gd name="connsiteX3251" fmla="*/ 5411815 w 6187971"/>
                    <a:gd name="connsiteY3251" fmla="*/ 1902346 h 5955635"/>
                    <a:gd name="connsiteX3252" fmla="*/ 5416318 w 6187971"/>
                    <a:gd name="connsiteY3252" fmla="*/ 1901384 h 5955635"/>
                    <a:gd name="connsiteX3253" fmla="*/ 5426289 w 6187971"/>
                    <a:gd name="connsiteY3253" fmla="*/ 1903964 h 5955635"/>
                    <a:gd name="connsiteX3254" fmla="*/ 5442032 w 6187971"/>
                    <a:gd name="connsiteY3254" fmla="*/ 1933567 h 5955635"/>
                    <a:gd name="connsiteX3255" fmla="*/ 5452966 w 6187971"/>
                    <a:gd name="connsiteY3255" fmla="*/ 1940651 h 5955635"/>
                    <a:gd name="connsiteX3256" fmla="*/ 5418898 w 6187971"/>
                    <a:gd name="connsiteY3256" fmla="*/ 1891414 h 5955635"/>
                    <a:gd name="connsiteX3257" fmla="*/ 5416973 w 6187971"/>
                    <a:gd name="connsiteY3257" fmla="*/ 1882405 h 5955635"/>
                    <a:gd name="connsiteX3258" fmla="*/ 5411507 w 6187971"/>
                    <a:gd name="connsiteY3258" fmla="*/ 1878863 h 5955635"/>
                    <a:gd name="connsiteX3259" fmla="*/ 5373590 w 6187971"/>
                    <a:gd name="connsiteY3259" fmla="*/ 1811610 h 5955635"/>
                    <a:gd name="connsiteX3260" fmla="*/ 5274930 w 6187971"/>
                    <a:gd name="connsiteY3260" fmla="*/ 1658432 h 5955635"/>
                    <a:gd name="connsiteX3261" fmla="*/ 5173689 w 6187971"/>
                    <a:gd name="connsiteY3261" fmla="*/ 1515224 h 5955635"/>
                    <a:gd name="connsiteX3262" fmla="*/ 5155366 w 6187971"/>
                    <a:gd name="connsiteY3262" fmla="*/ 1495591 h 5955635"/>
                    <a:gd name="connsiteX3263" fmla="*/ 5077260 w 6187971"/>
                    <a:gd name="connsiteY3263" fmla="*/ 1394538 h 5955635"/>
                    <a:gd name="connsiteX3264" fmla="*/ 5047041 w 6187971"/>
                    <a:gd name="connsiteY3264" fmla="*/ 1363316 h 5955635"/>
                    <a:gd name="connsiteX3265" fmla="*/ 4981137 w 6187971"/>
                    <a:gd name="connsiteY3265" fmla="*/ 1297332 h 5955635"/>
                    <a:gd name="connsiteX3266" fmla="*/ 4867654 w 6187971"/>
                    <a:gd name="connsiteY3266" fmla="*/ 1184998 h 5955635"/>
                    <a:gd name="connsiteX3267" fmla="*/ 4840323 w 6187971"/>
                    <a:gd name="connsiteY3267" fmla="*/ 1167290 h 5955635"/>
                    <a:gd name="connsiteX3268" fmla="*/ 4809142 w 6187971"/>
                    <a:gd name="connsiteY3268" fmla="*/ 1131565 h 5955635"/>
                    <a:gd name="connsiteX3269" fmla="*/ 4799171 w 6187971"/>
                    <a:gd name="connsiteY3269" fmla="*/ 1128985 h 5955635"/>
                    <a:gd name="connsiteX3270" fmla="*/ 4740659 w 6187971"/>
                    <a:gd name="connsiteY3270" fmla="*/ 1075551 h 5955635"/>
                    <a:gd name="connsiteX3271" fmla="*/ 4720718 w 6187971"/>
                    <a:gd name="connsiteY3271" fmla="*/ 1070392 h 5955635"/>
                    <a:gd name="connsiteX3272" fmla="*/ 4707860 w 6187971"/>
                    <a:gd name="connsiteY3272" fmla="*/ 1054300 h 5955635"/>
                    <a:gd name="connsiteX3273" fmla="*/ 4541946 w 6187971"/>
                    <a:gd name="connsiteY3273" fmla="*/ 939039 h 5955635"/>
                    <a:gd name="connsiteX3274" fmla="*/ 4469921 w 6187971"/>
                    <a:gd name="connsiteY3274" fmla="*/ 888492 h 5955635"/>
                    <a:gd name="connsiteX3275" fmla="*/ 4428114 w 6187971"/>
                    <a:gd name="connsiteY3275" fmla="*/ 869166 h 5955635"/>
                    <a:gd name="connsiteX3276" fmla="*/ 4416220 w 6187971"/>
                    <a:gd name="connsiteY3276" fmla="*/ 857578 h 5955635"/>
                    <a:gd name="connsiteX3277" fmla="*/ 4395317 w 6187971"/>
                    <a:gd name="connsiteY3277" fmla="*/ 847916 h 5955635"/>
                    <a:gd name="connsiteX3278" fmla="*/ 4394354 w 6187971"/>
                    <a:gd name="connsiteY3278" fmla="*/ 843411 h 5955635"/>
                    <a:gd name="connsiteX3279" fmla="*/ 4419762 w 6187971"/>
                    <a:gd name="connsiteY3279" fmla="*/ 852112 h 5955635"/>
                    <a:gd name="connsiteX3280" fmla="*/ 4420724 w 6187971"/>
                    <a:gd name="connsiteY3280" fmla="*/ 856616 h 5955635"/>
                    <a:gd name="connsiteX3281" fmla="*/ 4430694 w 6187971"/>
                    <a:gd name="connsiteY3281" fmla="*/ 859196 h 5955635"/>
                    <a:gd name="connsiteX3282" fmla="*/ 4435199 w 6187971"/>
                    <a:gd name="connsiteY3282" fmla="*/ 858234 h 5955635"/>
                    <a:gd name="connsiteX3283" fmla="*/ 4440664 w 6187971"/>
                    <a:gd name="connsiteY3283" fmla="*/ 861775 h 5955635"/>
                    <a:gd name="connsiteX3284" fmla="*/ 4445168 w 6187971"/>
                    <a:gd name="connsiteY3284" fmla="*/ 860813 h 5955635"/>
                    <a:gd name="connsiteX3285" fmla="*/ 4477005 w 6187971"/>
                    <a:gd name="connsiteY3285" fmla="*/ 877560 h 5955635"/>
                    <a:gd name="connsiteX3286" fmla="*/ 4482471 w 6187971"/>
                    <a:gd name="connsiteY3286" fmla="*/ 881101 h 5955635"/>
                    <a:gd name="connsiteX3287" fmla="*/ 4486975 w 6187971"/>
                    <a:gd name="connsiteY3287" fmla="*/ 880139 h 5955635"/>
                    <a:gd name="connsiteX3288" fmla="*/ 4487937 w 6187971"/>
                    <a:gd name="connsiteY3288" fmla="*/ 884643 h 5955635"/>
                    <a:gd name="connsiteX3289" fmla="*/ 4484395 w 6187971"/>
                    <a:gd name="connsiteY3289" fmla="*/ 890110 h 5955635"/>
                    <a:gd name="connsiteX3290" fmla="*/ 4507878 w 6187971"/>
                    <a:gd name="connsiteY3290" fmla="*/ 889801 h 5955635"/>
                    <a:gd name="connsiteX3291" fmla="*/ 4547105 w 6187971"/>
                    <a:gd name="connsiteY3291" fmla="*/ 919098 h 5955635"/>
                    <a:gd name="connsiteX3292" fmla="*/ 4542600 w 6187971"/>
                    <a:gd name="connsiteY3292" fmla="*/ 920061 h 5955635"/>
                    <a:gd name="connsiteX3293" fmla="*/ 4548067 w 6187971"/>
                    <a:gd name="connsiteY3293" fmla="*/ 923603 h 5955635"/>
                    <a:gd name="connsiteX3294" fmla="*/ 4533593 w 6187971"/>
                    <a:gd name="connsiteY3294" fmla="*/ 921985 h 5955635"/>
                    <a:gd name="connsiteX3295" fmla="*/ 4558999 w 6187971"/>
                    <a:gd name="connsiteY3295" fmla="*/ 930686 h 5955635"/>
                    <a:gd name="connsiteX3296" fmla="*/ 4565428 w 6187971"/>
                    <a:gd name="connsiteY3296" fmla="*/ 938732 h 5955635"/>
                    <a:gd name="connsiteX3297" fmla="*/ 4570895 w 6187971"/>
                    <a:gd name="connsiteY3297" fmla="*/ 942274 h 5955635"/>
                    <a:gd name="connsiteX3298" fmla="*/ 4574437 w 6187971"/>
                    <a:gd name="connsiteY3298" fmla="*/ 936808 h 5955635"/>
                    <a:gd name="connsiteX3299" fmla="*/ 4607235 w 6187971"/>
                    <a:gd name="connsiteY3299" fmla="*/ 958058 h 5955635"/>
                    <a:gd name="connsiteX3300" fmla="*/ 4612701 w 6187971"/>
                    <a:gd name="connsiteY3300" fmla="*/ 961599 h 5955635"/>
                    <a:gd name="connsiteX3301" fmla="*/ 4617205 w 6187971"/>
                    <a:gd name="connsiteY3301" fmla="*/ 960637 h 5955635"/>
                    <a:gd name="connsiteX3302" fmla="*/ 4721066 w 6187971"/>
                    <a:gd name="connsiteY3302" fmla="*/ 1027932 h 5955635"/>
                    <a:gd name="connsiteX3303" fmla="*/ 4728457 w 6187971"/>
                    <a:gd name="connsiteY3303" fmla="*/ 1040481 h 5955635"/>
                    <a:gd name="connsiteX3304" fmla="*/ 4738427 w 6187971"/>
                    <a:gd name="connsiteY3304" fmla="*/ 1043060 h 5955635"/>
                    <a:gd name="connsiteX3305" fmla="*/ 4817842 w 6187971"/>
                    <a:gd name="connsiteY3305" fmla="*/ 1106158 h 5955635"/>
                    <a:gd name="connsiteX3306" fmla="*/ 4898221 w 6187971"/>
                    <a:gd name="connsiteY3306" fmla="*/ 1173759 h 5955635"/>
                    <a:gd name="connsiteX3307" fmla="*/ 4905611 w 6187971"/>
                    <a:gd name="connsiteY3307" fmla="*/ 1186309 h 5955635"/>
                    <a:gd name="connsiteX3308" fmla="*/ 4909153 w 6187971"/>
                    <a:gd name="connsiteY3308" fmla="*/ 1180842 h 5955635"/>
                    <a:gd name="connsiteX3309" fmla="*/ 4951267 w 6187971"/>
                    <a:gd name="connsiteY3309" fmla="*/ 1223651 h 5955635"/>
                    <a:gd name="connsiteX3310" fmla="*/ 4980523 w 6187971"/>
                    <a:gd name="connsiteY3310" fmla="*/ 1250367 h 5955635"/>
                    <a:gd name="connsiteX3311" fmla="*/ 5028102 w 6187971"/>
                    <a:gd name="connsiteY3311" fmla="*/ 1296718 h 5955635"/>
                    <a:gd name="connsiteX3312" fmla="*/ 5088540 w 6187971"/>
                    <a:gd name="connsiteY3312" fmla="*/ 1359160 h 5955635"/>
                    <a:gd name="connsiteX3313" fmla="*/ 5090465 w 6187971"/>
                    <a:gd name="connsiteY3313" fmla="*/ 1368168 h 5955635"/>
                    <a:gd name="connsiteX3314" fmla="*/ 5152826 w 6187971"/>
                    <a:gd name="connsiteY3314" fmla="*/ 1439619 h 5955635"/>
                    <a:gd name="connsiteX3315" fmla="*/ 5163758 w 6187971"/>
                    <a:gd name="connsiteY3315" fmla="*/ 1446702 h 5955635"/>
                    <a:gd name="connsiteX3316" fmla="*/ 5190435 w 6187971"/>
                    <a:gd name="connsiteY3316" fmla="*/ 1483389 h 5955635"/>
                    <a:gd name="connsiteX3317" fmla="*/ 5213263 w 6187971"/>
                    <a:gd name="connsiteY3317" fmla="*/ 1502060 h 5955635"/>
                    <a:gd name="connsiteX3318" fmla="*/ 5270466 w 6187971"/>
                    <a:gd name="connsiteY3318" fmla="*/ 1593451 h 5955635"/>
                    <a:gd name="connsiteX3319" fmla="*/ 5352421 w 6187971"/>
                    <a:gd name="connsiteY3319" fmla="*/ 1712521 h 5955635"/>
                    <a:gd name="connsiteX3320" fmla="*/ 5378135 w 6187971"/>
                    <a:gd name="connsiteY3320" fmla="*/ 1744704 h 5955635"/>
                    <a:gd name="connsiteX3321" fmla="*/ 5372669 w 6187971"/>
                    <a:gd name="connsiteY3321" fmla="*/ 1741162 h 5955635"/>
                    <a:gd name="connsiteX3322" fmla="*/ 5401270 w 6187971"/>
                    <a:gd name="connsiteY3322" fmla="*/ 1786858 h 5955635"/>
                    <a:gd name="connsiteX3323" fmla="*/ 5404157 w 6187971"/>
                    <a:gd name="connsiteY3323" fmla="*/ 1800370 h 5955635"/>
                    <a:gd name="connsiteX3324" fmla="*/ 5479989 w 6187971"/>
                    <a:gd name="connsiteY3324" fmla="*/ 1934877 h 5955635"/>
                    <a:gd name="connsiteX3325" fmla="*/ 5475486 w 6187971"/>
                    <a:gd name="connsiteY3325" fmla="*/ 1935839 h 5955635"/>
                    <a:gd name="connsiteX3326" fmla="*/ 5476448 w 6187971"/>
                    <a:gd name="connsiteY3326" fmla="*/ 1940343 h 5955635"/>
                    <a:gd name="connsiteX3327" fmla="*/ 5481913 w 6187971"/>
                    <a:gd name="connsiteY3327" fmla="*/ 1943885 h 5955635"/>
                    <a:gd name="connsiteX3328" fmla="*/ 5506012 w 6187971"/>
                    <a:gd name="connsiteY3328" fmla="*/ 1990543 h 5955635"/>
                    <a:gd name="connsiteX3329" fmla="*/ 5506974 w 6187971"/>
                    <a:gd name="connsiteY3329" fmla="*/ 1995046 h 5955635"/>
                    <a:gd name="connsiteX3330" fmla="*/ 5507936 w 6187971"/>
                    <a:gd name="connsiteY3330" fmla="*/ 1999551 h 5955635"/>
                    <a:gd name="connsiteX3331" fmla="*/ 5512440 w 6187971"/>
                    <a:gd name="connsiteY3331" fmla="*/ 1998588 h 5955635"/>
                    <a:gd name="connsiteX3332" fmla="*/ 5511478 w 6187971"/>
                    <a:gd name="connsiteY3332" fmla="*/ 1994084 h 5955635"/>
                    <a:gd name="connsiteX3333" fmla="*/ 5519831 w 6187971"/>
                    <a:gd name="connsiteY3333" fmla="*/ 2011138 h 5955635"/>
                    <a:gd name="connsiteX3334" fmla="*/ 5528839 w 6187971"/>
                    <a:gd name="connsiteY3334" fmla="*/ 2009213 h 5955635"/>
                    <a:gd name="connsiteX3335" fmla="*/ 5521448 w 6187971"/>
                    <a:gd name="connsiteY3335" fmla="*/ 1996664 h 5955635"/>
                    <a:gd name="connsiteX3336" fmla="*/ 5525952 w 6187971"/>
                    <a:gd name="connsiteY3336" fmla="*/ 1995701 h 5955635"/>
                    <a:gd name="connsiteX3337" fmla="*/ 5500238 w 6187971"/>
                    <a:gd name="connsiteY3337" fmla="*/ 1963519 h 5955635"/>
                    <a:gd name="connsiteX3338" fmla="*/ 5498313 w 6187971"/>
                    <a:gd name="connsiteY3338" fmla="*/ 1954510 h 5955635"/>
                    <a:gd name="connsiteX3339" fmla="*/ 5497351 w 6187971"/>
                    <a:gd name="connsiteY3339" fmla="*/ 1950007 h 5955635"/>
                    <a:gd name="connsiteX3340" fmla="*/ 5496389 w 6187971"/>
                    <a:gd name="connsiteY3340" fmla="*/ 1945502 h 5955635"/>
                    <a:gd name="connsiteX3341" fmla="*/ 5491884 w 6187971"/>
                    <a:gd name="connsiteY3341" fmla="*/ 1946465 h 5955635"/>
                    <a:gd name="connsiteX3342" fmla="*/ 5489960 w 6187971"/>
                    <a:gd name="connsiteY3342" fmla="*/ 1937456 h 5955635"/>
                    <a:gd name="connsiteX3343" fmla="*/ 5499931 w 6187971"/>
                    <a:gd name="connsiteY3343" fmla="*/ 1940036 h 5955635"/>
                    <a:gd name="connsiteX3344" fmla="*/ 5492540 w 6187971"/>
                    <a:gd name="connsiteY3344" fmla="*/ 1927486 h 5955635"/>
                    <a:gd name="connsiteX3345" fmla="*/ 5491577 w 6187971"/>
                    <a:gd name="connsiteY3345" fmla="*/ 1922981 h 5955635"/>
                    <a:gd name="connsiteX3346" fmla="*/ 5490615 w 6187971"/>
                    <a:gd name="connsiteY3346" fmla="*/ 1918478 h 5955635"/>
                    <a:gd name="connsiteX3347" fmla="*/ 5489653 w 6187971"/>
                    <a:gd name="connsiteY3347" fmla="*/ 1913974 h 5955635"/>
                    <a:gd name="connsiteX3348" fmla="*/ 5481299 w 6187971"/>
                    <a:gd name="connsiteY3348" fmla="*/ 1896920 h 5955635"/>
                    <a:gd name="connsiteX3349" fmla="*/ 5475833 w 6187971"/>
                    <a:gd name="connsiteY3349" fmla="*/ 1893379 h 5955635"/>
                    <a:gd name="connsiteX3350" fmla="*/ 5474871 w 6187971"/>
                    <a:gd name="connsiteY3350" fmla="*/ 1888874 h 5955635"/>
                    <a:gd name="connsiteX3351" fmla="*/ 5475833 w 6187971"/>
                    <a:gd name="connsiteY3351" fmla="*/ 1893379 h 5955635"/>
                    <a:gd name="connsiteX3352" fmla="*/ 5452699 w 6187971"/>
                    <a:gd name="connsiteY3352" fmla="*/ 1851225 h 5955635"/>
                    <a:gd name="connsiteX3353" fmla="*/ 5450774 w 6187971"/>
                    <a:gd name="connsiteY3353" fmla="*/ 1842216 h 5955635"/>
                    <a:gd name="connsiteX3354" fmla="*/ 5446270 w 6187971"/>
                    <a:gd name="connsiteY3354" fmla="*/ 1843178 h 5955635"/>
                    <a:gd name="connsiteX3355" fmla="*/ 5424098 w 6187971"/>
                    <a:gd name="connsiteY3355" fmla="*/ 1805529 h 5955635"/>
                    <a:gd name="connsiteX3356" fmla="*/ 5419593 w 6187971"/>
                    <a:gd name="connsiteY3356" fmla="*/ 1806491 h 5955635"/>
                    <a:gd name="connsiteX3357" fmla="*/ 5418631 w 6187971"/>
                    <a:gd name="connsiteY3357" fmla="*/ 1801987 h 5955635"/>
                    <a:gd name="connsiteX3358" fmla="*/ 5423135 w 6187971"/>
                    <a:gd name="connsiteY3358" fmla="*/ 1801025 h 5955635"/>
                    <a:gd name="connsiteX3359" fmla="*/ 5422173 w 6187971"/>
                    <a:gd name="connsiteY3359" fmla="*/ 1796521 h 5955635"/>
                    <a:gd name="connsiteX3360" fmla="*/ 5416707 w 6187971"/>
                    <a:gd name="connsiteY3360" fmla="*/ 1792979 h 5955635"/>
                    <a:gd name="connsiteX3361" fmla="*/ 5349226 w 6187971"/>
                    <a:gd name="connsiteY3361" fmla="*/ 1675527 h 5955635"/>
                    <a:gd name="connsiteX3362" fmla="*/ 5332520 w 6187971"/>
                    <a:gd name="connsiteY3362" fmla="*/ 1641419 h 5955635"/>
                    <a:gd name="connsiteX3363" fmla="*/ 5314197 w 6187971"/>
                    <a:gd name="connsiteY3363" fmla="*/ 1621785 h 5955635"/>
                    <a:gd name="connsiteX3364" fmla="*/ 5288482 w 6187971"/>
                    <a:gd name="connsiteY3364" fmla="*/ 1589602 h 5955635"/>
                    <a:gd name="connsiteX3365" fmla="*/ 5106557 w 6187971"/>
                    <a:gd name="connsiteY3365" fmla="*/ 1355311 h 5955635"/>
                    <a:gd name="connsiteX3366" fmla="*/ 5109135 w 6187971"/>
                    <a:gd name="connsiteY3366" fmla="*/ 1345340 h 5955635"/>
                    <a:gd name="connsiteX3367" fmla="*/ 5110098 w 6187971"/>
                    <a:gd name="connsiteY3367" fmla="*/ 1349844 h 5955635"/>
                    <a:gd name="connsiteX3368" fmla="*/ 5114602 w 6187971"/>
                    <a:gd name="connsiteY3368" fmla="*/ 1348882 h 5955635"/>
                    <a:gd name="connsiteX3369" fmla="*/ 5108173 w 6187971"/>
                    <a:gd name="connsiteY3369" fmla="*/ 1340837 h 5955635"/>
                    <a:gd name="connsiteX3370" fmla="*/ 5105286 w 6187971"/>
                    <a:gd name="connsiteY3370" fmla="*/ 1327325 h 5955635"/>
                    <a:gd name="connsiteX3371" fmla="*/ 5084383 w 6187971"/>
                    <a:gd name="connsiteY3371" fmla="*/ 1317661 h 5955635"/>
                    <a:gd name="connsiteX3372" fmla="*/ 5083421 w 6187971"/>
                    <a:gd name="connsiteY3372" fmla="*/ 1313158 h 5955635"/>
                    <a:gd name="connsiteX3373" fmla="*/ 5077955 w 6187971"/>
                    <a:gd name="connsiteY3373" fmla="*/ 1309615 h 5955635"/>
                    <a:gd name="connsiteX3374" fmla="*/ 5076993 w 6187971"/>
                    <a:gd name="connsiteY3374" fmla="*/ 1305112 h 5955635"/>
                    <a:gd name="connsiteX3375" fmla="*/ 5072489 w 6187971"/>
                    <a:gd name="connsiteY3375" fmla="*/ 1306074 h 5955635"/>
                    <a:gd name="connsiteX3376" fmla="*/ 5066060 w 6187971"/>
                    <a:gd name="connsiteY3376" fmla="*/ 1298028 h 5955635"/>
                    <a:gd name="connsiteX3377" fmla="*/ 5052241 w 6187971"/>
                    <a:gd name="connsiteY3377" fmla="*/ 1277432 h 5955635"/>
                    <a:gd name="connsiteX3378" fmla="*/ 5056745 w 6187971"/>
                    <a:gd name="connsiteY3378" fmla="*/ 1276470 h 5955635"/>
                    <a:gd name="connsiteX3379" fmla="*/ 5062211 w 6187971"/>
                    <a:gd name="connsiteY3379" fmla="*/ 1280011 h 5955635"/>
                    <a:gd name="connsiteX3380" fmla="*/ 5055783 w 6187971"/>
                    <a:gd name="connsiteY3380" fmla="*/ 1271966 h 5955635"/>
                    <a:gd name="connsiteX3381" fmla="*/ 5050316 w 6187971"/>
                    <a:gd name="connsiteY3381" fmla="*/ 1268424 h 5955635"/>
                    <a:gd name="connsiteX3382" fmla="*/ 5032955 w 6187971"/>
                    <a:gd name="connsiteY3382" fmla="*/ 1253295 h 5955635"/>
                    <a:gd name="connsiteX3383" fmla="*/ 5031993 w 6187971"/>
                    <a:gd name="connsiteY3383" fmla="*/ 1248791 h 5955635"/>
                    <a:gd name="connsiteX3384" fmla="*/ 5025564 w 6187971"/>
                    <a:gd name="connsiteY3384" fmla="*/ 1240744 h 5955635"/>
                    <a:gd name="connsiteX3385" fmla="*/ 5021059 w 6187971"/>
                    <a:gd name="connsiteY3385" fmla="*/ 1241707 h 5955635"/>
                    <a:gd name="connsiteX3386" fmla="*/ 5022022 w 6187971"/>
                    <a:gd name="connsiteY3386" fmla="*/ 1246211 h 5955635"/>
                    <a:gd name="connsiteX3387" fmla="*/ 5014631 w 6187971"/>
                    <a:gd name="connsiteY3387" fmla="*/ 1233661 h 5955635"/>
                    <a:gd name="connsiteX3388" fmla="*/ 5005623 w 6187971"/>
                    <a:gd name="connsiteY3388" fmla="*/ 1235586 h 5955635"/>
                    <a:gd name="connsiteX3389" fmla="*/ 5003698 w 6187971"/>
                    <a:gd name="connsiteY3389" fmla="*/ 1226578 h 5955635"/>
                    <a:gd name="connsiteX3390" fmla="*/ 4998232 w 6187971"/>
                    <a:gd name="connsiteY3390" fmla="*/ 1223036 h 5955635"/>
                    <a:gd name="connsiteX3391" fmla="*/ 4997269 w 6187971"/>
                    <a:gd name="connsiteY3391" fmla="*/ 1218532 h 5955635"/>
                    <a:gd name="connsiteX3392" fmla="*/ 4992766 w 6187971"/>
                    <a:gd name="connsiteY3392" fmla="*/ 1219494 h 5955635"/>
                    <a:gd name="connsiteX3393" fmla="*/ 4993728 w 6187971"/>
                    <a:gd name="connsiteY3393" fmla="*/ 1223998 h 5955635"/>
                    <a:gd name="connsiteX3394" fmla="*/ 4947111 w 6187971"/>
                    <a:gd name="connsiteY3394" fmla="*/ 1182152 h 5955635"/>
                    <a:gd name="connsiteX3395" fmla="*/ 4940682 w 6187971"/>
                    <a:gd name="connsiteY3395" fmla="*/ 1174106 h 5955635"/>
                    <a:gd name="connsiteX3396" fmla="*/ 4930712 w 6187971"/>
                    <a:gd name="connsiteY3396" fmla="*/ 1171526 h 5955635"/>
                    <a:gd name="connsiteX3397" fmla="*/ 4931467 w 6187971"/>
                    <a:gd name="connsiteY3397" fmla="*/ 1175063 h 5955635"/>
                    <a:gd name="connsiteX3398" fmla="*/ 4916930 w 6187971"/>
                    <a:gd name="connsiteY3398" fmla="*/ 1163507 h 5955635"/>
                    <a:gd name="connsiteX3399" fmla="*/ 4867695 w 6187971"/>
                    <a:gd name="connsiteY3399" fmla="*/ 1119055 h 5955635"/>
                    <a:gd name="connsiteX3400" fmla="*/ 4842287 w 6187971"/>
                    <a:gd name="connsiteY3400" fmla="*/ 1110354 h 5955635"/>
                    <a:gd name="connsiteX3401" fmla="*/ 4839401 w 6187971"/>
                    <a:gd name="connsiteY3401" fmla="*/ 1096842 h 5955635"/>
                    <a:gd name="connsiteX3402" fmla="*/ 4811106 w 6187971"/>
                    <a:gd name="connsiteY3402" fmla="*/ 1074629 h 5955635"/>
                    <a:gd name="connsiteX3403" fmla="*/ 4791166 w 6187971"/>
                    <a:gd name="connsiteY3403" fmla="*/ 1069470 h 5955635"/>
                    <a:gd name="connsiteX3404" fmla="*/ 4772842 w 6187971"/>
                    <a:gd name="connsiteY3404" fmla="*/ 1049837 h 5955635"/>
                    <a:gd name="connsiteX3405" fmla="*/ 4777346 w 6187971"/>
                    <a:gd name="connsiteY3405" fmla="*/ 1048874 h 5955635"/>
                    <a:gd name="connsiteX3406" fmla="*/ 4787317 w 6187971"/>
                    <a:gd name="connsiteY3406" fmla="*/ 1051454 h 5955635"/>
                    <a:gd name="connsiteX3407" fmla="*/ 4780888 w 6187971"/>
                    <a:gd name="connsiteY3407" fmla="*/ 1043408 h 5955635"/>
                    <a:gd name="connsiteX3408" fmla="*/ 4775422 w 6187971"/>
                    <a:gd name="connsiteY3408" fmla="*/ 1039866 h 5955635"/>
                    <a:gd name="connsiteX3409" fmla="*/ 4790858 w 6187971"/>
                    <a:gd name="connsiteY3409" fmla="*/ 1045987 h 5955635"/>
                    <a:gd name="connsiteX3410" fmla="*/ 4768993 w 6187971"/>
                    <a:gd name="connsiteY3410" fmla="*/ 1031821 h 5955635"/>
                    <a:gd name="connsiteX3411" fmla="*/ 4763527 w 6187971"/>
                    <a:gd name="connsiteY3411" fmla="*/ 1028279 h 5955635"/>
                    <a:gd name="connsiteX3412" fmla="*/ 4748090 w 6187971"/>
                    <a:gd name="connsiteY3412" fmla="*/ 1022158 h 5955635"/>
                    <a:gd name="connsiteX3413" fmla="*/ 4754519 w 6187971"/>
                    <a:gd name="connsiteY3413" fmla="*/ 1030204 h 5955635"/>
                    <a:gd name="connsiteX3414" fmla="*/ 4755481 w 6187971"/>
                    <a:gd name="connsiteY3414" fmla="*/ 1034708 h 5955635"/>
                    <a:gd name="connsiteX3415" fmla="*/ 4739082 w 6187971"/>
                    <a:gd name="connsiteY3415" fmla="*/ 1024083 h 5955635"/>
                    <a:gd name="connsiteX3416" fmla="*/ 4747435 w 6187971"/>
                    <a:gd name="connsiteY3416" fmla="*/ 1041136 h 5955635"/>
                    <a:gd name="connsiteX3417" fmla="*/ 4722683 w 6187971"/>
                    <a:gd name="connsiteY3417" fmla="*/ 1013457 h 5955635"/>
                    <a:gd name="connsiteX3418" fmla="*/ 4728150 w 6187971"/>
                    <a:gd name="connsiteY3418" fmla="*/ 1016998 h 5955635"/>
                    <a:gd name="connsiteX3419" fmla="*/ 4737157 w 6187971"/>
                    <a:gd name="connsiteY3419" fmla="*/ 1015074 h 5955635"/>
                    <a:gd name="connsiteX3420" fmla="*/ 4726225 w 6187971"/>
                    <a:gd name="connsiteY3420" fmla="*/ 1007991 h 5955635"/>
                    <a:gd name="connsiteX3421" fmla="*/ 4725263 w 6187971"/>
                    <a:gd name="connsiteY3421" fmla="*/ 1003486 h 5955635"/>
                    <a:gd name="connsiteX3422" fmla="*/ 4724301 w 6187971"/>
                    <a:gd name="connsiteY3422" fmla="*/ 998982 h 5955635"/>
                    <a:gd name="connsiteX3423" fmla="*/ 4728804 w 6187971"/>
                    <a:gd name="connsiteY3423" fmla="*/ 998020 h 5955635"/>
                    <a:gd name="connsiteX3424" fmla="*/ 4718834 w 6187971"/>
                    <a:gd name="connsiteY3424" fmla="*/ 995441 h 5955635"/>
                    <a:gd name="connsiteX3425" fmla="*/ 4713367 w 6187971"/>
                    <a:gd name="connsiteY3425" fmla="*/ 991899 h 5955635"/>
                    <a:gd name="connsiteX3426" fmla="*/ 4700511 w 6187971"/>
                    <a:gd name="connsiteY3426" fmla="*/ 975807 h 5955635"/>
                    <a:gd name="connsiteX3427" fmla="*/ 4705976 w 6187971"/>
                    <a:gd name="connsiteY3427" fmla="*/ 979349 h 5955635"/>
                    <a:gd name="connsiteX3428" fmla="*/ 4715947 w 6187971"/>
                    <a:gd name="connsiteY3428" fmla="*/ 981929 h 5955635"/>
                    <a:gd name="connsiteX3429" fmla="*/ 4704052 w 6187971"/>
                    <a:gd name="connsiteY3429" fmla="*/ 970341 h 5955635"/>
                    <a:gd name="connsiteX3430" fmla="*/ 4698586 w 6187971"/>
                    <a:gd name="connsiteY3430" fmla="*/ 966799 h 5955635"/>
                    <a:gd name="connsiteX3431" fmla="*/ 4693119 w 6187971"/>
                    <a:gd name="connsiteY3431" fmla="*/ 963257 h 5955635"/>
                    <a:gd name="connsiteX3432" fmla="*/ 4684112 w 6187971"/>
                    <a:gd name="connsiteY3432" fmla="*/ 965182 h 5955635"/>
                    <a:gd name="connsiteX3433" fmla="*/ 4690540 w 6187971"/>
                    <a:gd name="connsiteY3433" fmla="*/ 973228 h 5955635"/>
                    <a:gd name="connsiteX3434" fmla="*/ 4695044 w 6187971"/>
                    <a:gd name="connsiteY3434" fmla="*/ 972266 h 5955635"/>
                    <a:gd name="connsiteX3435" fmla="*/ 4700511 w 6187971"/>
                    <a:gd name="connsiteY3435" fmla="*/ 975807 h 5955635"/>
                    <a:gd name="connsiteX3436" fmla="*/ 4708863 w 6187971"/>
                    <a:gd name="connsiteY3436" fmla="*/ 992861 h 5955635"/>
                    <a:gd name="connsiteX3437" fmla="*/ 4703397 w 6187971"/>
                    <a:gd name="connsiteY3437" fmla="*/ 989319 h 5955635"/>
                    <a:gd name="connsiteX3438" fmla="*/ 4704360 w 6187971"/>
                    <a:gd name="connsiteY3438" fmla="*/ 993823 h 5955635"/>
                    <a:gd name="connsiteX3439" fmla="*/ 4705322 w 6187971"/>
                    <a:gd name="connsiteY3439" fmla="*/ 998327 h 5955635"/>
                    <a:gd name="connsiteX3440" fmla="*/ 4709825 w 6187971"/>
                    <a:gd name="connsiteY3440" fmla="*/ 997365 h 5955635"/>
                    <a:gd name="connsiteX3441" fmla="*/ 4715292 w 6187971"/>
                    <a:gd name="connsiteY3441" fmla="*/ 1000907 h 5955635"/>
                    <a:gd name="connsiteX3442" fmla="*/ 4710787 w 6187971"/>
                    <a:gd name="connsiteY3442" fmla="*/ 1001869 h 5955635"/>
                    <a:gd name="connsiteX3443" fmla="*/ 4716254 w 6187971"/>
                    <a:gd name="connsiteY3443" fmla="*/ 1005411 h 5955635"/>
                    <a:gd name="connsiteX3444" fmla="*/ 4717216 w 6187971"/>
                    <a:gd name="connsiteY3444" fmla="*/ 1009915 h 5955635"/>
                    <a:gd name="connsiteX3445" fmla="*/ 4678952 w 6187971"/>
                    <a:gd name="connsiteY3445" fmla="*/ 985123 h 5955635"/>
                    <a:gd name="connsiteX3446" fmla="*/ 4683456 w 6187971"/>
                    <a:gd name="connsiteY3446" fmla="*/ 984160 h 5955635"/>
                    <a:gd name="connsiteX3447" fmla="*/ 4687961 w 6187971"/>
                    <a:gd name="connsiteY3447" fmla="*/ 983198 h 5955635"/>
                    <a:gd name="connsiteX3448" fmla="*/ 4682494 w 6187971"/>
                    <a:gd name="connsiteY3448" fmla="*/ 979656 h 5955635"/>
                    <a:gd name="connsiteX3449" fmla="*/ 4677990 w 6187971"/>
                    <a:gd name="connsiteY3449" fmla="*/ 980618 h 5955635"/>
                    <a:gd name="connsiteX3450" fmla="*/ 4672523 w 6187971"/>
                    <a:gd name="connsiteY3450" fmla="*/ 977077 h 5955635"/>
                    <a:gd name="connsiteX3451" fmla="*/ 4659666 w 6187971"/>
                    <a:gd name="connsiteY3451" fmla="*/ 960985 h 5955635"/>
                    <a:gd name="connsiteX3452" fmla="*/ 4658704 w 6187971"/>
                    <a:gd name="connsiteY3452" fmla="*/ 956481 h 5955635"/>
                    <a:gd name="connsiteX3453" fmla="*/ 4653237 w 6187971"/>
                    <a:gd name="connsiteY3453" fmla="*/ 952939 h 5955635"/>
                    <a:gd name="connsiteX3454" fmla="*/ 4648733 w 6187971"/>
                    <a:gd name="connsiteY3454" fmla="*/ 953901 h 5955635"/>
                    <a:gd name="connsiteX3455" fmla="*/ 4649695 w 6187971"/>
                    <a:gd name="connsiteY3455" fmla="*/ 958406 h 5955635"/>
                    <a:gd name="connsiteX3456" fmla="*/ 4626869 w 6187971"/>
                    <a:gd name="connsiteY3456" fmla="*/ 939735 h 5955635"/>
                    <a:gd name="connsiteX3457" fmla="*/ 4621402 w 6187971"/>
                    <a:gd name="connsiteY3457" fmla="*/ 936193 h 5955635"/>
                    <a:gd name="connsiteX3458" fmla="*/ 4616898 w 6187971"/>
                    <a:gd name="connsiteY3458" fmla="*/ 937155 h 5955635"/>
                    <a:gd name="connsiteX3459" fmla="*/ 4617860 w 6187971"/>
                    <a:gd name="connsiteY3459" fmla="*/ 941660 h 5955635"/>
                    <a:gd name="connsiteX3460" fmla="*/ 4597919 w 6187971"/>
                    <a:gd name="connsiteY3460" fmla="*/ 936500 h 5955635"/>
                    <a:gd name="connsiteX3461" fmla="*/ 4529437 w 6187971"/>
                    <a:gd name="connsiteY3461" fmla="*/ 880487 h 5955635"/>
                    <a:gd name="connsiteX3462" fmla="*/ 4525895 w 6187971"/>
                    <a:gd name="connsiteY3462" fmla="*/ 885952 h 5955635"/>
                    <a:gd name="connsiteX3463" fmla="*/ 4524932 w 6187971"/>
                    <a:gd name="connsiteY3463" fmla="*/ 881449 h 5955635"/>
                    <a:gd name="connsiteX3464" fmla="*/ 4519466 w 6187971"/>
                    <a:gd name="connsiteY3464" fmla="*/ 877907 h 5955635"/>
                    <a:gd name="connsiteX3465" fmla="*/ 4520428 w 6187971"/>
                    <a:gd name="connsiteY3465" fmla="*/ 882411 h 5955635"/>
                    <a:gd name="connsiteX3466" fmla="*/ 4484744 w 6187971"/>
                    <a:gd name="connsiteY3466" fmla="*/ 847649 h 5955635"/>
                    <a:gd name="connsiteX3467" fmla="*/ 4476697 w 6187971"/>
                    <a:gd name="connsiteY3467" fmla="*/ 854077 h 5955635"/>
                    <a:gd name="connsiteX3468" fmla="*/ 4470269 w 6187971"/>
                    <a:gd name="connsiteY3468" fmla="*/ 846031 h 5955635"/>
                    <a:gd name="connsiteX3469" fmla="*/ 4459336 w 6187971"/>
                    <a:gd name="connsiteY3469" fmla="*/ 838948 h 5955635"/>
                    <a:gd name="connsiteX3470" fmla="*/ 4463840 w 6187971"/>
                    <a:gd name="connsiteY3470" fmla="*/ 837986 h 5955635"/>
                    <a:gd name="connsiteX3471" fmla="*/ 4462878 w 6187971"/>
                    <a:gd name="connsiteY3471" fmla="*/ 833481 h 5955635"/>
                    <a:gd name="connsiteX3472" fmla="*/ 4452907 w 6187971"/>
                    <a:gd name="connsiteY3472" fmla="*/ 830902 h 5955635"/>
                    <a:gd name="connsiteX3473" fmla="*/ 4448404 w 6187971"/>
                    <a:gd name="connsiteY3473" fmla="*/ 831864 h 5955635"/>
                    <a:gd name="connsiteX3474" fmla="*/ 4411102 w 6187971"/>
                    <a:gd name="connsiteY3474" fmla="*/ 811576 h 5955635"/>
                    <a:gd name="connsiteX3475" fmla="*/ 4422996 w 6187971"/>
                    <a:gd name="connsiteY3475" fmla="*/ 823163 h 5955635"/>
                    <a:gd name="connsiteX3476" fmla="*/ 4442937 w 6187971"/>
                    <a:gd name="connsiteY3476" fmla="*/ 828322 h 5955635"/>
                    <a:gd name="connsiteX3477" fmla="*/ 4437470 w 6187971"/>
                    <a:gd name="connsiteY3477" fmla="*/ 824781 h 5955635"/>
                    <a:gd name="connsiteX3478" fmla="*/ 4432966 w 6187971"/>
                    <a:gd name="connsiteY3478" fmla="*/ 825743 h 5955635"/>
                    <a:gd name="connsiteX3479" fmla="*/ 4433928 w 6187971"/>
                    <a:gd name="connsiteY3479" fmla="*/ 830246 h 5955635"/>
                    <a:gd name="connsiteX3480" fmla="*/ 4439395 w 6187971"/>
                    <a:gd name="connsiteY3480" fmla="*/ 833789 h 5955635"/>
                    <a:gd name="connsiteX3481" fmla="*/ 4434891 w 6187971"/>
                    <a:gd name="connsiteY3481" fmla="*/ 834751 h 5955635"/>
                    <a:gd name="connsiteX3482" fmla="*/ 4429425 w 6187971"/>
                    <a:gd name="connsiteY3482" fmla="*/ 831209 h 5955635"/>
                    <a:gd name="connsiteX3483" fmla="*/ 4430387 w 6187971"/>
                    <a:gd name="connsiteY3483" fmla="*/ 835713 h 5955635"/>
                    <a:gd name="connsiteX3484" fmla="*/ 4435853 w 6187971"/>
                    <a:gd name="connsiteY3484" fmla="*/ 839255 h 5955635"/>
                    <a:gd name="connsiteX3485" fmla="*/ 4441320 w 6187971"/>
                    <a:gd name="connsiteY3485" fmla="*/ 842797 h 5955635"/>
                    <a:gd name="connsiteX3486" fmla="*/ 4431350 w 6187971"/>
                    <a:gd name="connsiteY3486" fmla="*/ 840217 h 5955635"/>
                    <a:gd name="connsiteX3487" fmla="*/ 4425883 w 6187971"/>
                    <a:gd name="connsiteY3487" fmla="*/ 836675 h 5955635"/>
                    <a:gd name="connsiteX3488" fmla="*/ 4420416 w 6187971"/>
                    <a:gd name="connsiteY3488" fmla="*/ 833133 h 5955635"/>
                    <a:gd name="connsiteX3489" fmla="*/ 4409484 w 6187971"/>
                    <a:gd name="connsiteY3489" fmla="*/ 826050 h 5955635"/>
                    <a:gd name="connsiteX3490" fmla="*/ 4411408 w 6187971"/>
                    <a:gd name="connsiteY3490" fmla="*/ 835058 h 5955635"/>
                    <a:gd name="connsiteX3491" fmla="*/ 4412371 w 6187971"/>
                    <a:gd name="connsiteY3491" fmla="*/ 839562 h 5955635"/>
                    <a:gd name="connsiteX3492" fmla="*/ 4389543 w 6187971"/>
                    <a:gd name="connsiteY3492" fmla="*/ 820892 h 5955635"/>
                    <a:gd name="connsiteX3493" fmla="*/ 4394047 w 6187971"/>
                    <a:gd name="connsiteY3493" fmla="*/ 819929 h 5955635"/>
                    <a:gd name="connsiteX3494" fmla="*/ 4393085 w 6187971"/>
                    <a:gd name="connsiteY3494" fmla="*/ 815425 h 5955635"/>
                    <a:gd name="connsiteX3495" fmla="*/ 4388581 w 6187971"/>
                    <a:gd name="connsiteY3495" fmla="*/ 816387 h 5955635"/>
                    <a:gd name="connsiteX3496" fmla="*/ 4384076 w 6187971"/>
                    <a:gd name="connsiteY3496" fmla="*/ 817349 h 5955635"/>
                    <a:gd name="connsiteX3497" fmla="*/ 4378611 w 6187971"/>
                    <a:gd name="connsiteY3497" fmla="*/ 813807 h 5955635"/>
                    <a:gd name="connsiteX3498" fmla="*/ 4362211 w 6187971"/>
                    <a:gd name="connsiteY3498" fmla="*/ 803182 h 5955635"/>
                    <a:gd name="connsiteX3499" fmla="*/ 4335187 w 6187971"/>
                    <a:gd name="connsiteY3499" fmla="*/ 808956 h 5955635"/>
                    <a:gd name="connsiteX3500" fmla="*/ 4360594 w 6187971"/>
                    <a:gd name="connsiteY3500" fmla="*/ 817656 h 5955635"/>
                    <a:gd name="connsiteX3501" fmla="*/ 4351586 w 6187971"/>
                    <a:gd name="connsiteY3501" fmla="*/ 819581 h 5955635"/>
                    <a:gd name="connsiteX3502" fmla="*/ 4352548 w 6187971"/>
                    <a:gd name="connsiteY3502" fmla="*/ 824085 h 5955635"/>
                    <a:gd name="connsiteX3503" fmla="*/ 4308817 w 6187971"/>
                    <a:gd name="connsiteY3503" fmla="*/ 795751 h 5955635"/>
                    <a:gd name="connsiteX3504" fmla="*/ 4266049 w 6187971"/>
                    <a:gd name="connsiteY3504" fmla="*/ 771921 h 5955635"/>
                    <a:gd name="connsiteX3505" fmla="*/ 4275057 w 6187971"/>
                    <a:gd name="connsiteY3505" fmla="*/ 769997 h 5955635"/>
                    <a:gd name="connsiteX3506" fmla="*/ 4253192 w 6187971"/>
                    <a:gd name="connsiteY3506" fmla="*/ 755830 h 5955635"/>
                    <a:gd name="connsiteX3507" fmla="*/ 4233250 w 6187971"/>
                    <a:gd name="connsiteY3507" fmla="*/ 750670 h 5955635"/>
                    <a:gd name="connsiteX3508" fmla="*/ 4224243 w 6187971"/>
                    <a:gd name="connsiteY3508" fmla="*/ 752594 h 5955635"/>
                    <a:gd name="connsiteX3509" fmla="*/ 4150601 w 6187971"/>
                    <a:gd name="connsiteY3509" fmla="*/ 716522 h 5955635"/>
                    <a:gd name="connsiteX3510" fmla="*/ 4135164 w 6187971"/>
                    <a:gd name="connsiteY3510" fmla="*/ 710400 h 5955635"/>
                    <a:gd name="connsiteX3511" fmla="*/ 4189520 w 6187971"/>
                    <a:gd name="connsiteY3511" fmla="*/ 722336 h 5955635"/>
                    <a:gd name="connsiteX3512" fmla="*/ 4188557 w 6187971"/>
                    <a:gd name="connsiteY3512" fmla="*/ 717832 h 5955635"/>
                    <a:gd name="connsiteX3513" fmla="*/ 4197566 w 6187971"/>
                    <a:gd name="connsiteY3513" fmla="*/ 715907 h 5955635"/>
                    <a:gd name="connsiteX3514" fmla="*/ 4134202 w 6187971"/>
                    <a:gd name="connsiteY3514" fmla="*/ 705897 h 5955635"/>
                    <a:gd name="connsiteX3515" fmla="*/ 4133240 w 6187971"/>
                    <a:gd name="connsiteY3515" fmla="*/ 701393 h 5955635"/>
                    <a:gd name="connsiteX3516" fmla="*/ 4137743 w 6187971"/>
                    <a:gd name="connsiteY3516" fmla="*/ 700431 h 5955635"/>
                    <a:gd name="connsiteX3517" fmla="*/ 4132277 w 6187971"/>
                    <a:gd name="connsiteY3517" fmla="*/ 696888 h 5955635"/>
                    <a:gd name="connsiteX3518" fmla="*/ 4111373 w 6187971"/>
                    <a:gd name="connsiteY3518" fmla="*/ 687226 h 5955635"/>
                    <a:gd name="connsiteX3519" fmla="*/ 4106870 w 6187971"/>
                    <a:gd name="connsiteY3519" fmla="*/ 688188 h 5955635"/>
                    <a:gd name="connsiteX3520" fmla="*/ 4101403 w 6187971"/>
                    <a:gd name="connsiteY3520" fmla="*/ 684647 h 5955635"/>
                    <a:gd name="connsiteX3521" fmla="*/ 4090471 w 6187971"/>
                    <a:gd name="connsiteY3521" fmla="*/ 677562 h 5955635"/>
                    <a:gd name="connsiteX3522" fmla="*/ 4089509 w 6187971"/>
                    <a:gd name="connsiteY3522" fmla="*/ 673058 h 5955635"/>
                    <a:gd name="connsiteX3523" fmla="*/ 4084042 w 6187971"/>
                    <a:gd name="connsiteY3523" fmla="*/ 669517 h 5955635"/>
                    <a:gd name="connsiteX3524" fmla="*/ 4080500 w 6187971"/>
                    <a:gd name="connsiteY3524" fmla="*/ 674983 h 5955635"/>
                    <a:gd name="connsiteX3525" fmla="*/ 4050589 w 6187971"/>
                    <a:gd name="connsiteY3525" fmla="*/ 667244 h 5955635"/>
                    <a:gd name="connsiteX3526" fmla="*/ 4055093 w 6187971"/>
                    <a:gd name="connsiteY3526" fmla="*/ 666282 h 5955635"/>
                    <a:gd name="connsiteX3527" fmla="*/ 4054131 w 6187971"/>
                    <a:gd name="connsiteY3527" fmla="*/ 661779 h 5955635"/>
                    <a:gd name="connsiteX3528" fmla="*/ 4049627 w 6187971"/>
                    <a:gd name="connsiteY3528" fmla="*/ 662741 h 5955635"/>
                    <a:gd name="connsiteX3529" fmla="*/ 4045123 w 6187971"/>
                    <a:gd name="connsiteY3529" fmla="*/ 663703 h 5955635"/>
                    <a:gd name="connsiteX3530" fmla="*/ 4030648 w 6187971"/>
                    <a:gd name="connsiteY3530" fmla="*/ 662086 h 5955635"/>
                    <a:gd name="connsiteX3531" fmla="*/ 4036115 w 6187971"/>
                    <a:gd name="connsiteY3531" fmla="*/ 665628 h 5955635"/>
                    <a:gd name="connsiteX3532" fmla="*/ 4080500 w 6187971"/>
                    <a:gd name="connsiteY3532" fmla="*/ 674983 h 5955635"/>
                    <a:gd name="connsiteX3533" fmla="*/ 4071492 w 6187971"/>
                    <a:gd name="connsiteY3533" fmla="*/ 676907 h 5955635"/>
                    <a:gd name="connsiteX3534" fmla="*/ 4072455 w 6187971"/>
                    <a:gd name="connsiteY3534" fmla="*/ 681412 h 5955635"/>
                    <a:gd name="connsiteX3535" fmla="*/ 4076958 w 6187971"/>
                    <a:gd name="connsiteY3535" fmla="*/ 680449 h 5955635"/>
                    <a:gd name="connsiteX3536" fmla="*/ 4082425 w 6187971"/>
                    <a:gd name="connsiteY3536" fmla="*/ 683991 h 5955635"/>
                    <a:gd name="connsiteX3537" fmla="*/ 4086929 w 6187971"/>
                    <a:gd name="connsiteY3537" fmla="*/ 683029 h 5955635"/>
                    <a:gd name="connsiteX3538" fmla="*/ 4083387 w 6187971"/>
                    <a:gd name="connsiteY3538" fmla="*/ 688496 h 5955635"/>
                    <a:gd name="connsiteX3539" fmla="*/ 4053476 w 6187971"/>
                    <a:gd name="connsiteY3539" fmla="*/ 680756 h 5955635"/>
                    <a:gd name="connsiteX3540" fmla="*/ 3998561 w 6187971"/>
                    <a:gd name="connsiteY3540" fmla="*/ 660699 h 5955635"/>
                    <a:gd name="connsiteX3541" fmla="*/ 3993680 w 6187971"/>
                    <a:gd name="connsiteY3541" fmla="*/ 659158 h 5955635"/>
                    <a:gd name="connsiteX3542" fmla="*/ 3795199 w 6187971"/>
                    <a:gd name="connsiteY3542" fmla="*/ 553069 h 5955635"/>
                    <a:gd name="connsiteX3543" fmla="*/ 3610375 w 6187971"/>
                    <a:gd name="connsiteY3543" fmla="*/ 502608 h 5955635"/>
                    <a:gd name="connsiteX3544" fmla="*/ 3188329 w 6187971"/>
                    <a:gd name="connsiteY3544" fmla="*/ 467631 h 5955635"/>
                    <a:gd name="connsiteX3545" fmla="*/ 2059975 w 6187971"/>
                    <a:gd name="connsiteY3545" fmla="*/ 659812 h 5955635"/>
                    <a:gd name="connsiteX3546" fmla="*/ 1819343 w 6187971"/>
                    <a:gd name="connsiteY3546" fmla="*/ 787483 h 5955635"/>
                    <a:gd name="connsiteX3547" fmla="*/ 1454955 w 6187971"/>
                    <a:gd name="connsiteY3547" fmla="*/ 1031541 h 5955635"/>
                    <a:gd name="connsiteX3548" fmla="*/ 1413812 w 6187971"/>
                    <a:gd name="connsiteY3548" fmla="*/ 1040331 h 5955635"/>
                    <a:gd name="connsiteX3549" fmla="*/ 1408084 w 6187971"/>
                    <a:gd name="connsiteY3549" fmla="*/ 1030679 h 5955635"/>
                    <a:gd name="connsiteX3550" fmla="*/ 1408033 w 6187971"/>
                    <a:gd name="connsiteY3550" fmla="*/ 1028519 h 5955635"/>
                    <a:gd name="connsiteX3551" fmla="*/ 1412039 w 6187971"/>
                    <a:gd name="connsiteY3551" fmla="*/ 1024844 h 5955635"/>
                    <a:gd name="connsiteX3552" fmla="*/ 1971913 w 6187971"/>
                    <a:gd name="connsiteY3552" fmla="*/ 659219 h 5955635"/>
                    <a:gd name="connsiteX3553" fmla="*/ 1977379 w 6187971"/>
                    <a:gd name="connsiteY3553" fmla="*/ 662762 h 5955635"/>
                    <a:gd name="connsiteX3554" fmla="*/ 1981883 w 6187971"/>
                    <a:gd name="connsiteY3554" fmla="*/ 661799 h 5955635"/>
                    <a:gd name="connsiteX3555" fmla="*/ 1987350 w 6187971"/>
                    <a:gd name="connsiteY3555" fmla="*/ 665340 h 5955635"/>
                    <a:gd name="connsiteX3556" fmla="*/ 1979303 w 6187971"/>
                    <a:gd name="connsiteY3556" fmla="*/ 671769 h 5955635"/>
                    <a:gd name="connsiteX3557" fmla="*/ 1980266 w 6187971"/>
                    <a:gd name="connsiteY3557" fmla="*/ 676274 h 5955635"/>
                    <a:gd name="connsiteX3558" fmla="*/ 1984770 w 6187971"/>
                    <a:gd name="connsiteY3558" fmla="*/ 675311 h 5955635"/>
                    <a:gd name="connsiteX3559" fmla="*/ 1989274 w 6187971"/>
                    <a:gd name="connsiteY3559" fmla="*/ 674349 h 5955635"/>
                    <a:gd name="connsiteX3560" fmla="*/ 1992816 w 6187971"/>
                    <a:gd name="connsiteY3560" fmla="*/ 668882 h 5955635"/>
                    <a:gd name="connsiteX3561" fmla="*/ 1997320 w 6187971"/>
                    <a:gd name="connsiteY3561" fmla="*/ 667920 h 5955635"/>
                    <a:gd name="connsiteX3562" fmla="*/ 2012756 w 6187971"/>
                    <a:gd name="connsiteY3562" fmla="*/ 674041 h 5955635"/>
                    <a:gd name="connsiteX3563" fmla="*/ 2014374 w 6187971"/>
                    <a:gd name="connsiteY3563" fmla="*/ 659567 h 5955635"/>
                    <a:gd name="connsiteX3564" fmla="*/ 2009869 w 6187971"/>
                    <a:gd name="connsiteY3564" fmla="*/ 660529 h 5955635"/>
                    <a:gd name="connsiteX3565" fmla="*/ 2008907 w 6187971"/>
                    <a:gd name="connsiteY3565" fmla="*/ 656026 h 5955635"/>
                    <a:gd name="connsiteX3566" fmla="*/ 1995395 w 6187971"/>
                    <a:gd name="connsiteY3566" fmla="*/ 658912 h 5955635"/>
                    <a:gd name="connsiteX3567" fmla="*/ 1991854 w 6187971"/>
                    <a:gd name="connsiteY3567" fmla="*/ 664378 h 5955635"/>
                    <a:gd name="connsiteX3568" fmla="*/ 1994433 w 6187971"/>
                    <a:gd name="connsiteY3568" fmla="*/ 654408 h 5955635"/>
                    <a:gd name="connsiteX3569" fmla="*/ 1998937 w 6187971"/>
                    <a:gd name="connsiteY3569" fmla="*/ 653446 h 5955635"/>
                    <a:gd name="connsiteX3570" fmla="*/ 2006983 w 6187971"/>
                    <a:gd name="connsiteY3570" fmla="*/ 647017 h 5955635"/>
                    <a:gd name="connsiteX3571" fmla="*/ 2002479 w 6187971"/>
                    <a:gd name="connsiteY3571" fmla="*/ 647979 h 5955635"/>
                    <a:gd name="connsiteX3572" fmla="*/ 2213556 w 6187971"/>
                    <a:gd name="connsiteY3572" fmla="*/ 555787 h 5955635"/>
                    <a:gd name="connsiteX3573" fmla="*/ 2233497 w 6187971"/>
                    <a:gd name="connsiteY3573" fmla="*/ 560947 h 5955635"/>
                    <a:gd name="connsiteX3574" fmla="*/ 2222565 w 6187971"/>
                    <a:gd name="connsiteY3574" fmla="*/ 553862 h 5955635"/>
                    <a:gd name="connsiteX3575" fmla="*/ 2227068 w 6187971"/>
                    <a:gd name="connsiteY3575" fmla="*/ 552900 h 5955635"/>
                    <a:gd name="connsiteX3576" fmla="*/ 2659387 w 6187971"/>
                    <a:gd name="connsiteY3576" fmla="*/ 432280 h 5955635"/>
                    <a:gd name="connsiteX3577" fmla="*/ 2580211 w 6187971"/>
                    <a:gd name="connsiteY3577" fmla="*/ 28532 h 5955635"/>
                    <a:gd name="connsiteX3578" fmla="*/ 2760003 w 6187971"/>
                    <a:gd name="connsiteY3578" fmla="*/ 9674 h 5955635"/>
                    <a:gd name="connsiteX3579" fmla="*/ 4206393 w 6187971"/>
                    <a:gd name="connsiteY3579" fmla="*/ 216884 h 5955635"/>
                    <a:gd name="connsiteX3580" fmla="*/ 4962093 w 6187971"/>
                    <a:gd name="connsiteY3580" fmla="*/ 669428 h 5955635"/>
                    <a:gd name="connsiteX3581" fmla="*/ 5227886 w 6187971"/>
                    <a:gd name="connsiteY3581" fmla="*/ 888353 h 5955635"/>
                    <a:gd name="connsiteX3582" fmla="*/ 5331187 w 6187971"/>
                    <a:gd name="connsiteY3582" fmla="*/ 1014893 h 5955635"/>
                    <a:gd name="connsiteX3583" fmla="*/ 5518959 w 6187971"/>
                    <a:gd name="connsiteY3583" fmla="*/ 1262220 h 5955635"/>
                    <a:gd name="connsiteX3584" fmla="*/ 5467079 w 6187971"/>
                    <a:gd name="connsiteY3584" fmla="*/ 1138382 h 5955635"/>
                    <a:gd name="connsiteX3585" fmla="*/ 5724761 w 6187971"/>
                    <a:gd name="connsiteY3585" fmla="*/ 1511561 h 5955635"/>
                    <a:gd name="connsiteX3586" fmla="*/ 5659466 w 6187971"/>
                    <a:gd name="connsiteY3586" fmla="*/ 1480536 h 5955635"/>
                    <a:gd name="connsiteX3587" fmla="*/ 5720297 w 6187971"/>
                    <a:gd name="connsiteY3587" fmla="*/ 1600507 h 5955635"/>
                    <a:gd name="connsiteX3588" fmla="*/ 5738327 w 6187971"/>
                    <a:gd name="connsiteY3588" fmla="*/ 1602521 h 5955635"/>
                    <a:gd name="connsiteX3589" fmla="*/ 5788406 w 6187971"/>
                    <a:gd name="connsiteY3589" fmla="*/ 1617243 h 5955635"/>
                    <a:gd name="connsiteX3590" fmla="*/ 5933129 w 6187971"/>
                    <a:gd name="connsiteY3590" fmla="*/ 1928517 h 5955635"/>
                    <a:gd name="connsiteX3591" fmla="*/ 6015900 w 6187971"/>
                    <a:gd name="connsiteY3591" fmla="*/ 2206099 h 5955635"/>
                    <a:gd name="connsiteX3592" fmla="*/ 6018824 w 6187971"/>
                    <a:gd name="connsiteY3592" fmla="*/ 2228938 h 5955635"/>
                    <a:gd name="connsiteX3593" fmla="*/ 6006787 w 6187971"/>
                    <a:gd name="connsiteY3593" fmla="*/ 2254975 h 5955635"/>
                    <a:gd name="connsiteX3594" fmla="*/ 5981821 w 6187971"/>
                    <a:gd name="connsiteY3594" fmla="*/ 2238800 h 5955635"/>
                    <a:gd name="connsiteX3595" fmla="*/ 5955690 w 6187971"/>
                    <a:gd name="connsiteY3595" fmla="*/ 2162256 h 5955635"/>
                    <a:gd name="connsiteX3596" fmla="*/ 5938475 w 6187971"/>
                    <a:gd name="connsiteY3596" fmla="*/ 2136603 h 5955635"/>
                    <a:gd name="connsiteX3597" fmla="*/ 5953240 w 6187971"/>
                    <a:gd name="connsiteY3597" fmla="*/ 2233173 h 5955635"/>
                    <a:gd name="connsiteX3598" fmla="*/ 6087185 w 6187971"/>
                    <a:gd name="connsiteY3598" fmla="*/ 2695361 h 5955635"/>
                    <a:gd name="connsiteX3599" fmla="*/ 6081069 w 6187971"/>
                    <a:gd name="connsiteY3599" fmla="*/ 3289153 h 5955635"/>
                    <a:gd name="connsiteX3600" fmla="*/ 5808111 w 6187971"/>
                    <a:gd name="connsiteY3600" fmla="*/ 4272372 h 5955635"/>
                    <a:gd name="connsiteX3601" fmla="*/ 5083073 w 6187971"/>
                    <a:gd name="connsiteY3601" fmla="*/ 5189877 h 5955635"/>
                    <a:gd name="connsiteX3602" fmla="*/ 4748863 w 6187971"/>
                    <a:gd name="connsiteY3602" fmla="*/ 5447042 h 5955635"/>
                    <a:gd name="connsiteX3603" fmla="*/ 3740846 w 6187971"/>
                    <a:gd name="connsiteY3603" fmla="*/ 5863806 h 5955635"/>
                    <a:gd name="connsiteX3604" fmla="*/ 3169933 w 6187971"/>
                    <a:gd name="connsiteY3604" fmla="*/ 5946671 h 5955635"/>
                    <a:gd name="connsiteX3605" fmla="*/ 2972383 w 6187971"/>
                    <a:gd name="connsiteY3605" fmla="*/ 5955635 h 5955635"/>
                    <a:gd name="connsiteX3606" fmla="*/ 2888242 w 6187971"/>
                    <a:gd name="connsiteY3606" fmla="*/ 5946236 h 5955635"/>
                    <a:gd name="connsiteX3607" fmla="*/ 2773508 w 6187971"/>
                    <a:gd name="connsiteY3607" fmla="*/ 5949239 h 5955635"/>
                    <a:gd name="connsiteX3608" fmla="*/ 2719689 w 6187971"/>
                    <a:gd name="connsiteY3608" fmla="*/ 5935317 h 5955635"/>
                    <a:gd name="connsiteX3609" fmla="*/ 2651853 w 6187971"/>
                    <a:gd name="connsiteY3609" fmla="*/ 5910702 h 5955635"/>
                    <a:gd name="connsiteX3610" fmla="*/ 2524570 w 6187971"/>
                    <a:gd name="connsiteY3610" fmla="*/ 5900743 h 5955635"/>
                    <a:gd name="connsiteX3611" fmla="*/ 2303959 w 6187971"/>
                    <a:gd name="connsiteY3611" fmla="*/ 5838373 h 5955635"/>
                    <a:gd name="connsiteX3612" fmla="*/ 1704545 w 6187971"/>
                    <a:gd name="connsiteY3612" fmla="*/ 5577311 h 5955635"/>
                    <a:gd name="connsiteX3613" fmla="*/ 1349927 w 6187971"/>
                    <a:gd name="connsiteY3613" fmla="*/ 5363675 h 5955635"/>
                    <a:gd name="connsiteX3614" fmla="*/ 1326431 w 6187971"/>
                    <a:gd name="connsiteY3614" fmla="*/ 5345230 h 5955635"/>
                    <a:gd name="connsiteX3615" fmla="*/ 1324450 w 6187971"/>
                    <a:gd name="connsiteY3615" fmla="*/ 5308501 h 5955635"/>
                    <a:gd name="connsiteX3616" fmla="*/ 1353031 w 6187971"/>
                    <a:gd name="connsiteY3616" fmla="*/ 5314127 h 5955635"/>
                    <a:gd name="connsiteX3617" fmla="*/ 1535006 w 6187971"/>
                    <a:gd name="connsiteY3617" fmla="*/ 5433636 h 5955635"/>
                    <a:gd name="connsiteX3618" fmla="*/ 1570795 w 6187971"/>
                    <a:gd name="connsiteY3618" fmla="*/ 5445544 h 5955635"/>
                    <a:gd name="connsiteX3619" fmla="*/ 1578274 w 6187971"/>
                    <a:gd name="connsiteY3619" fmla="*/ 5443946 h 5955635"/>
                    <a:gd name="connsiteX3620" fmla="*/ 1573335 w 6187971"/>
                    <a:gd name="connsiteY3620" fmla="*/ 5439134 h 5955635"/>
                    <a:gd name="connsiteX3621" fmla="*/ 1245045 w 6187971"/>
                    <a:gd name="connsiteY3621" fmla="*/ 5202275 h 5955635"/>
                    <a:gd name="connsiteX3622" fmla="*/ 1146122 w 6187971"/>
                    <a:gd name="connsiteY3622" fmla="*/ 5123684 h 5955635"/>
                    <a:gd name="connsiteX3623" fmla="*/ 1114075 w 6187971"/>
                    <a:gd name="connsiteY3623" fmla="*/ 5110977 h 5955635"/>
                    <a:gd name="connsiteX3624" fmla="*/ 1239256 w 6187971"/>
                    <a:gd name="connsiteY3624" fmla="*/ 5275861 h 5955635"/>
                    <a:gd name="connsiteX3625" fmla="*/ 647691 w 6187971"/>
                    <a:gd name="connsiteY3625" fmla="*/ 4639642 h 5955635"/>
                    <a:gd name="connsiteX3626" fmla="*/ 698822 w 6187971"/>
                    <a:gd name="connsiteY3626" fmla="*/ 4677603 h 5955635"/>
                    <a:gd name="connsiteX3627" fmla="*/ 744471 w 6187971"/>
                    <a:gd name="connsiteY3627" fmla="*/ 4726512 h 5955635"/>
                    <a:gd name="connsiteX3628" fmla="*/ 859121 w 6187971"/>
                    <a:gd name="connsiteY3628" fmla="*/ 4860405 h 5955635"/>
                    <a:gd name="connsiteX3629" fmla="*/ 869143 w 6187971"/>
                    <a:gd name="connsiteY3629" fmla="*/ 4852397 h 5955635"/>
                    <a:gd name="connsiteX3630" fmla="*/ 750753 w 6187971"/>
                    <a:gd name="connsiteY3630" fmla="*/ 4719304 h 5955635"/>
                    <a:gd name="connsiteX3631" fmla="*/ 408923 w 6187971"/>
                    <a:gd name="connsiteY3631" fmla="*/ 4135320 h 5955635"/>
                    <a:gd name="connsiteX3632" fmla="*/ 164008 w 6187971"/>
                    <a:gd name="connsiteY3632" fmla="*/ 2787582 h 5955635"/>
                    <a:gd name="connsiteX3633" fmla="*/ 184206 w 6187971"/>
                    <a:gd name="connsiteY3633" fmla="*/ 2525154 h 5955635"/>
                    <a:gd name="connsiteX3634" fmla="*/ 195172 w 6187971"/>
                    <a:gd name="connsiteY3634" fmla="*/ 2503257 h 5955635"/>
                    <a:gd name="connsiteX3635" fmla="*/ 203581 w 6187971"/>
                    <a:gd name="connsiteY3635" fmla="*/ 2515148 h 5955635"/>
                    <a:gd name="connsiteX3636" fmla="*/ 227360 w 6187971"/>
                    <a:gd name="connsiteY3636" fmla="*/ 3358710 h 5955635"/>
                    <a:gd name="connsiteX3637" fmla="*/ 327131 w 6187971"/>
                    <a:gd name="connsiteY3637" fmla="*/ 3789091 h 5955635"/>
                    <a:gd name="connsiteX3638" fmla="*/ 340188 w 6187971"/>
                    <a:gd name="connsiteY3638" fmla="*/ 3841053 h 5955635"/>
                    <a:gd name="connsiteX3639" fmla="*/ 356203 w 6187971"/>
                    <a:gd name="connsiteY3639" fmla="*/ 3861096 h 5955635"/>
                    <a:gd name="connsiteX3640" fmla="*/ 365970 w 6187971"/>
                    <a:gd name="connsiteY3640" fmla="*/ 3833590 h 5955635"/>
                    <a:gd name="connsiteX3641" fmla="*/ 307461 w 6187971"/>
                    <a:gd name="connsiteY3641" fmla="*/ 3632951 h 5955635"/>
                    <a:gd name="connsiteX3642" fmla="*/ 402527 w 6187971"/>
                    <a:gd name="connsiteY3642" fmla="*/ 1981840 h 5955635"/>
                    <a:gd name="connsiteX3643" fmla="*/ 407611 w 6187971"/>
                    <a:gd name="connsiteY3643" fmla="*/ 1969022 h 5955635"/>
                    <a:gd name="connsiteX3644" fmla="*/ 419903 w 6187971"/>
                    <a:gd name="connsiteY3644" fmla="*/ 1962484 h 5955635"/>
                    <a:gd name="connsiteX3645" fmla="*/ 392454 w 6187971"/>
                    <a:gd name="connsiteY3645" fmla="*/ 2071985 h 5955635"/>
                    <a:gd name="connsiteX3646" fmla="*/ 253961 w 6187971"/>
                    <a:gd name="connsiteY3646" fmla="*/ 2897420 h 5955635"/>
                    <a:gd name="connsiteX3647" fmla="*/ 260448 w 6187971"/>
                    <a:gd name="connsiteY3647" fmla="*/ 2991849 h 5955635"/>
                    <a:gd name="connsiteX3648" fmla="*/ 272323 w 6187971"/>
                    <a:gd name="connsiteY3648" fmla="*/ 3010820 h 5955635"/>
                    <a:gd name="connsiteX3649" fmla="*/ 290098 w 6187971"/>
                    <a:gd name="connsiteY3649" fmla="*/ 2993336 h 5955635"/>
                    <a:gd name="connsiteX3650" fmla="*/ 304677 w 6187971"/>
                    <a:gd name="connsiteY3650" fmla="*/ 2960890 h 5955635"/>
                    <a:gd name="connsiteX3651" fmla="*/ 407652 w 6187971"/>
                    <a:gd name="connsiteY3651" fmla="*/ 3607635 h 5955635"/>
                    <a:gd name="connsiteX3652" fmla="*/ 440447 w 6187971"/>
                    <a:gd name="connsiteY3652" fmla="*/ 3706220 h 5955635"/>
                    <a:gd name="connsiteX3653" fmla="*/ 415132 w 6187971"/>
                    <a:gd name="connsiteY3653" fmla="*/ 3606037 h 5955635"/>
                    <a:gd name="connsiteX3654" fmla="*/ 337201 w 6187971"/>
                    <a:gd name="connsiteY3654" fmla="*/ 3067354 h 5955635"/>
                    <a:gd name="connsiteX3655" fmla="*/ 477138 w 6187971"/>
                    <a:gd name="connsiteY3655" fmla="*/ 2065625 h 5955635"/>
                    <a:gd name="connsiteX3656" fmla="*/ 489702 w 6187971"/>
                    <a:gd name="connsiteY3656" fmla="*/ 2051208 h 5955635"/>
                    <a:gd name="connsiteX3657" fmla="*/ 430613 w 6187971"/>
                    <a:gd name="connsiteY3657" fmla="*/ 3413056 h 5955635"/>
                    <a:gd name="connsiteX3658" fmla="*/ 428865 w 6187971"/>
                    <a:gd name="connsiteY3658" fmla="*/ 3386728 h 5955635"/>
                    <a:gd name="connsiteX3659" fmla="*/ 466894 w 6187971"/>
                    <a:gd name="connsiteY3659" fmla="*/ 3622863 h 5955635"/>
                    <a:gd name="connsiteX3660" fmla="*/ 489988 w 6187971"/>
                    <a:gd name="connsiteY3660" fmla="*/ 3730960 h 5955635"/>
                    <a:gd name="connsiteX3661" fmla="*/ 599154 w 6187971"/>
                    <a:gd name="connsiteY3661" fmla="*/ 4065569 h 5955635"/>
                    <a:gd name="connsiteX3662" fmla="*/ 634491 w 6187971"/>
                    <a:gd name="connsiteY3662" fmla="*/ 4142793 h 5955635"/>
                    <a:gd name="connsiteX3663" fmla="*/ 639302 w 6187971"/>
                    <a:gd name="connsiteY3663" fmla="*/ 4165313 h 5955635"/>
                    <a:gd name="connsiteX3664" fmla="*/ 643807 w 6187971"/>
                    <a:gd name="connsiteY3664" fmla="*/ 4164351 h 5955635"/>
                    <a:gd name="connsiteX3665" fmla="*/ 1044223 w 6187971"/>
                    <a:gd name="connsiteY3665" fmla="*/ 4804087 h 5955635"/>
                    <a:gd name="connsiteX3666" fmla="*/ 1194661 w 6187971"/>
                    <a:gd name="connsiteY3666" fmla="*/ 4979171 h 5955635"/>
                    <a:gd name="connsiteX3667" fmla="*/ 1143540 w 6187971"/>
                    <a:gd name="connsiteY3667" fmla="*/ 4938286 h 5955635"/>
                    <a:gd name="connsiteX3668" fmla="*/ 1194007 w 6187971"/>
                    <a:gd name="connsiteY3668" fmla="*/ 4998149 h 5955635"/>
                    <a:gd name="connsiteX3669" fmla="*/ 1243203 w 6187971"/>
                    <a:gd name="connsiteY3669" fmla="*/ 5030025 h 5955635"/>
                    <a:gd name="connsiteX3670" fmla="*/ 1200128 w 6187971"/>
                    <a:gd name="connsiteY3670" fmla="*/ 4982713 h 5955635"/>
                    <a:gd name="connsiteX3671" fmla="*/ 1320040 w 6187971"/>
                    <a:gd name="connsiteY3671" fmla="*/ 5103092 h 5955635"/>
                    <a:gd name="connsiteX3672" fmla="*/ 1390447 w 6187971"/>
                    <a:gd name="connsiteY3672" fmla="*/ 5168114 h 5955635"/>
                    <a:gd name="connsiteX3673" fmla="*/ 1438027 w 6187971"/>
                    <a:gd name="connsiteY3673" fmla="*/ 5214464 h 5955635"/>
                    <a:gd name="connsiteX3674" fmla="*/ 1469862 w 6187971"/>
                    <a:gd name="connsiteY3674" fmla="*/ 5231211 h 5955635"/>
                    <a:gd name="connsiteX3675" fmla="*/ 4098674 w 6187971"/>
                    <a:gd name="connsiteY3675" fmla="*/ 5653890 h 5955635"/>
                    <a:gd name="connsiteX3676" fmla="*/ 5058287 w 6187971"/>
                    <a:gd name="connsiteY3676" fmla="*/ 5053265 h 5955635"/>
                    <a:gd name="connsiteX3677" fmla="*/ 5862270 w 6187971"/>
                    <a:gd name="connsiteY3677" fmla="*/ 2776293 h 5955635"/>
                    <a:gd name="connsiteX3678" fmla="*/ 5834711 w 6187971"/>
                    <a:gd name="connsiteY3678" fmla="*/ 2603214 h 5955635"/>
                    <a:gd name="connsiteX3679" fmla="*/ 5838253 w 6187971"/>
                    <a:gd name="connsiteY3679" fmla="*/ 2597748 h 5955635"/>
                    <a:gd name="connsiteX3680" fmla="*/ 5835366 w 6187971"/>
                    <a:gd name="connsiteY3680" fmla="*/ 2584235 h 5955635"/>
                    <a:gd name="connsiteX3681" fmla="*/ 5829900 w 6187971"/>
                    <a:gd name="connsiteY3681" fmla="*/ 2580694 h 5955635"/>
                    <a:gd name="connsiteX3682" fmla="*/ 5802956 w 6187971"/>
                    <a:gd name="connsiteY3682" fmla="*/ 2454580 h 5955635"/>
                    <a:gd name="connsiteX3683" fmla="*/ 5713385 w 6187971"/>
                    <a:gd name="connsiteY3683" fmla="*/ 2167591 h 5955635"/>
                    <a:gd name="connsiteX3684" fmla="*/ 5230091 w 6187971"/>
                    <a:gd name="connsiteY3684" fmla="*/ 1338337 h 5955635"/>
                    <a:gd name="connsiteX3685" fmla="*/ 4852032 w 6187971"/>
                    <a:gd name="connsiteY3685" fmla="*/ 957564 h 5955635"/>
                    <a:gd name="connsiteX3686" fmla="*/ 4862002 w 6187971"/>
                    <a:gd name="connsiteY3686" fmla="*/ 960144 h 5955635"/>
                    <a:gd name="connsiteX3687" fmla="*/ 4798985 w 6187971"/>
                    <a:gd name="connsiteY3687" fmla="*/ 907672 h 5955635"/>
                    <a:gd name="connsiteX3688" fmla="*/ 4760721 w 6187971"/>
                    <a:gd name="connsiteY3688" fmla="*/ 882879 h 5955635"/>
                    <a:gd name="connsiteX3689" fmla="*/ 4644966 w 6187971"/>
                    <a:gd name="connsiteY3689" fmla="*/ 803998 h 5955635"/>
                    <a:gd name="connsiteX3690" fmla="*/ 4601235 w 6187971"/>
                    <a:gd name="connsiteY3690" fmla="*/ 775665 h 5955635"/>
                    <a:gd name="connsiteX3691" fmla="*/ 4191873 w 6187971"/>
                    <a:gd name="connsiteY3691" fmla="*/ 556997 h 5955635"/>
                    <a:gd name="connsiteX3692" fmla="*/ 4317947 w 6187971"/>
                    <a:gd name="connsiteY3692" fmla="*/ 595996 h 5955635"/>
                    <a:gd name="connsiteX3693" fmla="*/ 4340774 w 6187971"/>
                    <a:gd name="connsiteY3693" fmla="*/ 614667 h 5955635"/>
                    <a:gd name="connsiteX3694" fmla="*/ 4468773 w 6187971"/>
                    <a:gd name="connsiteY3694" fmla="*/ 662675 h 5955635"/>
                    <a:gd name="connsiteX3695" fmla="*/ 4433088 w 6187971"/>
                    <a:gd name="connsiteY3695" fmla="*/ 627913 h 5955635"/>
                    <a:gd name="connsiteX3696" fmla="*/ 4325031 w 6187971"/>
                    <a:gd name="connsiteY3696" fmla="*/ 585063 h 5955635"/>
                    <a:gd name="connsiteX3697" fmla="*/ 4302203 w 6187971"/>
                    <a:gd name="connsiteY3697" fmla="*/ 566393 h 5955635"/>
                    <a:gd name="connsiteX3698" fmla="*/ 4216974 w 6187971"/>
                    <a:gd name="connsiteY3698" fmla="*/ 542214 h 5955635"/>
                    <a:gd name="connsiteX3699" fmla="*/ 4133361 w 6187971"/>
                    <a:gd name="connsiteY3699" fmla="*/ 503562 h 5955635"/>
                    <a:gd name="connsiteX3700" fmla="*/ 4109878 w 6187971"/>
                    <a:gd name="connsiteY3700" fmla="*/ 503869 h 5955635"/>
                    <a:gd name="connsiteX3701" fmla="*/ 4072576 w 6187971"/>
                    <a:gd name="connsiteY3701" fmla="*/ 483581 h 5955635"/>
                    <a:gd name="connsiteX3702" fmla="*/ 4026266 w 6187971"/>
                    <a:gd name="connsiteY3702" fmla="*/ 465217 h 5955635"/>
                    <a:gd name="connsiteX3703" fmla="*/ 3970292 w 6187971"/>
                    <a:gd name="connsiteY3703" fmla="*/ 467757 h 5955635"/>
                    <a:gd name="connsiteX3704" fmla="*/ 3986691 w 6187971"/>
                    <a:gd name="connsiteY3704" fmla="*/ 478382 h 5955635"/>
                    <a:gd name="connsiteX3705" fmla="*/ 2556561 w 6187971"/>
                    <a:gd name="connsiteY3705" fmla="*/ 397733 h 5955635"/>
                    <a:gd name="connsiteX3706" fmla="*/ 2508145 w 6187971"/>
                    <a:gd name="connsiteY3706" fmla="*/ 410487 h 5955635"/>
                    <a:gd name="connsiteX3707" fmla="*/ 2458913 w 6187971"/>
                    <a:gd name="connsiteY3707" fmla="*/ 419861 h 5955635"/>
                    <a:gd name="connsiteX3708" fmla="*/ 1598952 w 6187971"/>
                    <a:gd name="connsiteY3708" fmla="*/ 799372 h 5955635"/>
                    <a:gd name="connsiteX3709" fmla="*/ 1473216 w 6187971"/>
                    <a:gd name="connsiteY3709" fmla="*/ 879030 h 5955635"/>
                    <a:gd name="connsiteX3710" fmla="*/ 1451174 w 6187971"/>
                    <a:gd name="connsiteY3710" fmla="*/ 885695 h 5955635"/>
                    <a:gd name="connsiteX3711" fmla="*/ 1449321 w 6187971"/>
                    <a:gd name="connsiteY3711" fmla="*/ 858715 h 5955635"/>
                    <a:gd name="connsiteX3712" fmla="*/ 1500105 w 6187971"/>
                    <a:gd name="connsiteY3712" fmla="*/ 812669 h 5955635"/>
                    <a:gd name="connsiteX3713" fmla="*/ 1844558 w 6187971"/>
                    <a:gd name="connsiteY3713" fmla="*/ 621754 h 5955635"/>
                    <a:gd name="connsiteX3714" fmla="*/ 1796350 w 6187971"/>
                    <a:gd name="connsiteY3714" fmla="*/ 606633 h 5955635"/>
                    <a:gd name="connsiteX3715" fmla="*/ 1915531 w 6187971"/>
                    <a:gd name="connsiteY3715" fmla="*/ 542063 h 5955635"/>
                    <a:gd name="connsiteX3716" fmla="*/ 2801357 w 6187971"/>
                    <a:gd name="connsiteY3716" fmla="*/ 303925 h 5955635"/>
                    <a:gd name="connsiteX3717" fmla="*/ 3448335 w 6187971"/>
                    <a:gd name="connsiteY3717" fmla="*/ 329955 h 5955635"/>
                    <a:gd name="connsiteX3718" fmla="*/ 3639713 w 6187971"/>
                    <a:gd name="connsiteY3718" fmla="*/ 365329 h 5955635"/>
                    <a:gd name="connsiteX3719" fmla="*/ 3679531 w 6187971"/>
                    <a:gd name="connsiteY3719" fmla="*/ 341178 h 5955635"/>
                    <a:gd name="connsiteX3720" fmla="*/ 3641345 w 6187971"/>
                    <a:gd name="connsiteY3720" fmla="*/ 318050 h 5955635"/>
                    <a:gd name="connsiteX3721" fmla="*/ 3579519 w 6187971"/>
                    <a:gd name="connsiteY3721" fmla="*/ 294106 h 5955635"/>
                    <a:gd name="connsiteX3722" fmla="*/ 3921820 w 6187971"/>
                    <a:gd name="connsiteY3722" fmla="*/ 340254 h 5955635"/>
                    <a:gd name="connsiteX3723" fmla="*/ 4117320 w 6187971"/>
                    <a:gd name="connsiteY3723" fmla="*/ 404078 h 5955635"/>
                    <a:gd name="connsiteX3724" fmla="*/ 3929573 w 6187971"/>
                    <a:gd name="connsiteY3724" fmla="*/ 330776 h 5955635"/>
                    <a:gd name="connsiteX3725" fmla="*/ 3651529 w 6187971"/>
                    <a:gd name="connsiteY3725" fmla="*/ 265034 h 5955635"/>
                    <a:gd name="connsiteX3726" fmla="*/ 2868463 w 6187971"/>
                    <a:gd name="connsiteY3726" fmla="*/ 215284 h 5955635"/>
                    <a:gd name="connsiteX3727" fmla="*/ 2767746 w 6187971"/>
                    <a:gd name="connsiteY3727" fmla="*/ 228980 h 5955635"/>
                    <a:gd name="connsiteX3728" fmla="*/ 2799794 w 6187971"/>
                    <a:gd name="connsiteY3728" fmla="*/ 241686 h 5955635"/>
                    <a:gd name="connsiteX3729" fmla="*/ 3465473 w 6187971"/>
                    <a:gd name="connsiteY3729" fmla="*/ 263721 h 5955635"/>
                    <a:gd name="connsiteX3730" fmla="*/ 3497920 w 6187971"/>
                    <a:gd name="connsiteY3730" fmla="*/ 278298 h 5955635"/>
                    <a:gd name="connsiteX3731" fmla="*/ 3460245 w 6187971"/>
                    <a:gd name="connsiteY3731" fmla="*/ 294168 h 5955635"/>
                    <a:gd name="connsiteX3732" fmla="*/ 3247224 w 6187971"/>
                    <a:gd name="connsiteY3732" fmla="*/ 267329 h 5955635"/>
                    <a:gd name="connsiteX3733" fmla="*/ 2317144 w 6187971"/>
                    <a:gd name="connsiteY3733" fmla="*/ 362401 h 5955635"/>
                    <a:gd name="connsiteX3734" fmla="*/ 1646991 w 6187971"/>
                    <a:gd name="connsiteY3734" fmla="*/ 658097 h 5955635"/>
                    <a:gd name="connsiteX3735" fmla="*/ 1510978 w 6187971"/>
                    <a:gd name="connsiteY3735" fmla="*/ 726263 h 5955635"/>
                    <a:gd name="connsiteX3736" fmla="*/ 2562299 w 6187971"/>
                    <a:gd name="connsiteY3736" fmla="*/ 265051 h 5955635"/>
                    <a:gd name="connsiteX3737" fmla="*/ 2496459 w 6187971"/>
                    <a:gd name="connsiteY3737" fmla="*/ 249786 h 5955635"/>
                    <a:gd name="connsiteX3738" fmla="*/ 2679065 w 6187971"/>
                    <a:gd name="connsiteY3738" fmla="*/ 216639 h 5955635"/>
                    <a:gd name="connsiteX3739" fmla="*/ 2939402 w 6187971"/>
                    <a:gd name="connsiteY3739" fmla="*/ 190351 h 5955635"/>
                    <a:gd name="connsiteX3740" fmla="*/ 2959175 w 6187971"/>
                    <a:gd name="connsiteY3740" fmla="*/ 182215 h 5955635"/>
                    <a:gd name="connsiteX3741" fmla="*/ 2939547 w 6187971"/>
                    <a:gd name="connsiteY3741" fmla="*/ 172721 h 5955635"/>
                    <a:gd name="connsiteX3742" fmla="*/ 2616967 w 6187971"/>
                    <a:gd name="connsiteY3742" fmla="*/ 200575 h 5955635"/>
                    <a:gd name="connsiteX3743" fmla="*/ 2537493 w 6187971"/>
                    <a:gd name="connsiteY3743" fmla="*/ 203867 h 5955635"/>
                    <a:gd name="connsiteX3744" fmla="*/ 2217149 w 6187971"/>
                    <a:gd name="connsiteY3744" fmla="*/ 287950 h 5955635"/>
                    <a:gd name="connsiteX3745" fmla="*/ 1542585 w 6187971"/>
                    <a:gd name="connsiteY3745" fmla="*/ 590454 h 5955635"/>
                    <a:gd name="connsiteX3746" fmla="*/ 1168430 w 6187971"/>
                    <a:gd name="connsiteY3746" fmla="*/ 862020 h 5955635"/>
                    <a:gd name="connsiteX3747" fmla="*/ 1130881 w 6187971"/>
                    <a:gd name="connsiteY3747" fmla="*/ 887640 h 5955635"/>
                    <a:gd name="connsiteX3748" fmla="*/ 1168592 w 6187971"/>
                    <a:gd name="connsiteY3748" fmla="*/ 817011 h 5955635"/>
                    <a:gd name="connsiteX3749" fmla="*/ 1476602 w 6187971"/>
                    <a:gd name="connsiteY3749" fmla="*/ 592819 h 5955635"/>
                    <a:gd name="connsiteX3750" fmla="*/ 2591346 w 6187971"/>
                    <a:gd name="connsiteY3750" fmla="*/ 163030 h 5955635"/>
                    <a:gd name="connsiteX3751" fmla="*/ 3091031 w 6187971"/>
                    <a:gd name="connsiteY3751" fmla="*/ 140357 h 5955635"/>
                    <a:gd name="connsiteX3752" fmla="*/ 3716875 w 6187971"/>
                    <a:gd name="connsiteY3752" fmla="*/ 213921 h 5955635"/>
                    <a:gd name="connsiteX3753" fmla="*/ 3758928 w 6187971"/>
                    <a:gd name="connsiteY3753" fmla="*/ 245999 h 5955635"/>
                    <a:gd name="connsiteX3754" fmla="*/ 3775216 w 6187971"/>
                    <a:gd name="connsiteY3754" fmla="*/ 258163 h 5955635"/>
                    <a:gd name="connsiteX3755" fmla="*/ 4143920 w 6187971"/>
                    <a:gd name="connsiteY3755" fmla="*/ 372975 h 5955635"/>
                    <a:gd name="connsiteX3756" fmla="*/ 4155540 w 6187971"/>
                    <a:gd name="connsiteY3756" fmla="*/ 372448 h 5955635"/>
                    <a:gd name="connsiteX3757" fmla="*/ 4123382 w 6187971"/>
                    <a:gd name="connsiteY3757" fmla="*/ 322612 h 5955635"/>
                    <a:gd name="connsiteX3758" fmla="*/ 3554239 w 6187971"/>
                    <a:gd name="connsiteY3758" fmla="*/ 139165 h 5955635"/>
                    <a:gd name="connsiteX3759" fmla="*/ 2590565 w 6187971"/>
                    <a:gd name="connsiteY3759" fmla="*/ 131911 h 5955635"/>
                    <a:gd name="connsiteX3760" fmla="*/ 2058218 w 6187971"/>
                    <a:gd name="connsiteY3760" fmla="*/ 267154 h 5955635"/>
                    <a:gd name="connsiteX3761" fmla="*/ 1849558 w 6187971"/>
                    <a:gd name="connsiteY3761" fmla="*/ 315643 h 5955635"/>
                    <a:gd name="connsiteX3762" fmla="*/ 2520059 w 6187971"/>
                    <a:gd name="connsiteY3762" fmla="*/ 103956 h 5955635"/>
                    <a:gd name="connsiteX3763" fmla="*/ 3222250 w 6187971"/>
                    <a:gd name="connsiteY3763" fmla="*/ 49751 h 5955635"/>
                    <a:gd name="connsiteX3764" fmla="*/ 2580338 w 6187971"/>
                    <a:gd name="connsiteY3764" fmla="*/ 38281 h 5955635"/>
                    <a:gd name="connsiteX3765" fmla="*/ 2580211 w 6187971"/>
                    <a:gd name="connsiteY3765" fmla="*/ 28532 h 595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Lst>
                  <a:rect l="l" t="t" r="r" b="b"/>
                  <a:pathLst>
                    <a:path w="6187971" h="5955635">
                      <a:moveTo>
                        <a:pt x="3175848" y="5544922"/>
                      </a:moveTo>
                      <a:cubicBezTo>
                        <a:pt x="3180352" y="5543959"/>
                        <a:pt x="3180352" y="5543959"/>
                        <a:pt x="3184857" y="5542997"/>
                      </a:cubicBezTo>
                      <a:lnTo>
                        <a:pt x="3185794" y="5544792"/>
                      </a:lnTo>
                      <a:close/>
                      <a:moveTo>
                        <a:pt x="3509992" y="5452506"/>
                      </a:moveTo>
                      <a:lnTo>
                        <a:pt x="3560810" y="5445094"/>
                      </a:lnTo>
                      <a:lnTo>
                        <a:pt x="3523318" y="5451849"/>
                      </a:lnTo>
                      <a:cubicBezTo>
                        <a:pt x="3523318" y="5451849"/>
                        <a:pt x="3523318" y="5451849"/>
                        <a:pt x="3518813" y="5452811"/>
                      </a:cubicBezTo>
                      <a:close/>
                      <a:moveTo>
                        <a:pt x="3472811" y="5457929"/>
                      </a:moveTo>
                      <a:cubicBezTo>
                        <a:pt x="3477314" y="5456967"/>
                        <a:pt x="3477314" y="5456967"/>
                        <a:pt x="3477314" y="5456967"/>
                      </a:cubicBezTo>
                      <a:cubicBezTo>
                        <a:pt x="3477314" y="5456967"/>
                        <a:pt x="3477314" y="5456967"/>
                        <a:pt x="3481818" y="5456005"/>
                      </a:cubicBezTo>
                      <a:cubicBezTo>
                        <a:pt x="3486323" y="5455043"/>
                        <a:pt x="3495330" y="5453118"/>
                        <a:pt x="3499835" y="5452156"/>
                      </a:cubicBezTo>
                      <a:lnTo>
                        <a:pt x="3509992" y="5452506"/>
                      </a:lnTo>
                      <a:close/>
                      <a:moveTo>
                        <a:pt x="4648965" y="5205864"/>
                      </a:moveTo>
                      <a:lnTo>
                        <a:pt x="4648375" y="5206776"/>
                      </a:lnTo>
                      <a:cubicBezTo>
                        <a:pt x="4648375" y="5206776"/>
                        <a:pt x="4648375" y="5206776"/>
                        <a:pt x="4643871" y="5207738"/>
                      </a:cubicBezTo>
                      <a:close/>
                      <a:moveTo>
                        <a:pt x="3439358" y="5455658"/>
                      </a:moveTo>
                      <a:lnTo>
                        <a:pt x="3443861" y="5454695"/>
                      </a:lnTo>
                      <a:cubicBezTo>
                        <a:pt x="3449327" y="5458236"/>
                        <a:pt x="3458336" y="5456312"/>
                        <a:pt x="3462839" y="5455350"/>
                      </a:cubicBezTo>
                      <a:cubicBezTo>
                        <a:pt x="3463802" y="5459854"/>
                        <a:pt x="3463802" y="5459854"/>
                        <a:pt x="3463802" y="5459854"/>
                      </a:cubicBezTo>
                      <a:cubicBezTo>
                        <a:pt x="3463802" y="5459854"/>
                        <a:pt x="3463802" y="5459854"/>
                        <a:pt x="3464764" y="5464358"/>
                      </a:cubicBezTo>
                      <a:cubicBezTo>
                        <a:pt x="3445785" y="5463703"/>
                        <a:pt x="3409754" y="5471401"/>
                        <a:pt x="3386270" y="5471708"/>
                      </a:cubicBezTo>
                      <a:cubicBezTo>
                        <a:pt x="3394316" y="5465280"/>
                        <a:pt x="3441282" y="5464665"/>
                        <a:pt x="3439358" y="5455658"/>
                      </a:cubicBezTo>
                      <a:close/>
                      <a:moveTo>
                        <a:pt x="4926827" y="4878836"/>
                      </a:moveTo>
                      <a:cubicBezTo>
                        <a:pt x="4926827" y="4878836"/>
                        <a:pt x="4926827" y="4878836"/>
                        <a:pt x="4931331" y="4877874"/>
                      </a:cubicBezTo>
                      <a:lnTo>
                        <a:pt x="4927253" y="4880833"/>
                      </a:lnTo>
                      <a:close/>
                      <a:moveTo>
                        <a:pt x="1616921" y="5147987"/>
                      </a:moveTo>
                      <a:lnTo>
                        <a:pt x="1621158" y="5151791"/>
                      </a:lnTo>
                      <a:lnTo>
                        <a:pt x="1617883" y="5152491"/>
                      </a:lnTo>
                      <a:cubicBezTo>
                        <a:pt x="1617883" y="5152491"/>
                        <a:pt x="1617883" y="5152491"/>
                        <a:pt x="1616921" y="5147987"/>
                      </a:cubicBezTo>
                      <a:close/>
                      <a:moveTo>
                        <a:pt x="6029280" y="4202957"/>
                      </a:moveTo>
                      <a:cubicBezTo>
                        <a:pt x="6032957" y="4202171"/>
                        <a:pt x="6032957" y="4202171"/>
                        <a:pt x="6033742" y="4205846"/>
                      </a:cubicBezTo>
                      <a:cubicBezTo>
                        <a:pt x="6033742" y="4205846"/>
                        <a:pt x="6034527" y="4209520"/>
                        <a:pt x="6030850" y="4210306"/>
                      </a:cubicBezTo>
                      <a:cubicBezTo>
                        <a:pt x="6030065" y="4206631"/>
                        <a:pt x="6030065" y="4206631"/>
                        <a:pt x="6030065" y="4206631"/>
                      </a:cubicBezTo>
                      <a:cubicBezTo>
                        <a:pt x="6030065" y="4206631"/>
                        <a:pt x="6029280" y="4202957"/>
                        <a:pt x="6029280" y="4202957"/>
                      </a:cubicBezTo>
                      <a:close/>
                      <a:moveTo>
                        <a:pt x="5195431" y="4350487"/>
                      </a:moveTo>
                      <a:lnTo>
                        <a:pt x="5195619" y="4350447"/>
                      </a:lnTo>
                      <a:lnTo>
                        <a:pt x="5191889" y="4355954"/>
                      </a:lnTo>
                      <a:cubicBezTo>
                        <a:pt x="5196393" y="4354992"/>
                        <a:pt x="5195431" y="4350487"/>
                        <a:pt x="5195431" y="4350487"/>
                      </a:cubicBezTo>
                      <a:close/>
                      <a:moveTo>
                        <a:pt x="5135887" y="4358358"/>
                      </a:moveTo>
                      <a:lnTo>
                        <a:pt x="5135916" y="4358493"/>
                      </a:lnTo>
                      <a:cubicBezTo>
                        <a:pt x="5135916" y="4358493"/>
                        <a:pt x="5135916" y="4358493"/>
                        <a:pt x="5132374" y="4363959"/>
                      </a:cubicBezTo>
                      <a:close/>
                      <a:moveTo>
                        <a:pt x="1535232" y="5118342"/>
                      </a:moveTo>
                      <a:cubicBezTo>
                        <a:pt x="1540699" y="5121884"/>
                        <a:pt x="1540699" y="5121884"/>
                        <a:pt x="1540699" y="5121884"/>
                      </a:cubicBezTo>
                      <a:cubicBezTo>
                        <a:pt x="1546166" y="5125426"/>
                        <a:pt x="1546166" y="5125426"/>
                        <a:pt x="1546166" y="5125426"/>
                      </a:cubicBezTo>
                      <a:cubicBezTo>
                        <a:pt x="1541661" y="5126389"/>
                        <a:pt x="1541661" y="5126389"/>
                        <a:pt x="1541661" y="5126389"/>
                      </a:cubicBezTo>
                      <a:cubicBezTo>
                        <a:pt x="1540699" y="5121884"/>
                        <a:pt x="1536195" y="5122847"/>
                        <a:pt x="1535232" y="5118342"/>
                      </a:cubicBezTo>
                      <a:close/>
                      <a:moveTo>
                        <a:pt x="1296561" y="4951097"/>
                      </a:moveTo>
                      <a:lnTo>
                        <a:pt x="1298982" y="4952173"/>
                      </a:lnTo>
                      <a:cubicBezTo>
                        <a:pt x="1301153" y="4954064"/>
                        <a:pt x="1302760" y="4956076"/>
                        <a:pt x="1302760" y="4956076"/>
                      </a:cubicBezTo>
                      <a:cubicBezTo>
                        <a:pt x="1302760" y="4956076"/>
                        <a:pt x="1302760" y="4956076"/>
                        <a:pt x="1297293" y="4952534"/>
                      </a:cubicBezTo>
                      <a:close/>
                      <a:moveTo>
                        <a:pt x="1299553" y="4938864"/>
                      </a:moveTo>
                      <a:lnTo>
                        <a:pt x="1305339" y="4946105"/>
                      </a:lnTo>
                      <a:cubicBezTo>
                        <a:pt x="1302125" y="4942083"/>
                        <a:pt x="1300518" y="4940071"/>
                        <a:pt x="1299715" y="4939066"/>
                      </a:cubicBezTo>
                      <a:close/>
                      <a:moveTo>
                        <a:pt x="6187039" y="3627519"/>
                      </a:moveTo>
                      <a:cubicBezTo>
                        <a:pt x="6187287" y="3646676"/>
                        <a:pt x="6189889" y="3676857"/>
                        <a:pt x="6185137" y="3708609"/>
                      </a:cubicBezTo>
                      <a:cubicBezTo>
                        <a:pt x="6180385" y="3740361"/>
                        <a:pt x="6174063" y="3764764"/>
                        <a:pt x="6163816" y="3770795"/>
                      </a:cubicBezTo>
                      <a:cubicBezTo>
                        <a:pt x="6167494" y="3770009"/>
                        <a:pt x="6167494" y="3770009"/>
                        <a:pt x="6168279" y="3773684"/>
                      </a:cubicBezTo>
                      <a:cubicBezTo>
                        <a:pt x="6165386" y="3778144"/>
                        <a:pt x="6166956" y="3785493"/>
                        <a:pt x="6163279" y="3786278"/>
                      </a:cubicBezTo>
                      <a:cubicBezTo>
                        <a:pt x="6163279" y="3786278"/>
                        <a:pt x="6164064" y="3789953"/>
                        <a:pt x="6160387" y="3790738"/>
                      </a:cubicBezTo>
                      <a:cubicBezTo>
                        <a:pt x="6160387" y="3790738"/>
                        <a:pt x="6160387" y="3790738"/>
                        <a:pt x="6164064" y="3789953"/>
                      </a:cubicBezTo>
                      <a:cubicBezTo>
                        <a:pt x="6172989" y="3795730"/>
                        <a:pt x="6162989" y="3820919"/>
                        <a:pt x="6153775" y="3849782"/>
                      </a:cubicBezTo>
                      <a:cubicBezTo>
                        <a:pt x="6153775" y="3849782"/>
                        <a:pt x="6153775" y="3849782"/>
                        <a:pt x="6154561" y="3853456"/>
                      </a:cubicBezTo>
                      <a:cubicBezTo>
                        <a:pt x="6158238" y="3852671"/>
                        <a:pt x="6158238" y="3852671"/>
                        <a:pt x="6155346" y="3857131"/>
                      </a:cubicBezTo>
                      <a:cubicBezTo>
                        <a:pt x="6155346" y="3857131"/>
                        <a:pt x="6156131" y="3860805"/>
                        <a:pt x="6156131" y="3860805"/>
                      </a:cubicBezTo>
                      <a:cubicBezTo>
                        <a:pt x="6152454" y="3861591"/>
                        <a:pt x="6152454" y="3861591"/>
                        <a:pt x="6152454" y="3861591"/>
                      </a:cubicBezTo>
                      <a:cubicBezTo>
                        <a:pt x="6152454" y="3861591"/>
                        <a:pt x="6152454" y="3861591"/>
                        <a:pt x="6156916" y="3864480"/>
                      </a:cubicBezTo>
                      <a:cubicBezTo>
                        <a:pt x="6154809" y="3872614"/>
                        <a:pt x="6159271" y="3875502"/>
                        <a:pt x="6155841" y="3895446"/>
                      </a:cubicBezTo>
                      <a:cubicBezTo>
                        <a:pt x="6163196" y="3893874"/>
                        <a:pt x="6165841" y="3870257"/>
                        <a:pt x="6171873" y="3880495"/>
                      </a:cubicBezTo>
                      <a:cubicBezTo>
                        <a:pt x="6170819" y="3884562"/>
                        <a:pt x="6171212" y="3886399"/>
                        <a:pt x="6171604" y="3888236"/>
                      </a:cubicBezTo>
                      <a:lnTo>
                        <a:pt x="6171470" y="3892106"/>
                      </a:lnTo>
                      <a:lnTo>
                        <a:pt x="6170551" y="3892303"/>
                      </a:lnTo>
                      <a:cubicBezTo>
                        <a:pt x="6171336" y="3895977"/>
                        <a:pt x="6171336" y="3895977"/>
                        <a:pt x="6171336" y="3895977"/>
                      </a:cubicBezTo>
                      <a:lnTo>
                        <a:pt x="6171470" y="3892106"/>
                      </a:lnTo>
                      <a:lnTo>
                        <a:pt x="6174228" y="3891517"/>
                      </a:lnTo>
                      <a:cubicBezTo>
                        <a:pt x="6174228" y="3891517"/>
                        <a:pt x="6175013" y="3895192"/>
                        <a:pt x="6175013" y="3895192"/>
                      </a:cubicBezTo>
                      <a:cubicBezTo>
                        <a:pt x="6175798" y="3898866"/>
                        <a:pt x="6175798" y="3898866"/>
                        <a:pt x="6175798" y="3898866"/>
                      </a:cubicBezTo>
                      <a:cubicBezTo>
                        <a:pt x="6172906" y="3903326"/>
                        <a:pt x="6170798" y="3911461"/>
                        <a:pt x="6168691" y="3919595"/>
                      </a:cubicBezTo>
                      <a:cubicBezTo>
                        <a:pt x="6168691" y="3919595"/>
                        <a:pt x="6165799" y="3924055"/>
                        <a:pt x="6165799" y="3924055"/>
                      </a:cubicBezTo>
                      <a:cubicBezTo>
                        <a:pt x="6165799" y="3924055"/>
                        <a:pt x="6166584" y="3927730"/>
                        <a:pt x="6163691" y="3932189"/>
                      </a:cubicBezTo>
                      <a:cubicBezTo>
                        <a:pt x="6163691" y="3932189"/>
                        <a:pt x="6164476" y="3935864"/>
                        <a:pt x="6160799" y="3936650"/>
                      </a:cubicBezTo>
                      <a:cubicBezTo>
                        <a:pt x="6160014" y="3932975"/>
                        <a:pt x="6160014" y="3932975"/>
                        <a:pt x="6162906" y="3928515"/>
                      </a:cubicBezTo>
                      <a:cubicBezTo>
                        <a:pt x="6162906" y="3928515"/>
                        <a:pt x="6162121" y="3924841"/>
                        <a:pt x="6165014" y="3920380"/>
                      </a:cubicBezTo>
                      <a:cubicBezTo>
                        <a:pt x="6159229" y="3929301"/>
                        <a:pt x="6157122" y="3937435"/>
                        <a:pt x="6150552" y="3942681"/>
                      </a:cubicBezTo>
                      <a:cubicBezTo>
                        <a:pt x="6146090" y="3939792"/>
                        <a:pt x="6147412" y="3927983"/>
                        <a:pt x="6137165" y="3934015"/>
                      </a:cubicBezTo>
                      <a:cubicBezTo>
                        <a:pt x="6123199" y="3994629"/>
                        <a:pt x="6114232" y="4042650"/>
                        <a:pt x="6088449" y="4101948"/>
                      </a:cubicBezTo>
                      <a:cubicBezTo>
                        <a:pt x="6089234" y="4105622"/>
                        <a:pt x="6089234" y="4105622"/>
                        <a:pt x="6086341" y="4110083"/>
                      </a:cubicBezTo>
                      <a:cubicBezTo>
                        <a:pt x="6087126" y="4113757"/>
                        <a:pt x="6083449" y="4114542"/>
                        <a:pt x="6083449" y="4114542"/>
                      </a:cubicBezTo>
                      <a:cubicBezTo>
                        <a:pt x="6080019" y="4134486"/>
                        <a:pt x="6070020" y="4159674"/>
                        <a:pt x="6059236" y="4181188"/>
                      </a:cubicBezTo>
                      <a:cubicBezTo>
                        <a:pt x="6055806" y="4201132"/>
                        <a:pt x="6047377" y="4233669"/>
                        <a:pt x="6030808" y="4264104"/>
                      </a:cubicBezTo>
                      <a:cubicBezTo>
                        <a:pt x="6018701" y="4297427"/>
                        <a:pt x="6002132" y="4327862"/>
                        <a:pt x="5990563" y="4345702"/>
                      </a:cubicBezTo>
                      <a:cubicBezTo>
                        <a:pt x="5971886" y="4384270"/>
                        <a:pt x="5950318" y="4427299"/>
                        <a:pt x="5931641" y="4465868"/>
                      </a:cubicBezTo>
                      <a:cubicBezTo>
                        <a:pt x="5912180" y="4500763"/>
                        <a:pt x="5891934" y="4531983"/>
                        <a:pt x="5868547" y="4548506"/>
                      </a:cubicBezTo>
                      <a:cubicBezTo>
                        <a:pt x="5871440" y="4544045"/>
                        <a:pt x="5874332" y="4539585"/>
                        <a:pt x="5877224" y="4535125"/>
                      </a:cubicBezTo>
                      <a:cubicBezTo>
                        <a:pt x="5877224" y="4535125"/>
                        <a:pt x="5877224" y="4535125"/>
                        <a:pt x="5870655" y="4540371"/>
                      </a:cubicBezTo>
                      <a:cubicBezTo>
                        <a:pt x="5871440" y="4544045"/>
                        <a:pt x="5867762" y="4544831"/>
                        <a:pt x="5867762" y="4544831"/>
                      </a:cubicBezTo>
                      <a:cubicBezTo>
                        <a:pt x="5866977" y="4541157"/>
                        <a:pt x="5866977" y="4541157"/>
                        <a:pt x="5869870" y="4536697"/>
                      </a:cubicBezTo>
                      <a:cubicBezTo>
                        <a:pt x="5869870" y="4536697"/>
                        <a:pt x="5869870" y="4536697"/>
                        <a:pt x="5869085" y="4533022"/>
                      </a:cubicBezTo>
                      <a:cubicBezTo>
                        <a:pt x="5848838" y="4564242"/>
                        <a:pt x="5825700" y="4599923"/>
                        <a:pt x="5809916" y="4634032"/>
                      </a:cubicBezTo>
                      <a:cubicBezTo>
                        <a:pt x="5786529" y="4650554"/>
                        <a:pt x="5760498" y="4690694"/>
                        <a:pt x="5732112" y="4719811"/>
                      </a:cubicBezTo>
                      <a:cubicBezTo>
                        <a:pt x="5772068" y="4672854"/>
                        <a:pt x="5800743" y="4609097"/>
                        <a:pt x="5839913" y="4558465"/>
                      </a:cubicBezTo>
                      <a:cubicBezTo>
                        <a:pt x="5852268" y="4544299"/>
                        <a:pt x="5841235" y="4546656"/>
                        <a:pt x="5846236" y="4534062"/>
                      </a:cubicBezTo>
                      <a:cubicBezTo>
                        <a:pt x="5860697" y="4511762"/>
                        <a:pt x="5870159" y="4502056"/>
                        <a:pt x="5879621" y="4492350"/>
                      </a:cubicBezTo>
                      <a:cubicBezTo>
                        <a:pt x="5891190" y="4474510"/>
                        <a:pt x="5885943" y="4467947"/>
                        <a:pt x="5893835" y="4450893"/>
                      </a:cubicBezTo>
                      <a:cubicBezTo>
                        <a:pt x="5906189" y="4436727"/>
                        <a:pt x="5918544" y="4422561"/>
                        <a:pt x="5930898" y="4408396"/>
                      </a:cubicBezTo>
                      <a:cubicBezTo>
                        <a:pt x="5930898" y="4408396"/>
                        <a:pt x="5930898" y="4408396"/>
                        <a:pt x="5939823" y="4414173"/>
                      </a:cubicBezTo>
                      <a:cubicBezTo>
                        <a:pt x="5945608" y="4405253"/>
                        <a:pt x="5954285" y="4391873"/>
                        <a:pt x="5959284" y="4379279"/>
                      </a:cubicBezTo>
                      <a:cubicBezTo>
                        <a:pt x="5959284" y="4379279"/>
                        <a:pt x="5959284" y="4379279"/>
                        <a:pt x="5955607" y="4380064"/>
                      </a:cubicBezTo>
                      <a:cubicBezTo>
                        <a:pt x="5956392" y="4383739"/>
                        <a:pt x="5953500" y="4388199"/>
                        <a:pt x="5952715" y="4384525"/>
                      </a:cubicBezTo>
                      <a:cubicBezTo>
                        <a:pt x="5952715" y="4384525"/>
                        <a:pt x="5951930" y="4380850"/>
                        <a:pt x="5951930" y="4380850"/>
                      </a:cubicBezTo>
                      <a:cubicBezTo>
                        <a:pt x="5948252" y="4381636"/>
                        <a:pt x="5943253" y="4394230"/>
                        <a:pt x="5941683" y="4386882"/>
                      </a:cubicBezTo>
                      <a:cubicBezTo>
                        <a:pt x="5945897" y="4370612"/>
                        <a:pt x="5950360" y="4373501"/>
                        <a:pt x="5955359" y="4360907"/>
                      </a:cubicBezTo>
                      <a:cubicBezTo>
                        <a:pt x="5955359" y="4360907"/>
                        <a:pt x="5955359" y="4360907"/>
                        <a:pt x="5954574" y="4357232"/>
                      </a:cubicBezTo>
                      <a:cubicBezTo>
                        <a:pt x="5954574" y="4357232"/>
                        <a:pt x="5954574" y="4357232"/>
                        <a:pt x="5958251" y="4356446"/>
                      </a:cubicBezTo>
                      <a:cubicBezTo>
                        <a:pt x="5957466" y="4352772"/>
                        <a:pt x="5960359" y="4348312"/>
                        <a:pt x="5960359" y="4348312"/>
                      </a:cubicBezTo>
                      <a:cubicBezTo>
                        <a:pt x="5964036" y="4347527"/>
                        <a:pt x="5964036" y="4347527"/>
                        <a:pt x="5964036" y="4347527"/>
                      </a:cubicBezTo>
                      <a:cubicBezTo>
                        <a:pt x="5965358" y="4335718"/>
                        <a:pt x="5972465" y="4314989"/>
                        <a:pt x="5980357" y="4297935"/>
                      </a:cubicBezTo>
                      <a:cubicBezTo>
                        <a:pt x="5991927" y="4280095"/>
                        <a:pt x="6000604" y="4266714"/>
                        <a:pt x="6007959" y="4265143"/>
                      </a:cubicBezTo>
                      <a:cubicBezTo>
                        <a:pt x="6007174" y="4261469"/>
                        <a:pt x="6010851" y="4260683"/>
                        <a:pt x="6010851" y="4260683"/>
                      </a:cubicBezTo>
                      <a:cubicBezTo>
                        <a:pt x="6010066" y="4257009"/>
                        <a:pt x="6012958" y="4252549"/>
                        <a:pt x="6016636" y="4251763"/>
                      </a:cubicBezTo>
                      <a:cubicBezTo>
                        <a:pt x="6016636" y="4251763"/>
                        <a:pt x="6016636" y="4251763"/>
                        <a:pt x="6017421" y="4255437"/>
                      </a:cubicBezTo>
                      <a:cubicBezTo>
                        <a:pt x="6014528" y="4259898"/>
                        <a:pt x="6014528" y="4259898"/>
                        <a:pt x="6014528" y="4259898"/>
                      </a:cubicBezTo>
                      <a:cubicBezTo>
                        <a:pt x="6014528" y="4259898"/>
                        <a:pt x="6014528" y="4259898"/>
                        <a:pt x="6015313" y="4263572"/>
                      </a:cubicBezTo>
                      <a:cubicBezTo>
                        <a:pt x="6023205" y="4246518"/>
                        <a:pt x="6019528" y="4247303"/>
                        <a:pt x="6024528" y="4234709"/>
                      </a:cubicBezTo>
                      <a:cubicBezTo>
                        <a:pt x="6024528" y="4234709"/>
                        <a:pt x="6021635" y="4239169"/>
                        <a:pt x="6021635" y="4239169"/>
                      </a:cubicBezTo>
                      <a:cubicBezTo>
                        <a:pt x="6021635" y="4239169"/>
                        <a:pt x="6021635" y="4239169"/>
                        <a:pt x="6020850" y="4235494"/>
                      </a:cubicBezTo>
                      <a:cubicBezTo>
                        <a:pt x="6020850" y="4235494"/>
                        <a:pt x="6020850" y="4235494"/>
                        <a:pt x="6020065" y="4231820"/>
                      </a:cubicBezTo>
                      <a:cubicBezTo>
                        <a:pt x="6020065" y="4231820"/>
                        <a:pt x="6017958" y="4239955"/>
                        <a:pt x="6013496" y="4237066"/>
                      </a:cubicBezTo>
                      <a:cubicBezTo>
                        <a:pt x="6018495" y="4224471"/>
                        <a:pt x="6023495" y="4211877"/>
                        <a:pt x="6027957" y="4214766"/>
                      </a:cubicBezTo>
                      <a:cubicBezTo>
                        <a:pt x="6027957" y="4214766"/>
                        <a:pt x="6027172" y="4211091"/>
                        <a:pt x="6030850" y="4210306"/>
                      </a:cubicBezTo>
                      <a:cubicBezTo>
                        <a:pt x="6052666" y="4186434"/>
                        <a:pt x="6068450" y="4152325"/>
                        <a:pt x="6078987" y="4111654"/>
                      </a:cubicBezTo>
                      <a:cubicBezTo>
                        <a:pt x="6078987" y="4111654"/>
                        <a:pt x="6078202" y="4107979"/>
                        <a:pt x="6081879" y="4107194"/>
                      </a:cubicBezTo>
                      <a:cubicBezTo>
                        <a:pt x="6081094" y="4103519"/>
                        <a:pt x="6083986" y="4099059"/>
                        <a:pt x="6083986" y="4099059"/>
                      </a:cubicBezTo>
                      <a:cubicBezTo>
                        <a:pt x="6083986" y="4099059"/>
                        <a:pt x="6083986" y="4099059"/>
                        <a:pt x="6084771" y="4102733"/>
                      </a:cubicBezTo>
                      <a:cubicBezTo>
                        <a:pt x="6086094" y="4090925"/>
                        <a:pt x="6089523" y="4070982"/>
                        <a:pt x="6087953" y="4063633"/>
                      </a:cubicBezTo>
                      <a:cubicBezTo>
                        <a:pt x="6088738" y="4067307"/>
                        <a:pt x="6088738" y="4067307"/>
                        <a:pt x="6085846" y="4071767"/>
                      </a:cubicBezTo>
                      <a:cubicBezTo>
                        <a:pt x="6085846" y="4071767"/>
                        <a:pt x="6082169" y="4072553"/>
                        <a:pt x="6082169" y="4072553"/>
                      </a:cubicBezTo>
                      <a:cubicBezTo>
                        <a:pt x="6081384" y="4068878"/>
                        <a:pt x="6081384" y="4068878"/>
                        <a:pt x="6084276" y="4064419"/>
                      </a:cubicBezTo>
                      <a:lnTo>
                        <a:pt x="6083990" y="4063082"/>
                      </a:lnTo>
                      <a:lnTo>
                        <a:pt x="6084968" y="4060909"/>
                      </a:lnTo>
                      <a:cubicBezTo>
                        <a:pt x="6086052" y="4059236"/>
                        <a:pt x="6086775" y="4058121"/>
                        <a:pt x="6086383" y="4056284"/>
                      </a:cubicBezTo>
                      <a:cubicBezTo>
                        <a:pt x="6087168" y="4059959"/>
                        <a:pt x="6083491" y="4060744"/>
                        <a:pt x="6083491" y="4060744"/>
                      </a:cubicBezTo>
                      <a:lnTo>
                        <a:pt x="6083990" y="4063082"/>
                      </a:lnTo>
                      <a:lnTo>
                        <a:pt x="6081384" y="4068878"/>
                      </a:lnTo>
                      <a:cubicBezTo>
                        <a:pt x="6085888" y="4017969"/>
                        <a:pt x="6115349" y="3957886"/>
                        <a:pt x="6123530" y="3906191"/>
                      </a:cubicBezTo>
                      <a:cubicBezTo>
                        <a:pt x="6127208" y="3905405"/>
                        <a:pt x="6131422" y="3889137"/>
                        <a:pt x="6134315" y="3884676"/>
                      </a:cubicBezTo>
                      <a:cubicBezTo>
                        <a:pt x="6130637" y="3885462"/>
                        <a:pt x="6130637" y="3885462"/>
                        <a:pt x="6129067" y="3878113"/>
                      </a:cubicBezTo>
                      <a:cubicBezTo>
                        <a:pt x="6129067" y="3878113"/>
                        <a:pt x="6132745" y="3877328"/>
                        <a:pt x="6131959" y="3873653"/>
                      </a:cubicBezTo>
                      <a:cubicBezTo>
                        <a:pt x="6131175" y="3869979"/>
                        <a:pt x="6134852" y="3869193"/>
                        <a:pt x="6134066" y="3865519"/>
                      </a:cubicBezTo>
                      <a:cubicBezTo>
                        <a:pt x="6140925" y="3825633"/>
                        <a:pt x="6150387" y="3815927"/>
                        <a:pt x="6157494" y="3795198"/>
                      </a:cubicBezTo>
                      <a:cubicBezTo>
                        <a:pt x="6157494" y="3795198"/>
                        <a:pt x="6158279" y="3798873"/>
                        <a:pt x="6154602" y="3799658"/>
                      </a:cubicBezTo>
                      <a:cubicBezTo>
                        <a:pt x="6154602" y="3799658"/>
                        <a:pt x="6150925" y="3800444"/>
                        <a:pt x="6150140" y="3796769"/>
                      </a:cubicBezTo>
                      <a:cubicBezTo>
                        <a:pt x="6150140" y="3796769"/>
                        <a:pt x="6153032" y="3792310"/>
                        <a:pt x="6153032" y="3792310"/>
                      </a:cubicBezTo>
                      <a:cubicBezTo>
                        <a:pt x="6152247" y="3788635"/>
                        <a:pt x="6152247" y="3788635"/>
                        <a:pt x="6152247" y="3788635"/>
                      </a:cubicBezTo>
                      <a:cubicBezTo>
                        <a:pt x="6148322" y="3770263"/>
                        <a:pt x="6160966" y="3721457"/>
                        <a:pt x="6172783" y="3722774"/>
                      </a:cubicBezTo>
                      <a:cubicBezTo>
                        <a:pt x="6174643" y="3695483"/>
                        <a:pt x="6177040" y="3652707"/>
                        <a:pt x="6187039" y="3627519"/>
                      </a:cubicBezTo>
                      <a:close/>
                      <a:moveTo>
                        <a:pt x="5453639" y="3702176"/>
                      </a:moveTo>
                      <a:lnTo>
                        <a:pt x="5453774" y="3702469"/>
                      </a:lnTo>
                      <a:cubicBezTo>
                        <a:pt x="5453249" y="3705524"/>
                        <a:pt x="5451719" y="3709383"/>
                        <a:pt x="5449948" y="3712116"/>
                      </a:cubicBezTo>
                      <a:close/>
                      <a:moveTo>
                        <a:pt x="5548423" y="3643981"/>
                      </a:moveTo>
                      <a:cubicBezTo>
                        <a:pt x="5553889" y="3647523"/>
                        <a:pt x="5550347" y="3652990"/>
                        <a:pt x="5544882" y="3649448"/>
                      </a:cubicBezTo>
                      <a:cubicBezTo>
                        <a:pt x="5549385" y="3648486"/>
                        <a:pt x="5549385" y="3648486"/>
                        <a:pt x="5548423" y="3643981"/>
                      </a:cubicBezTo>
                      <a:close/>
                      <a:moveTo>
                        <a:pt x="5501782" y="3594005"/>
                      </a:moveTo>
                      <a:lnTo>
                        <a:pt x="5500844" y="3597631"/>
                      </a:lnTo>
                      <a:cubicBezTo>
                        <a:pt x="5501806" y="3602135"/>
                        <a:pt x="5501806" y="3602135"/>
                        <a:pt x="5501806" y="3602135"/>
                      </a:cubicBezTo>
                      <a:cubicBezTo>
                        <a:pt x="5501806" y="3602135"/>
                        <a:pt x="5501806" y="3602135"/>
                        <a:pt x="5498264" y="3607601"/>
                      </a:cubicBezTo>
                      <a:cubicBezTo>
                        <a:pt x="5497302" y="3603098"/>
                        <a:pt x="5500844" y="3597631"/>
                        <a:pt x="5496339" y="3598593"/>
                      </a:cubicBezTo>
                      <a:close/>
                      <a:moveTo>
                        <a:pt x="5505531" y="3584407"/>
                      </a:moveTo>
                      <a:lnTo>
                        <a:pt x="5502887" y="3593074"/>
                      </a:lnTo>
                      <a:lnTo>
                        <a:pt x="5501782" y="3594005"/>
                      </a:lnTo>
                      <a:lnTo>
                        <a:pt x="5503423" y="3587661"/>
                      </a:lnTo>
                      <a:close/>
                      <a:moveTo>
                        <a:pt x="5509363" y="3567553"/>
                      </a:moveTo>
                      <a:lnTo>
                        <a:pt x="5513086" y="3566758"/>
                      </a:lnTo>
                      <a:cubicBezTo>
                        <a:pt x="5509545" y="3572225"/>
                        <a:pt x="5506002" y="3577690"/>
                        <a:pt x="5506965" y="3582195"/>
                      </a:cubicBezTo>
                      <a:lnTo>
                        <a:pt x="5505531" y="3584407"/>
                      </a:lnTo>
                      <a:lnTo>
                        <a:pt x="5507691" y="3577329"/>
                      </a:lnTo>
                      <a:close/>
                      <a:moveTo>
                        <a:pt x="5510688" y="3559800"/>
                      </a:moveTo>
                      <a:lnTo>
                        <a:pt x="5509363" y="3567553"/>
                      </a:lnTo>
                      <a:lnTo>
                        <a:pt x="5508582" y="3567720"/>
                      </a:lnTo>
                      <a:close/>
                      <a:moveTo>
                        <a:pt x="5161932" y="3575847"/>
                      </a:moveTo>
                      <a:cubicBezTo>
                        <a:pt x="5162324" y="3577685"/>
                        <a:pt x="5161601" y="3578799"/>
                        <a:pt x="5160517" y="3580472"/>
                      </a:cubicBezTo>
                      <a:lnTo>
                        <a:pt x="5159539" y="3582645"/>
                      </a:lnTo>
                      <a:lnTo>
                        <a:pt x="5159040" y="3580307"/>
                      </a:lnTo>
                      <a:cubicBezTo>
                        <a:pt x="5159040" y="3580307"/>
                        <a:pt x="5162717" y="3579521"/>
                        <a:pt x="5161932" y="3575847"/>
                      </a:cubicBezTo>
                      <a:close/>
                      <a:moveTo>
                        <a:pt x="1120688" y="4434529"/>
                      </a:moveTo>
                      <a:lnTo>
                        <a:pt x="1126155" y="4438070"/>
                      </a:lnTo>
                      <a:cubicBezTo>
                        <a:pt x="1126155" y="4438070"/>
                        <a:pt x="1126155" y="4438070"/>
                        <a:pt x="1121651" y="4439032"/>
                      </a:cubicBezTo>
                      <a:close/>
                      <a:moveTo>
                        <a:pt x="5592057" y="3360201"/>
                      </a:moveTo>
                      <a:lnTo>
                        <a:pt x="5593625" y="3370584"/>
                      </a:lnTo>
                      <a:cubicBezTo>
                        <a:pt x="5593625" y="3370584"/>
                        <a:pt x="5593625" y="3370584"/>
                        <a:pt x="5592663" y="3366081"/>
                      </a:cubicBezTo>
                      <a:cubicBezTo>
                        <a:pt x="5591701" y="3361577"/>
                        <a:pt x="5591701" y="3361577"/>
                        <a:pt x="5591701" y="3361577"/>
                      </a:cubicBezTo>
                      <a:close/>
                      <a:moveTo>
                        <a:pt x="818034" y="4362609"/>
                      </a:moveTo>
                      <a:lnTo>
                        <a:pt x="820283" y="4366839"/>
                      </a:lnTo>
                      <a:lnTo>
                        <a:pt x="818996" y="4367114"/>
                      </a:lnTo>
                      <a:cubicBezTo>
                        <a:pt x="818034" y="4362609"/>
                        <a:pt x="818034" y="4362609"/>
                        <a:pt x="818034" y="4362609"/>
                      </a:cubicBezTo>
                      <a:close/>
                      <a:moveTo>
                        <a:pt x="5246100" y="3411866"/>
                      </a:moveTo>
                      <a:lnTo>
                        <a:pt x="5247019" y="3411670"/>
                      </a:lnTo>
                      <a:lnTo>
                        <a:pt x="5246885" y="3415540"/>
                      </a:lnTo>
                      <a:cubicBezTo>
                        <a:pt x="5246885" y="3415540"/>
                        <a:pt x="5246885" y="3415540"/>
                        <a:pt x="5246100" y="3411866"/>
                      </a:cubicBezTo>
                      <a:close/>
                      <a:moveTo>
                        <a:pt x="5262588" y="3147082"/>
                      </a:moveTo>
                      <a:cubicBezTo>
                        <a:pt x="5252589" y="3172271"/>
                        <a:pt x="5250192" y="3215045"/>
                        <a:pt x="5248332" y="3242337"/>
                      </a:cubicBezTo>
                      <a:cubicBezTo>
                        <a:pt x="5236515" y="3241020"/>
                        <a:pt x="5223871" y="3289826"/>
                        <a:pt x="5227796" y="3308198"/>
                      </a:cubicBezTo>
                      <a:cubicBezTo>
                        <a:pt x="5227796" y="3308198"/>
                        <a:pt x="5227796" y="3308198"/>
                        <a:pt x="5228581" y="3311872"/>
                      </a:cubicBezTo>
                      <a:cubicBezTo>
                        <a:pt x="5228581" y="3311872"/>
                        <a:pt x="5225689" y="3316332"/>
                        <a:pt x="5225689" y="3316332"/>
                      </a:cubicBezTo>
                      <a:cubicBezTo>
                        <a:pt x="5226475" y="3320007"/>
                        <a:pt x="5230152" y="3319222"/>
                        <a:pt x="5230152" y="3319222"/>
                      </a:cubicBezTo>
                      <a:cubicBezTo>
                        <a:pt x="5233830" y="3318436"/>
                        <a:pt x="5233044" y="3314761"/>
                        <a:pt x="5233044" y="3314761"/>
                      </a:cubicBezTo>
                      <a:cubicBezTo>
                        <a:pt x="5225937" y="3335490"/>
                        <a:pt x="5216475" y="3345195"/>
                        <a:pt x="5209615" y="3385082"/>
                      </a:cubicBezTo>
                      <a:cubicBezTo>
                        <a:pt x="5210401" y="3388757"/>
                        <a:pt x="5206724" y="3389542"/>
                        <a:pt x="5207509" y="3393216"/>
                      </a:cubicBezTo>
                      <a:cubicBezTo>
                        <a:pt x="5208294" y="3396890"/>
                        <a:pt x="5204616" y="3397676"/>
                        <a:pt x="5204616" y="3397676"/>
                      </a:cubicBezTo>
                      <a:cubicBezTo>
                        <a:pt x="5206186" y="3405025"/>
                        <a:pt x="5206186" y="3405025"/>
                        <a:pt x="5209864" y="3404240"/>
                      </a:cubicBezTo>
                      <a:cubicBezTo>
                        <a:pt x="5206971" y="3408699"/>
                        <a:pt x="5202757" y="3424968"/>
                        <a:pt x="5199079" y="3425754"/>
                      </a:cubicBezTo>
                      <a:cubicBezTo>
                        <a:pt x="5190898" y="3477449"/>
                        <a:pt x="5161437" y="3537532"/>
                        <a:pt x="5156933" y="3588442"/>
                      </a:cubicBezTo>
                      <a:lnTo>
                        <a:pt x="5159539" y="3582645"/>
                      </a:lnTo>
                      <a:lnTo>
                        <a:pt x="5159825" y="3583982"/>
                      </a:lnTo>
                      <a:cubicBezTo>
                        <a:pt x="5156933" y="3588442"/>
                        <a:pt x="5156933" y="3588442"/>
                        <a:pt x="5157718" y="3592116"/>
                      </a:cubicBezTo>
                      <a:cubicBezTo>
                        <a:pt x="5157718" y="3592116"/>
                        <a:pt x="5161395" y="3591330"/>
                        <a:pt x="5161395" y="3591330"/>
                      </a:cubicBezTo>
                      <a:cubicBezTo>
                        <a:pt x="5164287" y="3586871"/>
                        <a:pt x="5164287" y="3586871"/>
                        <a:pt x="5163502" y="3583196"/>
                      </a:cubicBezTo>
                      <a:cubicBezTo>
                        <a:pt x="5165072" y="3590545"/>
                        <a:pt x="5161643" y="3610488"/>
                        <a:pt x="5160320" y="3622296"/>
                      </a:cubicBezTo>
                      <a:cubicBezTo>
                        <a:pt x="5159535" y="3618622"/>
                        <a:pt x="5159535" y="3618622"/>
                        <a:pt x="5159535" y="3618622"/>
                      </a:cubicBezTo>
                      <a:cubicBezTo>
                        <a:pt x="5159535" y="3618622"/>
                        <a:pt x="5156643" y="3623082"/>
                        <a:pt x="5157428" y="3626757"/>
                      </a:cubicBezTo>
                      <a:cubicBezTo>
                        <a:pt x="5153751" y="3627542"/>
                        <a:pt x="5154536" y="3631216"/>
                        <a:pt x="5154536" y="3631216"/>
                      </a:cubicBezTo>
                      <a:cubicBezTo>
                        <a:pt x="5143999" y="3671889"/>
                        <a:pt x="5128215" y="3705997"/>
                        <a:pt x="5106399" y="3729869"/>
                      </a:cubicBezTo>
                      <a:cubicBezTo>
                        <a:pt x="5110076" y="3729083"/>
                        <a:pt x="5109291" y="3725408"/>
                        <a:pt x="5109291" y="3725408"/>
                      </a:cubicBezTo>
                      <a:cubicBezTo>
                        <a:pt x="5108506" y="3721734"/>
                        <a:pt x="5108506" y="3721734"/>
                        <a:pt x="5104829" y="3722520"/>
                      </a:cubicBezTo>
                      <a:cubicBezTo>
                        <a:pt x="5104829" y="3722520"/>
                        <a:pt x="5105614" y="3726194"/>
                        <a:pt x="5105614" y="3726194"/>
                      </a:cubicBezTo>
                      <a:cubicBezTo>
                        <a:pt x="5105614" y="3726194"/>
                        <a:pt x="5105614" y="3726194"/>
                        <a:pt x="5106399" y="3729869"/>
                      </a:cubicBezTo>
                      <a:cubicBezTo>
                        <a:pt x="5102721" y="3730655"/>
                        <a:pt x="5103506" y="3734329"/>
                        <a:pt x="5103506" y="3734329"/>
                      </a:cubicBezTo>
                      <a:cubicBezTo>
                        <a:pt x="5099044" y="3731440"/>
                        <a:pt x="5094044" y="3744034"/>
                        <a:pt x="5089045" y="3756628"/>
                      </a:cubicBezTo>
                      <a:cubicBezTo>
                        <a:pt x="5093507" y="3759518"/>
                        <a:pt x="5095614" y="3751383"/>
                        <a:pt x="5095614" y="3751383"/>
                      </a:cubicBezTo>
                      <a:cubicBezTo>
                        <a:pt x="5096399" y="3755057"/>
                        <a:pt x="5096399" y="3755057"/>
                        <a:pt x="5096399" y="3755057"/>
                      </a:cubicBezTo>
                      <a:cubicBezTo>
                        <a:pt x="5097184" y="3758732"/>
                        <a:pt x="5097184" y="3758732"/>
                        <a:pt x="5097184" y="3758732"/>
                      </a:cubicBezTo>
                      <a:cubicBezTo>
                        <a:pt x="5097184" y="3758732"/>
                        <a:pt x="5100077" y="3754271"/>
                        <a:pt x="5100077" y="3754271"/>
                      </a:cubicBezTo>
                      <a:cubicBezTo>
                        <a:pt x="5095077" y="3766866"/>
                        <a:pt x="5098754" y="3766080"/>
                        <a:pt x="5090862" y="3783135"/>
                      </a:cubicBezTo>
                      <a:cubicBezTo>
                        <a:pt x="5090077" y="3779461"/>
                        <a:pt x="5090077" y="3779461"/>
                        <a:pt x="5090077" y="3779461"/>
                      </a:cubicBezTo>
                      <a:cubicBezTo>
                        <a:pt x="5090077" y="3779461"/>
                        <a:pt x="5090077" y="3779461"/>
                        <a:pt x="5092970" y="3775001"/>
                      </a:cubicBezTo>
                      <a:cubicBezTo>
                        <a:pt x="5092185" y="3771327"/>
                        <a:pt x="5092185" y="3771327"/>
                        <a:pt x="5092185" y="3771327"/>
                      </a:cubicBezTo>
                      <a:cubicBezTo>
                        <a:pt x="5088507" y="3772112"/>
                        <a:pt x="5085615" y="3776572"/>
                        <a:pt x="5086400" y="3780246"/>
                      </a:cubicBezTo>
                      <a:cubicBezTo>
                        <a:pt x="5086400" y="3780246"/>
                        <a:pt x="5082723" y="3781032"/>
                        <a:pt x="5083508" y="3784706"/>
                      </a:cubicBezTo>
                      <a:cubicBezTo>
                        <a:pt x="5076153" y="3786277"/>
                        <a:pt x="5067476" y="3799657"/>
                        <a:pt x="5055907" y="3817497"/>
                      </a:cubicBezTo>
                      <a:cubicBezTo>
                        <a:pt x="5048015" y="3834552"/>
                        <a:pt x="5040908" y="3855281"/>
                        <a:pt x="5039585" y="3867090"/>
                      </a:cubicBezTo>
                      <a:cubicBezTo>
                        <a:pt x="5039585" y="3867090"/>
                        <a:pt x="5039585" y="3867090"/>
                        <a:pt x="5035908" y="3867875"/>
                      </a:cubicBezTo>
                      <a:cubicBezTo>
                        <a:pt x="5035908" y="3867875"/>
                        <a:pt x="5033016" y="3872335"/>
                        <a:pt x="5033801" y="3876009"/>
                      </a:cubicBezTo>
                      <a:cubicBezTo>
                        <a:pt x="5030123" y="3876795"/>
                        <a:pt x="5030123" y="3876795"/>
                        <a:pt x="5030123" y="3876795"/>
                      </a:cubicBezTo>
                      <a:cubicBezTo>
                        <a:pt x="5030908" y="3880470"/>
                        <a:pt x="5030908" y="3880470"/>
                        <a:pt x="5030908" y="3880470"/>
                      </a:cubicBezTo>
                      <a:cubicBezTo>
                        <a:pt x="5025909" y="3893064"/>
                        <a:pt x="5021446" y="3890175"/>
                        <a:pt x="5017232" y="3906445"/>
                      </a:cubicBezTo>
                      <a:cubicBezTo>
                        <a:pt x="5018802" y="3913793"/>
                        <a:pt x="5023801" y="3901198"/>
                        <a:pt x="5027479" y="3900413"/>
                      </a:cubicBezTo>
                      <a:cubicBezTo>
                        <a:pt x="5027479" y="3900413"/>
                        <a:pt x="5028264" y="3904088"/>
                        <a:pt x="5028264" y="3904088"/>
                      </a:cubicBezTo>
                      <a:cubicBezTo>
                        <a:pt x="5029049" y="3907762"/>
                        <a:pt x="5031941" y="3903302"/>
                        <a:pt x="5031156" y="3899627"/>
                      </a:cubicBezTo>
                      <a:cubicBezTo>
                        <a:pt x="5034833" y="3898841"/>
                        <a:pt x="5034833" y="3898841"/>
                        <a:pt x="5034833" y="3898841"/>
                      </a:cubicBezTo>
                      <a:cubicBezTo>
                        <a:pt x="5029834" y="3911436"/>
                        <a:pt x="5021157" y="3924816"/>
                        <a:pt x="5015372" y="3933736"/>
                      </a:cubicBezTo>
                      <a:cubicBezTo>
                        <a:pt x="5006447" y="3927959"/>
                        <a:pt x="5006447" y="3927959"/>
                        <a:pt x="5006447" y="3927959"/>
                      </a:cubicBezTo>
                      <a:cubicBezTo>
                        <a:pt x="4994093" y="3942124"/>
                        <a:pt x="4981739" y="3956290"/>
                        <a:pt x="4969384" y="3970456"/>
                      </a:cubicBezTo>
                      <a:cubicBezTo>
                        <a:pt x="4961492" y="3987510"/>
                        <a:pt x="4966740" y="3994073"/>
                        <a:pt x="4955170" y="4011913"/>
                      </a:cubicBezTo>
                      <a:cubicBezTo>
                        <a:pt x="4945708" y="4021619"/>
                        <a:pt x="4936246" y="4031325"/>
                        <a:pt x="4921785" y="4053624"/>
                      </a:cubicBezTo>
                      <a:cubicBezTo>
                        <a:pt x="4916785" y="4066219"/>
                        <a:pt x="4927817" y="4063862"/>
                        <a:pt x="4915463" y="4078028"/>
                      </a:cubicBezTo>
                      <a:cubicBezTo>
                        <a:pt x="4876292" y="4128659"/>
                        <a:pt x="4847617" y="4192416"/>
                        <a:pt x="4807661" y="4239374"/>
                      </a:cubicBezTo>
                      <a:cubicBezTo>
                        <a:pt x="4836047" y="4210257"/>
                        <a:pt x="4862078" y="4170117"/>
                        <a:pt x="4885465" y="4153594"/>
                      </a:cubicBezTo>
                      <a:cubicBezTo>
                        <a:pt x="4901249" y="4119486"/>
                        <a:pt x="4924387" y="4083805"/>
                        <a:pt x="4944634" y="4052585"/>
                      </a:cubicBezTo>
                      <a:cubicBezTo>
                        <a:pt x="4945419" y="4056260"/>
                        <a:pt x="4945419" y="4056260"/>
                        <a:pt x="4945419" y="4056260"/>
                      </a:cubicBezTo>
                      <a:cubicBezTo>
                        <a:pt x="4942526" y="4060720"/>
                        <a:pt x="4942526" y="4060720"/>
                        <a:pt x="4943311" y="4064394"/>
                      </a:cubicBezTo>
                      <a:cubicBezTo>
                        <a:pt x="4943311" y="4064394"/>
                        <a:pt x="4946989" y="4063608"/>
                        <a:pt x="4946204" y="4059934"/>
                      </a:cubicBezTo>
                      <a:cubicBezTo>
                        <a:pt x="4952773" y="4054689"/>
                        <a:pt x="4952773" y="4054689"/>
                        <a:pt x="4952773" y="4054689"/>
                      </a:cubicBezTo>
                      <a:cubicBezTo>
                        <a:pt x="4949881" y="4059148"/>
                        <a:pt x="4946989" y="4063608"/>
                        <a:pt x="4944096" y="4068069"/>
                      </a:cubicBezTo>
                      <a:cubicBezTo>
                        <a:pt x="4967483" y="4051546"/>
                        <a:pt x="4987729" y="4020326"/>
                        <a:pt x="5007190" y="3985431"/>
                      </a:cubicBezTo>
                      <a:cubicBezTo>
                        <a:pt x="5025867" y="3946862"/>
                        <a:pt x="5047435" y="3903834"/>
                        <a:pt x="5066112" y="3865264"/>
                      </a:cubicBezTo>
                      <a:cubicBezTo>
                        <a:pt x="5077681" y="3847424"/>
                        <a:pt x="5094250" y="3816990"/>
                        <a:pt x="5106357" y="3783667"/>
                      </a:cubicBezTo>
                      <a:cubicBezTo>
                        <a:pt x="5122926" y="3753233"/>
                        <a:pt x="5131355" y="3720694"/>
                        <a:pt x="5134785" y="3700752"/>
                      </a:cubicBezTo>
                      <a:cubicBezTo>
                        <a:pt x="5145569" y="3679237"/>
                        <a:pt x="5155568" y="3654049"/>
                        <a:pt x="5158998" y="3634105"/>
                      </a:cubicBezTo>
                      <a:cubicBezTo>
                        <a:pt x="5158998" y="3634105"/>
                        <a:pt x="5162675" y="3633319"/>
                        <a:pt x="5161890" y="3629645"/>
                      </a:cubicBezTo>
                      <a:cubicBezTo>
                        <a:pt x="5164783" y="3625185"/>
                        <a:pt x="5164783" y="3625185"/>
                        <a:pt x="5163998" y="3621510"/>
                      </a:cubicBezTo>
                      <a:cubicBezTo>
                        <a:pt x="5189781" y="3562213"/>
                        <a:pt x="5198748" y="3514193"/>
                        <a:pt x="5212714" y="3453577"/>
                      </a:cubicBezTo>
                      <a:cubicBezTo>
                        <a:pt x="5222961" y="3447546"/>
                        <a:pt x="5221639" y="3459355"/>
                        <a:pt x="5226101" y="3462243"/>
                      </a:cubicBezTo>
                      <a:cubicBezTo>
                        <a:pt x="5232671" y="3456998"/>
                        <a:pt x="5234778" y="3448863"/>
                        <a:pt x="5240563" y="3439944"/>
                      </a:cubicBezTo>
                      <a:cubicBezTo>
                        <a:pt x="5237671" y="3444403"/>
                        <a:pt x="5238456" y="3448077"/>
                        <a:pt x="5238456" y="3448077"/>
                      </a:cubicBezTo>
                      <a:cubicBezTo>
                        <a:pt x="5235563" y="3452538"/>
                        <a:pt x="5235563" y="3452538"/>
                        <a:pt x="5236348" y="3456212"/>
                      </a:cubicBezTo>
                      <a:cubicBezTo>
                        <a:pt x="5240026" y="3455426"/>
                        <a:pt x="5239241" y="3451752"/>
                        <a:pt x="5239241" y="3451752"/>
                      </a:cubicBezTo>
                      <a:cubicBezTo>
                        <a:pt x="5242133" y="3447292"/>
                        <a:pt x="5241348" y="3443618"/>
                        <a:pt x="5241348" y="3443618"/>
                      </a:cubicBezTo>
                      <a:cubicBezTo>
                        <a:pt x="5241348" y="3443618"/>
                        <a:pt x="5244240" y="3439158"/>
                        <a:pt x="5244240" y="3439158"/>
                      </a:cubicBezTo>
                      <a:cubicBezTo>
                        <a:pt x="5246348" y="3431023"/>
                        <a:pt x="5248455" y="3422889"/>
                        <a:pt x="5251347" y="3418429"/>
                      </a:cubicBezTo>
                      <a:cubicBezTo>
                        <a:pt x="5251347" y="3418429"/>
                        <a:pt x="5251347" y="3418429"/>
                        <a:pt x="5250562" y="3414755"/>
                      </a:cubicBezTo>
                      <a:cubicBezTo>
                        <a:pt x="5250562" y="3414755"/>
                        <a:pt x="5249777" y="3411081"/>
                        <a:pt x="5249777" y="3411081"/>
                      </a:cubicBezTo>
                      <a:lnTo>
                        <a:pt x="5247019" y="3411670"/>
                      </a:lnTo>
                      <a:lnTo>
                        <a:pt x="5247153" y="3407799"/>
                      </a:lnTo>
                      <a:cubicBezTo>
                        <a:pt x="5246761" y="3405962"/>
                        <a:pt x="5246368" y="3404124"/>
                        <a:pt x="5247422" y="3400057"/>
                      </a:cubicBezTo>
                      <a:cubicBezTo>
                        <a:pt x="5241390" y="3389820"/>
                        <a:pt x="5238745" y="3413437"/>
                        <a:pt x="5231391" y="3415009"/>
                      </a:cubicBezTo>
                      <a:cubicBezTo>
                        <a:pt x="5234820" y="3395065"/>
                        <a:pt x="5230358" y="3392177"/>
                        <a:pt x="5232465" y="3384043"/>
                      </a:cubicBezTo>
                      <a:cubicBezTo>
                        <a:pt x="5228003" y="3381153"/>
                        <a:pt x="5228003" y="3381153"/>
                        <a:pt x="5228003" y="3381153"/>
                      </a:cubicBezTo>
                      <a:cubicBezTo>
                        <a:pt x="5228003" y="3381153"/>
                        <a:pt x="5228003" y="3381153"/>
                        <a:pt x="5231680" y="3380368"/>
                      </a:cubicBezTo>
                      <a:cubicBezTo>
                        <a:pt x="5231680" y="3380368"/>
                        <a:pt x="5230895" y="3376694"/>
                        <a:pt x="5230895" y="3376694"/>
                      </a:cubicBezTo>
                      <a:cubicBezTo>
                        <a:pt x="5233788" y="3372234"/>
                        <a:pt x="5233788" y="3372234"/>
                        <a:pt x="5230110" y="3373020"/>
                      </a:cubicBezTo>
                      <a:cubicBezTo>
                        <a:pt x="5229324" y="3369345"/>
                        <a:pt x="5229324" y="3369345"/>
                        <a:pt x="5229324" y="3369345"/>
                      </a:cubicBezTo>
                      <a:cubicBezTo>
                        <a:pt x="5238539" y="3340481"/>
                        <a:pt x="5248539" y="3315293"/>
                        <a:pt x="5239613" y="3309515"/>
                      </a:cubicBezTo>
                      <a:cubicBezTo>
                        <a:pt x="5235936" y="3310301"/>
                        <a:pt x="5235936" y="3310301"/>
                        <a:pt x="5235936" y="3310301"/>
                      </a:cubicBezTo>
                      <a:cubicBezTo>
                        <a:pt x="5239613" y="3309515"/>
                        <a:pt x="5238828" y="3305841"/>
                        <a:pt x="5238828" y="3305841"/>
                      </a:cubicBezTo>
                      <a:cubicBezTo>
                        <a:pt x="5242506" y="3305056"/>
                        <a:pt x="5240936" y="3297706"/>
                        <a:pt x="5243828" y="3293247"/>
                      </a:cubicBezTo>
                      <a:cubicBezTo>
                        <a:pt x="5243043" y="3289573"/>
                        <a:pt x="5243043" y="3289573"/>
                        <a:pt x="5239366" y="3290358"/>
                      </a:cubicBezTo>
                      <a:cubicBezTo>
                        <a:pt x="5249613" y="3284326"/>
                        <a:pt x="5255935" y="3259924"/>
                        <a:pt x="5260687" y="3228171"/>
                      </a:cubicBezTo>
                      <a:cubicBezTo>
                        <a:pt x="5265439" y="3196420"/>
                        <a:pt x="5262836" y="3166239"/>
                        <a:pt x="5262588" y="3147082"/>
                      </a:cubicBezTo>
                      <a:close/>
                      <a:moveTo>
                        <a:pt x="869439" y="3941889"/>
                      </a:moveTo>
                      <a:cubicBezTo>
                        <a:pt x="869439" y="3941889"/>
                        <a:pt x="869439" y="3941889"/>
                        <a:pt x="870401" y="3946393"/>
                      </a:cubicBezTo>
                      <a:lnTo>
                        <a:pt x="869247" y="3944432"/>
                      </a:lnTo>
                      <a:close/>
                      <a:moveTo>
                        <a:pt x="5600071" y="2827600"/>
                      </a:moveTo>
                      <a:cubicBezTo>
                        <a:pt x="5600071" y="2827600"/>
                        <a:pt x="5600071" y="2827600"/>
                        <a:pt x="5601033" y="2832105"/>
                      </a:cubicBezTo>
                      <a:lnTo>
                        <a:pt x="5600701" y="2831889"/>
                      </a:lnTo>
                      <a:close/>
                      <a:moveTo>
                        <a:pt x="5594604" y="2824058"/>
                      </a:moveTo>
                      <a:lnTo>
                        <a:pt x="5594817" y="2824013"/>
                      </a:lnTo>
                      <a:lnTo>
                        <a:pt x="5595567" y="2828563"/>
                      </a:lnTo>
                      <a:cubicBezTo>
                        <a:pt x="5595567" y="2828563"/>
                        <a:pt x="5595567" y="2828563"/>
                        <a:pt x="5594604" y="2824058"/>
                      </a:cubicBezTo>
                      <a:close/>
                      <a:moveTo>
                        <a:pt x="756958" y="3768116"/>
                      </a:moveTo>
                      <a:cubicBezTo>
                        <a:pt x="761462" y="3767153"/>
                        <a:pt x="763387" y="3776161"/>
                        <a:pt x="764349" y="3780665"/>
                      </a:cubicBezTo>
                      <a:cubicBezTo>
                        <a:pt x="759845" y="3781628"/>
                        <a:pt x="759845" y="3781628"/>
                        <a:pt x="759845" y="3781628"/>
                      </a:cubicBezTo>
                      <a:close/>
                      <a:moveTo>
                        <a:pt x="5540370" y="2614293"/>
                      </a:moveTo>
                      <a:cubicBezTo>
                        <a:pt x="5541332" y="2618797"/>
                        <a:pt x="5545837" y="2617834"/>
                        <a:pt x="5545837" y="2617834"/>
                      </a:cubicBezTo>
                      <a:cubicBezTo>
                        <a:pt x="5541332" y="2618797"/>
                        <a:pt x="5541332" y="2618797"/>
                        <a:pt x="5541332" y="2618797"/>
                      </a:cubicBezTo>
                      <a:cubicBezTo>
                        <a:pt x="5540370" y="2614293"/>
                        <a:pt x="5540370" y="2614293"/>
                        <a:pt x="5540370" y="2614293"/>
                      </a:cubicBezTo>
                      <a:close/>
                      <a:moveTo>
                        <a:pt x="5744362" y="2533034"/>
                      </a:moveTo>
                      <a:cubicBezTo>
                        <a:pt x="5742746" y="2547508"/>
                        <a:pt x="5747249" y="2546546"/>
                        <a:pt x="5751754" y="2545583"/>
                      </a:cubicBezTo>
                      <a:cubicBezTo>
                        <a:pt x="5759452" y="2581616"/>
                        <a:pt x="5762646" y="2618610"/>
                        <a:pt x="5770344" y="2654643"/>
                      </a:cubicBezTo>
                      <a:cubicBezTo>
                        <a:pt x="5775155" y="2677163"/>
                        <a:pt x="5779353" y="2652719"/>
                        <a:pt x="5792210" y="2668810"/>
                      </a:cubicBezTo>
                      <a:cubicBezTo>
                        <a:pt x="5792517" y="2692292"/>
                        <a:pt x="5798946" y="2700338"/>
                        <a:pt x="5800215" y="2728325"/>
                      </a:cubicBezTo>
                      <a:cubicBezTo>
                        <a:pt x="5804720" y="2727363"/>
                        <a:pt x="5807299" y="2717392"/>
                        <a:pt x="5803450" y="2699375"/>
                      </a:cubicBezTo>
                      <a:cubicBezTo>
                        <a:pt x="5805375" y="2708384"/>
                        <a:pt x="5811803" y="2716430"/>
                        <a:pt x="5811149" y="2735408"/>
                      </a:cubicBezTo>
                      <a:cubicBezTo>
                        <a:pt x="5813728" y="2725438"/>
                        <a:pt x="5819194" y="2728979"/>
                        <a:pt x="5820811" y="2714505"/>
                      </a:cubicBezTo>
                      <a:cubicBezTo>
                        <a:pt x="5828161" y="2792999"/>
                        <a:pt x="5835512" y="2871492"/>
                        <a:pt x="5838358" y="2950947"/>
                      </a:cubicBezTo>
                      <a:cubicBezTo>
                        <a:pt x="5840282" y="2959956"/>
                        <a:pt x="5842207" y="2968964"/>
                        <a:pt x="5838665" y="2974430"/>
                      </a:cubicBezTo>
                      <a:cubicBezTo>
                        <a:pt x="5870897" y="3918890"/>
                        <a:pt x="5403604" y="4795814"/>
                        <a:pt x="4638016" y="5312600"/>
                      </a:cubicBezTo>
                      <a:cubicBezTo>
                        <a:pt x="4638016" y="5312600"/>
                        <a:pt x="4638016" y="5312600"/>
                        <a:pt x="4633512" y="5313563"/>
                      </a:cubicBezTo>
                      <a:cubicBezTo>
                        <a:pt x="4633512" y="5313563"/>
                        <a:pt x="4629008" y="5314525"/>
                        <a:pt x="4629008" y="5314525"/>
                      </a:cubicBezTo>
                      <a:cubicBezTo>
                        <a:pt x="4637054" y="5308097"/>
                        <a:pt x="4631588" y="5304555"/>
                        <a:pt x="4623541" y="5310984"/>
                      </a:cubicBezTo>
                      <a:cubicBezTo>
                        <a:pt x="4631588" y="5304555"/>
                        <a:pt x="4631588" y="5304555"/>
                        <a:pt x="4631588" y="5304555"/>
                      </a:cubicBezTo>
                      <a:cubicBezTo>
                        <a:pt x="4635130" y="5299088"/>
                        <a:pt x="4635130" y="5299088"/>
                        <a:pt x="4629663" y="5295546"/>
                      </a:cubicBezTo>
                      <a:cubicBezTo>
                        <a:pt x="4629663" y="5295546"/>
                        <a:pt x="4625159" y="5296509"/>
                        <a:pt x="4621617" y="5301975"/>
                      </a:cubicBezTo>
                      <a:cubicBezTo>
                        <a:pt x="4618076" y="5307442"/>
                        <a:pt x="4618076" y="5307442"/>
                        <a:pt x="4618076" y="5307442"/>
                      </a:cubicBezTo>
                      <a:cubicBezTo>
                        <a:pt x="4613571" y="5308404"/>
                        <a:pt x="4613571" y="5308404"/>
                        <a:pt x="4613571" y="5308404"/>
                      </a:cubicBezTo>
                      <a:cubicBezTo>
                        <a:pt x="4611647" y="5299395"/>
                        <a:pt x="4607142" y="5300358"/>
                        <a:pt x="4599097" y="5306787"/>
                      </a:cubicBezTo>
                      <a:cubicBezTo>
                        <a:pt x="4592013" y="5317720"/>
                        <a:pt x="4600059" y="5311291"/>
                        <a:pt x="4597479" y="5321261"/>
                      </a:cubicBezTo>
                      <a:cubicBezTo>
                        <a:pt x="4605526" y="5314833"/>
                        <a:pt x="4605526" y="5314833"/>
                        <a:pt x="4605526" y="5314833"/>
                      </a:cubicBezTo>
                      <a:cubicBezTo>
                        <a:pt x="4601984" y="5320299"/>
                        <a:pt x="4597479" y="5321261"/>
                        <a:pt x="4602946" y="5324803"/>
                      </a:cubicBezTo>
                      <a:cubicBezTo>
                        <a:pt x="4607450" y="5323841"/>
                        <a:pt x="4611954" y="5322878"/>
                        <a:pt x="4615496" y="5317412"/>
                      </a:cubicBezTo>
                      <a:cubicBezTo>
                        <a:pt x="4619038" y="5311946"/>
                        <a:pt x="4619038" y="5311946"/>
                        <a:pt x="4619038" y="5311946"/>
                      </a:cubicBezTo>
                      <a:cubicBezTo>
                        <a:pt x="4620000" y="5316449"/>
                        <a:pt x="4615496" y="5317412"/>
                        <a:pt x="4616458" y="5321916"/>
                      </a:cubicBezTo>
                      <a:cubicBezTo>
                        <a:pt x="4611954" y="5322878"/>
                        <a:pt x="4611954" y="5322878"/>
                        <a:pt x="4611954" y="5322878"/>
                      </a:cubicBezTo>
                      <a:cubicBezTo>
                        <a:pt x="4608413" y="5328345"/>
                        <a:pt x="4608413" y="5328345"/>
                        <a:pt x="4608413" y="5328345"/>
                      </a:cubicBezTo>
                      <a:cubicBezTo>
                        <a:pt x="4609375" y="5332848"/>
                        <a:pt x="4609375" y="5332848"/>
                        <a:pt x="4609375" y="5332848"/>
                      </a:cubicBezTo>
                      <a:cubicBezTo>
                        <a:pt x="4547587" y="5374307"/>
                        <a:pt x="4480333" y="5412224"/>
                        <a:pt x="4413078" y="5450140"/>
                      </a:cubicBezTo>
                      <a:cubicBezTo>
                        <a:pt x="4412116" y="5445637"/>
                        <a:pt x="4406651" y="5442095"/>
                        <a:pt x="4398604" y="5448524"/>
                      </a:cubicBezTo>
                      <a:cubicBezTo>
                        <a:pt x="4399566" y="5453027"/>
                        <a:pt x="4399566" y="5453027"/>
                        <a:pt x="4399566" y="5453027"/>
                      </a:cubicBezTo>
                      <a:cubicBezTo>
                        <a:pt x="4184292" y="5569664"/>
                        <a:pt x="3944267" y="5658621"/>
                        <a:pt x="3692038" y="5712509"/>
                      </a:cubicBezTo>
                      <a:cubicBezTo>
                        <a:pt x="3097500" y="5839529"/>
                        <a:pt x="2506625" y="5763253"/>
                        <a:pt x="1989514" y="5525218"/>
                      </a:cubicBezTo>
                      <a:cubicBezTo>
                        <a:pt x="1999484" y="5527798"/>
                        <a:pt x="2003988" y="5526835"/>
                        <a:pt x="2003026" y="5522331"/>
                      </a:cubicBezTo>
                      <a:cubicBezTo>
                        <a:pt x="1969266" y="5496576"/>
                        <a:pt x="1962182" y="5507510"/>
                        <a:pt x="1925842" y="5491725"/>
                      </a:cubicBezTo>
                      <a:cubicBezTo>
                        <a:pt x="1925842" y="5491725"/>
                        <a:pt x="1926804" y="5496229"/>
                        <a:pt x="1926804" y="5496229"/>
                      </a:cubicBezTo>
                      <a:cubicBezTo>
                        <a:pt x="1894969" y="5479483"/>
                        <a:pt x="1868599" y="5466278"/>
                        <a:pt x="1836763" y="5449531"/>
                      </a:cubicBezTo>
                      <a:cubicBezTo>
                        <a:pt x="1830334" y="5441485"/>
                        <a:pt x="1793032" y="5421197"/>
                        <a:pt x="1783061" y="5418617"/>
                      </a:cubicBezTo>
                      <a:cubicBezTo>
                        <a:pt x="1782099" y="5414113"/>
                        <a:pt x="1777595" y="5415075"/>
                        <a:pt x="1777595" y="5415075"/>
                      </a:cubicBezTo>
                      <a:cubicBezTo>
                        <a:pt x="1772129" y="5411534"/>
                        <a:pt x="1772129" y="5411534"/>
                        <a:pt x="1773091" y="5416038"/>
                      </a:cubicBezTo>
                      <a:cubicBezTo>
                        <a:pt x="1772129" y="5411534"/>
                        <a:pt x="1767625" y="5412496"/>
                        <a:pt x="1766662" y="5407992"/>
                      </a:cubicBezTo>
                      <a:cubicBezTo>
                        <a:pt x="1756692" y="5405412"/>
                        <a:pt x="1745760" y="5398329"/>
                        <a:pt x="1740293" y="5394787"/>
                      </a:cubicBezTo>
                      <a:cubicBezTo>
                        <a:pt x="1713924" y="5381582"/>
                        <a:pt x="1691096" y="5362911"/>
                        <a:pt x="1664727" y="5349706"/>
                      </a:cubicBezTo>
                      <a:cubicBezTo>
                        <a:pt x="1653794" y="5342623"/>
                        <a:pt x="1642862" y="5335539"/>
                        <a:pt x="1631929" y="5328456"/>
                      </a:cubicBezTo>
                      <a:cubicBezTo>
                        <a:pt x="1610063" y="5314288"/>
                        <a:pt x="1587235" y="5295618"/>
                        <a:pt x="1565371" y="5281450"/>
                      </a:cubicBezTo>
                      <a:cubicBezTo>
                        <a:pt x="1565371" y="5281450"/>
                        <a:pt x="1569874" y="5280488"/>
                        <a:pt x="1569874" y="5280488"/>
                      </a:cubicBezTo>
                      <a:cubicBezTo>
                        <a:pt x="1564408" y="5276946"/>
                        <a:pt x="1559904" y="5277908"/>
                        <a:pt x="1554437" y="5274367"/>
                      </a:cubicBezTo>
                      <a:cubicBezTo>
                        <a:pt x="1365694" y="5140435"/>
                        <a:pt x="1195623" y="4983675"/>
                        <a:pt x="1044223" y="4804087"/>
                      </a:cubicBezTo>
                      <a:cubicBezTo>
                        <a:pt x="872576" y="4595857"/>
                        <a:pt x="735690" y="4351944"/>
                        <a:pt x="631951" y="4086820"/>
                      </a:cubicBezTo>
                      <a:cubicBezTo>
                        <a:pt x="631951" y="4086820"/>
                        <a:pt x="635493" y="4081353"/>
                        <a:pt x="635493" y="4081353"/>
                      </a:cubicBezTo>
                      <a:cubicBezTo>
                        <a:pt x="654124" y="4124469"/>
                        <a:pt x="677914" y="4147644"/>
                        <a:pt x="700742" y="4166316"/>
                      </a:cubicBezTo>
                      <a:cubicBezTo>
                        <a:pt x="708133" y="4178866"/>
                        <a:pt x="710057" y="4187873"/>
                        <a:pt x="711982" y="4196882"/>
                      </a:cubicBezTo>
                      <a:cubicBezTo>
                        <a:pt x="706515" y="4193340"/>
                        <a:pt x="706515" y="4193340"/>
                        <a:pt x="706515" y="4193340"/>
                      </a:cubicBezTo>
                      <a:cubicBezTo>
                        <a:pt x="706515" y="4193340"/>
                        <a:pt x="702011" y="4194302"/>
                        <a:pt x="702011" y="4194302"/>
                      </a:cubicBezTo>
                      <a:cubicBezTo>
                        <a:pt x="702973" y="4198807"/>
                        <a:pt x="707478" y="4197844"/>
                        <a:pt x="707478" y="4197844"/>
                      </a:cubicBezTo>
                      <a:cubicBezTo>
                        <a:pt x="708440" y="4202348"/>
                        <a:pt x="708440" y="4202348"/>
                        <a:pt x="708440" y="4202348"/>
                      </a:cubicBezTo>
                      <a:cubicBezTo>
                        <a:pt x="713906" y="4205890"/>
                        <a:pt x="713906" y="4205890"/>
                        <a:pt x="713906" y="4205890"/>
                      </a:cubicBezTo>
                      <a:cubicBezTo>
                        <a:pt x="724838" y="4212973"/>
                        <a:pt x="731574" y="4244502"/>
                        <a:pt x="732229" y="4225523"/>
                      </a:cubicBezTo>
                      <a:cubicBezTo>
                        <a:pt x="740583" y="4242577"/>
                        <a:pt x="748936" y="4259631"/>
                        <a:pt x="750861" y="4268639"/>
                      </a:cubicBezTo>
                      <a:cubicBezTo>
                        <a:pt x="757289" y="4276685"/>
                        <a:pt x="747012" y="4250623"/>
                        <a:pt x="759869" y="4266714"/>
                      </a:cubicBezTo>
                      <a:cubicBezTo>
                        <a:pt x="763718" y="4284731"/>
                        <a:pt x="761138" y="4294702"/>
                        <a:pt x="761138" y="4294702"/>
                      </a:cubicBezTo>
                      <a:cubicBezTo>
                        <a:pt x="775612" y="4296318"/>
                        <a:pt x="769491" y="4311755"/>
                        <a:pt x="770454" y="4316259"/>
                      </a:cubicBezTo>
                      <a:cubicBezTo>
                        <a:pt x="771416" y="4320764"/>
                        <a:pt x="789739" y="4340397"/>
                        <a:pt x="788122" y="4354871"/>
                      </a:cubicBezTo>
                      <a:cubicBezTo>
                        <a:pt x="797131" y="4352946"/>
                        <a:pt x="807408" y="4379008"/>
                        <a:pt x="816723" y="4400567"/>
                      </a:cubicBezTo>
                      <a:cubicBezTo>
                        <a:pt x="827001" y="4426629"/>
                        <a:pt x="836317" y="4448186"/>
                        <a:pt x="845324" y="4446262"/>
                      </a:cubicBezTo>
                      <a:cubicBezTo>
                        <a:pt x="864610" y="4470400"/>
                        <a:pt x="839859" y="4442720"/>
                        <a:pt x="848211" y="4459775"/>
                      </a:cubicBezTo>
                      <a:cubicBezTo>
                        <a:pt x="861069" y="4475865"/>
                        <a:pt x="848211" y="4459775"/>
                        <a:pt x="865572" y="4474903"/>
                      </a:cubicBezTo>
                      <a:cubicBezTo>
                        <a:pt x="857604" y="4487203"/>
                        <a:pt x="876053" y="4499156"/>
                        <a:pt x="883599" y="4512777"/>
                      </a:cubicBezTo>
                      <a:lnTo>
                        <a:pt x="885976" y="4526170"/>
                      </a:lnTo>
                      <a:lnTo>
                        <a:pt x="885567" y="4525764"/>
                      </a:lnTo>
                      <a:lnTo>
                        <a:pt x="881591" y="4516811"/>
                      </a:lnTo>
                      <a:cubicBezTo>
                        <a:pt x="880989" y="4513997"/>
                        <a:pt x="880508" y="4511745"/>
                        <a:pt x="877775" y="4509974"/>
                      </a:cubicBezTo>
                      <a:cubicBezTo>
                        <a:pt x="874638" y="4511822"/>
                        <a:pt x="875239" y="4514636"/>
                        <a:pt x="877625" y="4517880"/>
                      </a:cubicBezTo>
                      <a:lnTo>
                        <a:pt x="885567" y="4525764"/>
                      </a:lnTo>
                      <a:lnTo>
                        <a:pt x="886128" y="4527028"/>
                      </a:lnTo>
                      <a:lnTo>
                        <a:pt x="885976" y="4526170"/>
                      </a:lnTo>
                      <a:lnTo>
                        <a:pt x="888178" y="4528356"/>
                      </a:lnTo>
                      <a:cubicBezTo>
                        <a:pt x="896176" y="4535477"/>
                        <a:pt x="903489" y="4542157"/>
                        <a:pt x="894482" y="4544081"/>
                      </a:cubicBezTo>
                      <a:cubicBezTo>
                        <a:pt x="917309" y="4562753"/>
                        <a:pt x="924700" y="4575303"/>
                        <a:pt x="933053" y="4592357"/>
                      </a:cubicBezTo>
                      <a:cubicBezTo>
                        <a:pt x="934015" y="4596860"/>
                        <a:pt x="934015" y="4596860"/>
                        <a:pt x="934015" y="4596860"/>
                      </a:cubicBezTo>
                      <a:cubicBezTo>
                        <a:pt x="934015" y="4596860"/>
                        <a:pt x="934978" y="4601364"/>
                        <a:pt x="934978" y="4601364"/>
                      </a:cubicBezTo>
                      <a:cubicBezTo>
                        <a:pt x="939482" y="4600402"/>
                        <a:pt x="939482" y="4600402"/>
                        <a:pt x="939482" y="4600402"/>
                      </a:cubicBezTo>
                      <a:cubicBezTo>
                        <a:pt x="936902" y="4610373"/>
                        <a:pt x="944948" y="4603944"/>
                        <a:pt x="946872" y="4612952"/>
                      </a:cubicBezTo>
                      <a:cubicBezTo>
                        <a:pt x="947834" y="4617456"/>
                        <a:pt x="953301" y="4620998"/>
                        <a:pt x="955226" y="4630006"/>
                      </a:cubicBezTo>
                      <a:cubicBezTo>
                        <a:pt x="966159" y="4637089"/>
                        <a:pt x="988986" y="4655761"/>
                        <a:pt x="998301" y="4677318"/>
                      </a:cubicBezTo>
                      <a:cubicBezTo>
                        <a:pt x="997339" y="4672815"/>
                        <a:pt x="1002806" y="4676356"/>
                        <a:pt x="1008272" y="4679898"/>
                      </a:cubicBezTo>
                      <a:cubicBezTo>
                        <a:pt x="1003768" y="4680860"/>
                        <a:pt x="1003768" y="4680860"/>
                        <a:pt x="1003768" y="4680860"/>
                      </a:cubicBezTo>
                      <a:cubicBezTo>
                        <a:pt x="998301" y="4677318"/>
                        <a:pt x="999264" y="4681823"/>
                        <a:pt x="999264" y="4681823"/>
                      </a:cubicBezTo>
                      <a:cubicBezTo>
                        <a:pt x="1000226" y="4686327"/>
                        <a:pt x="1005693" y="4689868"/>
                        <a:pt x="1005693" y="4689868"/>
                      </a:cubicBezTo>
                      <a:cubicBezTo>
                        <a:pt x="1005693" y="4689868"/>
                        <a:pt x="1005693" y="4689868"/>
                        <a:pt x="1010197" y="4688906"/>
                      </a:cubicBezTo>
                      <a:cubicBezTo>
                        <a:pt x="1011159" y="4693410"/>
                        <a:pt x="1011159" y="4693410"/>
                        <a:pt x="1011159" y="4693410"/>
                      </a:cubicBezTo>
                      <a:cubicBezTo>
                        <a:pt x="1033987" y="4712082"/>
                        <a:pt x="1064512" y="4766786"/>
                        <a:pt x="1068054" y="4761319"/>
                      </a:cubicBezTo>
                      <a:cubicBezTo>
                        <a:pt x="1069016" y="4765823"/>
                        <a:pt x="1069978" y="4770327"/>
                        <a:pt x="1070941" y="4774831"/>
                      </a:cubicBezTo>
                      <a:cubicBezTo>
                        <a:pt x="1074483" y="4769364"/>
                        <a:pt x="1086377" y="4780952"/>
                        <a:pt x="1088302" y="4789960"/>
                      </a:cubicBezTo>
                      <a:cubicBezTo>
                        <a:pt x="1088302" y="4789960"/>
                        <a:pt x="1082836" y="4786418"/>
                        <a:pt x="1082836" y="4786418"/>
                      </a:cubicBezTo>
                      <a:cubicBezTo>
                        <a:pt x="1083799" y="4790923"/>
                        <a:pt x="1083799" y="4790923"/>
                        <a:pt x="1084761" y="4795426"/>
                      </a:cubicBezTo>
                      <a:cubicBezTo>
                        <a:pt x="1089264" y="4794464"/>
                        <a:pt x="1089264" y="4794464"/>
                        <a:pt x="1089264" y="4794464"/>
                      </a:cubicBezTo>
                      <a:cubicBezTo>
                        <a:pt x="1090227" y="4798968"/>
                        <a:pt x="1090227" y="4798968"/>
                        <a:pt x="1090227" y="4798968"/>
                      </a:cubicBezTo>
                      <a:cubicBezTo>
                        <a:pt x="1098580" y="4816022"/>
                        <a:pt x="1121101" y="4811211"/>
                        <a:pt x="1121407" y="4834693"/>
                      </a:cubicBezTo>
                      <a:cubicBezTo>
                        <a:pt x="1142311" y="4844356"/>
                        <a:pt x="1161596" y="4868494"/>
                        <a:pt x="1169950" y="4885547"/>
                      </a:cubicBezTo>
                      <a:cubicBezTo>
                        <a:pt x="1178958" y="4883623"/>
                        <a:pt x="1222995" y="4935440"/>
                        <a:pt x="1230080" y="4924507"/>
                      </a:cubicBezTo>
                      <a:cubicBezTo>
                        <a:pt x="1220109" y="4921928"/>
                        <a:pt x="1190853" y="4895210"/>
                        <a:pt x="1183462" y="4882661"/>
                      </a:cubicBezTo>
                      <a:cubicBezTo>
                        <a:pt x="1182500" y="4878157"/>
                        <a:pt x="1194394" y="4889745"/>
                        <a:pt x="1187004" y="4877195"/>
                      </a:cubicBezTo>
                      <a:cubicBezTo>
                        <a:pt x="1187004" y="4877195"/>
                        <a:pt x="1177033" y="4874615"/>
                        <a:pt x="1176071" y="4870111"/>
                      </a:cubicBezTo>
                      <a:cubicBezTo>
                        <a:pt x="1153243" y="4851440"/>
                        <a:pt x="1127528" y="4819256"/>
                        <a:pt x="1103738" y="4796081"/>
                      </a:cubicBezTo>
                      <a:cubicBezTo>
                        <a:pt x="1102776" y="4791577"/>
                        <a:pt x="1102776" y="4791577"/>
                        <a:pt x="1102776" y="4791577"/>
                      </a:cubicBezTo>
                      <a:cubicBezTo>
                        <a:pt x="1102776" y="4791577"/>
                        <a:pt x="1101814" y="4787074"/>
                        <a:pt x="1101814" y="4787074"/>
                      </a:cubicBezTo>
                      <a:cubicBezTo>
                        <a:pt x="1096348" y="4783532"/>
                        <a:pt x="1096348" y="4783532"/>
                        <a:pt x="1097311" y="4788036"/>
                      </a:cubicBezTo>
                      <a:cubicBezTo>
                        <a:pt x="1077063" y="4759394"/>
                        <a:pt x="1087033" y="4761974"/>
                        <a:pt x="1052310" y="4731715"/>
                      </a:cubicBezTo>
                      <a:cubicBezTo>
                        <a:pt x="1052310" y="4731715"/>
                        <a:pt x="1057776" y="4735257"/>
                        <a:pt x="1062280" y="4734295"/>
                      </a:cubicBezTo>
                      <a:cubicBezTo>
                        <a:pt x="1054889" y="4721745"/>
                        <a:pt x="1051348" y="4727210"/>
                        <a:pt x="1044919" y="4719165"/>
                      </a:cubicBezTo>
                      <a:cubicBezTo>
                        <a:pt x="1049423" y="4718203"/>
                        <a:pt x="1049423" y="4718203"/>
                        <a:pt x="1049423" y="4718203"/>
                      </a:cubicBezTo>
                      <a:cubicBezTo>
                        <a:pt x="1049423" y="4718203"/>
                        <a:pt x="1048461" y="4713698"/>
                        <a:pt x="1048461" y="4713698"/>
                      </a:cubicBezTo>
                      <a:cubicBezTo>
                        <a:pt x="1047499" y="4709195"/>
                        <a:pt x="1042995" y="4710157"/>
                        <a:pt x="1042995" y="4710157"/>
                      </a:cubicBezTo>
                      <a:cubicBezTo>
                        <a:pt x="1042995" y="4710157"/>
                        <a:pt x="1038491" y="4711120"/>
                        <a:pt x="1038491" y="4711120"/>
                      </a:cubicBezTo>
                      <a:cubicBezTo>
                        <a:pt x="1006348" y="4670890"/>
                        <a:pt x="987716" y="4627774"/>
                        <a:pt x="952032" y="4593011"/>
                      </a:cubicBezTo>
                      <a:cubicBezTo>
                        <a:pt x="952032" y="4593011"/>
                        <a:pt x="951070" y="4588508"/>
                        <a:pt x="951070" y="4588508"/>
                      </a:cubicBezTo>
                      <a:cubicBezTo>
                        <a:pt x="951070" y="4588508"/>
                        <a:pt x="950107" y="4584003"/>
                        <a:pt x="945603" y="4584966"/>
                      </a:cubicBezTo>
                      <a:cubicBezTo>
                        <a:pt x="937249" y="4567911"/>
                        <a:pt x="936287" y="4563408"/>
                        <a:pt x="923430" y="4547316"/>
                      </a:cubicBezTo>
                      <a:cubicBezTo>
                        <a:pt x="922468" y="4542812"/>
                        <a:pt x="922468" y="4542812"/>
                        <a:pt x="922468" y="4542812"/>
                      </a:cubicBezTo>
                      <a:cubicBezTo>
                        <a:pt x="921506" y="4538307"/>
                        <a:pt x="921506" y="4538307"/>
                        <a:pt x="921506" y="4538307"/>
                      </a:cubicBezTo>
                      <a:cubicBezTo>
                        <a:pt x="917002" y="4539270"/>
                        <a:pt x="917002" y="4539270"/>
                        <a:pt x="917002" y="4539270"/>
                      </a:cubicBezTo>
                      <a:cubicBezTo>
                        <a:pt x="909610" y="4526720"/>
                        <a:pt x="908648" y="4522217"/>
                        <a:pt x="903182" y="4518674"/>
                      </a:cubicBezTo>
                      <a:cubicBezTo>
                        <a:pt x="906724" y="4513208"/>
                        <a:pt x="906724" y="4513208"/>
                        <a:pt x="906724" y="4513208"/>
                      </a:cubicBezTo>
                      <a:cubicBezTo>
                        <a:pt x="868152" y="4464933"/>
                        <a:pt x="856912" y="4434367"/>
                        <a:pt x="835702" y="4401222"/>
                      </a:cubicBezTo>
                      <a:cubicBezTo>
                        <a:pt x="835702" y="4401222"/>
                        <a:pt x="835702" y="4401222"/>
                        <a:pt x="840206" y="4400260"/>
                      </a:cubicBezTo>
                      <a:cubicBezTo>
                        <a:pt x="839244" y="4395755"/>
                        <a:pt x="839244" y="4395755"/>
                        <a:pt x="839244" y="4395755"/>
                      </a:cubicBezTo>
                      <a:cubicBezTo>
                        <a:pt x="834740" y="4396718"/>
                        <a:pt x="833777" y="4392213"/>
                        <a:pt x="833777" y="4392213"/>
                      </a:cubicBezTo>
                      <a:cubicBezTo>
                        <a:pt x="826791" y="4376045"/>
                        <a:pt x="826127" y="4377069"/>
                        <a:pt x="822708" y="4371399"/>
                      </a:cubicBezTo>
                      <a:lnTo>
                        <a:pt x="820283" y="4366839"/>
                      </a:lnTo>
                      <a:lnTo>
                        <a:pt x="823500" y="4366151"/>
                      </a:lnTo>
                      <a:cubicBezTo>
                        <a:pt x="822538" y="4361647"/>
                        <a:pt x="822538" y="4361647"/>
                        <a:pt x="822538" y="4361647"/>
                      </a:cubicBezTo>
                      <a:cubicBezTo>
                        <a:pt x="822538" y="4361647"/>
                        <a:pt x="817071" y="4358106"/>
                        <a:pt x="817071" y="4358106"/>
                      </a:cubicBezTo>
                      <a:cubicBezTo>
                        <a:pt x="811605" y="4354564"/>
                        <a:pt x="811605" y="4354564"/>
                        <a:pt x="811605" y="4354564"/>
                      </a:cubicBezTo>
                      <a:cubicBezTo>
                        <a:pt x="806793" y="4332043"/>
                        <a:pt x="797786" y="4333967"/>
                        <a:pt x="801327" y="4328502"/>
                      </a:cubicBezTo>
                      <a:cubicBezTo>
                        <a:pt x="783003" y="4308868"/>
                        <a:pt x="776267" y="4277340"/>
                        <a:pt x="756982" y="4253202"/>
                      </a:cubicBezTo>
                      <a:cubicBezTo>
                        <a:pt x="761486" y="4252240"/>
                        <a:pt x="761486" y="4252240"/>
                        <a:pt x="761486" y="4252240"/>
                      </a:cubicBezTo>
                      <a:cubicBezTo>
                        <a:pt x="761486" y="4252240"/>
                        <a:pt x="761486" y="4252240"/>
                        <a:pt x="762448" y="4256744"/>
                      </a:cubicBezTo>
                      <a:cubicBezTo>
                        <a:pt x="763411" y="4261249"/>
                        <a:pt x="767914" y="4260286"/>
                        <a:pt x="767914" y="4260286"/>
                      </a:cubicBezTo>
                      <a:cubicBezTo>
                        <a:pt x="766952" y="4255782"/>
                        <a:pt x="766952" y="4255782"/>
                        <a:pt x="765989" y="4251278"/>
                      </a:cubicBezTo>
                      <a:cubicBezTo>
                        <a:pt x="765027" y="4246774"/>
                        <a:pt x="760524" y="4247736"/>
                        <a:pt x="759562" y="4243232"/>
                      </a:cubicBezTo>
                      <a:cubicBezTo>
                        <a:pt x="768569" y="4241308"/>
                        <a:pt x="755713" y="4225216"/>
                        <a:pt x="751208" y="4226178"/>
                      </a:cubicBezTo>
                      <a:cubicBezTo>
                        <a:pt x="750246" y="4221674"/>
                        <a:pt x="745742" y="4222636"/>
                        <a:pt x="745742" y="4222636"/>
                      </a:cubicBezTo>
                      <a:cubicBezTo>
                        <a:pt x="745742" y="4222636"/>
                        <a:pt x="746704" y="4227140"/>
                        <a:pt x="747666" y="4231645"/>
                      </a:cubicBezTo>
                      <a:cubicBezTo>
                        <a:pt x="745742" y="4222636"/>
                        <a:pt x="741238" y="4223598"/>
                        <a:pt x="734810" y="4215553"/>
                      </a:cubicBezTo>
                      <a:cubicBezTo>
                        <a:pt x="732885" y="4206545"/>
                        <a:pt x="737389" y="4205583"/>
                        <a:pt x="730960" y="4197536"/>
                      </a:cubicBezTo>
                      <a:cubicBezTo>
                        <a:pt x="730960" y="4197536"/>
                        <a:pt x="726456" y="4198499"/>
                        <a:pt x="724531" y="4189491"/>
                      </a:cubicBezTo>
                      <a:cubicBezTo>
                        <a:pt x="729036" y="4188529"/>
                        <a:pt x="729998" y="4193033"/>
                        <a:pt x="729998" y="4193033"/>
                      </a:cubicBezTo>
                      <a:cubicBezTo>
                        <a:pt x="733540" y="4187566"/>
                        <a:pt x="732578" y="4183062"/>
                        <a:pt x="729691" y="4169550"/>
                      </a:cubicBezTo>
                      <a:cubicBezTo>
                        <a:pt x="742548" y="4185642"/>
                        <a:pt x="750246" y="4221674"/>
                        <a:pt x="769532" y="4245812"/>
                      </a:cubicBezTo>
                      <a:cubicBezTo>
                        <a:pt x="778848" y="4267369"/>
                        <a:pt x="808104" y="4294087"/>
                        <a:pt x="808104" y="4294087"/>
                      </a:cubicBezTo>
                      <a:cubicBezTo>
                        <a:pt x="812607" y="4293124"/>
                        <a:pt x="808758" y="4275108"/>
                        <a:pt x="804909" y="4257092"/>
                      </a:cubicBezTo>
                      <a:cubicBezTo>
                        <a:pt x="836704" y="4339783"/>
                        <a:pt x="899374" y="4434714"/>
                        <a:pt x="954652" y="4517097"/>
                      </a:cubicBezTo>
                      <a:cubicBezTo>
                        <a:pt x="950148" y="4518059"/>
                        <a:pt x="950148" y="4518059"/>
                        <a:pt x="951110" y="4522564"/>
                      </a:cubicBezTo>
                      <a:cubicBezTo>
                        <a:pt x="951110" y="4522564"/>
                        <a:pt x="950148" y="4518059"/>
                        <a:pt x="950148" y="4518059"/>
                      </a:cubicBezTo>
                      <a:cubicBezTo>
                        <a:pt x="945643" y="4519022"/>
                        <a:pt x="945643" y="4519022"/>
                        <a:pt x="945643" y="4519022"/>
                      </a:cubicBezTo>
                      <a:cubicBezTo>
                        <a:pt x="945643" y="4519022"/>
                        <a:pt x="946605" y="4523526"/>
                        <a:pt x="947568" y="4528030"/>
                      </a:cubicBezTo>
                      <a:cubicBezTo>
                        <a:pt x="948530" y="4532534"/>
                        <a:pt x="948530" y="4532534"/>
                        <a:pt x="950455" y="4541543"/>
                      </a:cubicBezTo>
                      <a:cubicBezTo>
                        <a:pt x="953997" y="4536076"/>
                        <a:pt x="959463" y="4539618"/>
                        <a:pt x="971358" y="4551205"/>
                      </a:cubicBezTo>
                      <a:cubicBezTo>
                        <a:pt x="972320" y="4555710"/>
                        <a:pt x="972320" y="4555710"/>
                        <a:pt x="972320" y="4555710"/>
                      </a:cubicBezTo>
                      <a:cubicBezTo>
                        <a:pt x="973282" y="4560213"/>
                        <a:pt x="973282" y="4560213"/>
                        <a:pt x="973282" y="4560213"/>
                      </a:cubicBezTo>
                      <a:cubicBezTo>
                        <a:pt x="974245" y="4564718"/>
                        <a:pt x="974245" y="4564718"/>
                        <a:pt x="979711" y="4568259"/>
                      </a:cubicBezTo>
                      <a:cubicBezTo>
                        <a:pt x="980674" y="4572763"/>
                        <a:pt x="985178" y="4571801"/>
                        <a:pt x="986140" y="4576305"/>
                      </a:cubicBezTo>
                      <a:cubicBezTo>
                        <a:pt x="983560" y="4586275"/>
                        <a:pt x="999959" y="4596901"/>
                        <a:pt x="996417" y="4602367"/>
                      </a:cubicBezTo>
                      <a:cubicBezTo>
                        <a:pt x="995455" y="4597864"/>
                        <a:pt x="995455" y="4597864"/>
                        <a:pt x="990952" y="4598826"/>
                      </a:cubicBezTo>
                      <a:lnTo>
                        <a:pt x="991914" y="4603329"/>
                      </a:lnTo>
                      <a:cubicBezTo>
                        <a:pt x="991914" y="4603329"/>
                        <a:pt x="997379" y="4606871"/>
                        <a:pt x="997379" y="4606871"/>
                      </a:cubicBezTo>
                      <a:cubicBezTo>
                        <a:pt x="1003808" y="4614917"/>
                        <a:pt x="1010237" y="4622963"/>
                        <a:pt x="1010237" y="4622963"/>
                      </a:cubicBezTo>
                      <a:cubicBezTo>
                        <a:pt x="1011200" y="4627466"/>
                        <a:pt x="1011200" y="4627466"/>
                        <a:pt x="1011200" y="4627466"/>
                      </a:cubicBezTo>
                      <a:cubicBezTo>
                        <a:pt x="1011200" y="4627466"/>
                        <a:pt x="1012162" y="4631971"/>
                        <a:pt x="1017628" y="4635513"/>
                      </a:cubicBezTo>
                      <a:cubicBezTo>
                        <a:pt x="1018590" y="4640016"/>
                        <a:pt x="1023094" y="4639054"/>
                        <a:pt x="1023094" y="4639054"/>
                      </a:cubicBezTo>
                      <a:cubicBezTo>
                        <a:pt x="1022132" y="4634551"/>
                        <a:pt x="1022132" y="4634551"/>
                        <a:pt x="1022132" y="4634551"/>
                      </a:cubicBezTo>
                      <a:cubicBezTo>
                        <a:pt x="1023094" y="4639054"/>
                        <a:pt x="1023094" y="4639054"/>
                        <a:pt x="1029523" y="4647100"/>
                      </a:cubicBezTo>
                      <a:cubicBezTo>
                        <a:pt x="1028560" y="4642596"/>
                        <a:pt x="1033065" y="4641634"/>
                        <a:pt x="1034027" y="4646138"/>
                      </a:cubicBezTo>
                      <a:cubicBezTo>
                        <a:pt x="1034027" y="4646138"/>
                        <a:pt x="1034989" y="4650642"/>
                        <a:pt x="1040455" y="4654184"/>
                      </a:cubicBezTo>
                      <a:cubicBezTo>
                        <a:pt x="1041417" y="4658688"/>
                        <a:pt x="1041417" y="4658688"/>
                        <a:pt x="1041417" y="4658688"/>
                      </a:cubicBezTo>
                      <a:cubicBezTo>
                        <a:pt x="1042380" y="4663192"/>
                        <a:pt x="1042380" y="4663192"/>
                        <a:pt x="1042380" y="4663192"/>
                      </a:cubicBezTo>
                      <a:cubicBezTo>
                        <a:pt x="1047846" y="4666733"/>
                        <a:pt x="1047846" y="4666733"/>
                        <a:pt x="1047846" y="4666733"/>
                      </a:cubicBezTo>
                      <a:cubicBezTo>
                        <a:pt x="1046884" y="4662230"/>
                        <a:pt x="1046884" y="4662230"/>
                        <a:pt x="1046884" y="4662230"/>
                      </a:cubicBezTo>
                      <a:cubicBezTo>
                        <a:pt x="1060704" y="4682825"/>
                        <a:pt x="1079027" y="4702459"/>
                        <a:pt x="1089960" y="4709542"/>
                      </a:cubicBezTo>
                      <a:cubicBezTo>
                        <a:pt x="1089960" y="4709542"/>
                        <a:pt x="1090922" y="4714047"/>
                        <a:pt x="1096388" y="4717588"/>
                      </a:cubicBezTo>
                      <a:cubicBezTo>
                        <a:pt x="1096388" y="4717588"/>
                        <a:pt x="1101855" y="4721130"/>
                        <a:pt x="1101855" y="4721130"/>
                      </a:cubicBezTo>
                      <a:cubicBezTo>
                        <a:pt x="1101855" y="4721130"/>
                        <a:pt x="1101855" y="4721130"/>
                        <a:pt x="1100893" y="4716625"/>
                      </a:cubicBezTo>
                      <a:cubicBezTo>
                        <a:pt x="1099931" y="4712122"/>
                        <a:pt x="1099931" y="4712122"/>
                        <a:pt x="1099931" y="4712122"/>
                      </a:cubicBezTo>
                      <a:cubicBezTo>
                        <a:pt x="1130148" y="4743343"/>
                        <a:pt x="1131111" y="4747847"/>
                        <a:pt x="1157788" y="4784534"/>
                      </a:cubicBezTo>
                      <a:cubicBezTo>
                        <a:pt x="1172262" y="4786152"/>
                        <a:pt x="1178691" y="4794197"/>
                        <a:pt x="1178691" y="4794197"/>
                      </a:cubicBezTo>
                      <a:cubicBezTo>
                        <a:pt x="1184157" y="4797739"/>
                        <a:pt x="1179653" y="4798701"/>
                        <a:pt x="1186082" y="4806747"/>
                      </a:cubicBezTo>
                      <a:cubicBezTo>
                        <a:pt x="1195090" y="4804822"/>
                        <a:pt x="1193473" y="4819296"/>
                        <a:pt x="1205368" y="4830884"/>
                      </a:cubicBezTo>
                      <a:cubicBezTo>
                        <a:pt x="1222729" y="4846014"/>
                        <a:pt x="1208910" y="4825418"/>
                        <a:pt x="1226271" y="4840547"/>
                      </a:cubicBezTo>
                      <a:cubicBezTo>
                        <a:pt x="1215338" y="4833464"/>
                        <a:pt x="1228195" y="4849556"/>
                        <a:pt x="1241052" y="4865648"/>
                      </a:cubicBezTo>
                      <a:cubicBezTo>
                        <a:pt x="1240090" y="4861143"/>
                        <a:pt x="1240090" y="4861143"/>
                        <a:pt x="1235587" y="4862105"/>
                      </a:cubicBezTo>
                      <a:cubicBezTo>
                        <a:pt x="1234624" y="4857601"/>
                        <a:pt x="1229158" y="4854060"/>
                        <a:pt x="1230120" y="4858563"/>
                      </a:cubicBezTo>
                      <a:cubicBezTo>
                        <a:pt x="1225616" y="4859526"/>
                        <a:pt x="1231082" y="4863068"/>
                        <a:pt x="1232045" y="4867572"/>
                      </a:cubicBezTo>
                      <a:cubicBezTo>
                        <a:pt x="1237511" y="4871113"/>
                        <a:pt x="1237511" y="4871113"/>
                        <a:pt x="1238474" y="4875617"/>
                      </a:cubicBezTo>
                      <a:cubicBezTo>
                        <a:pt x="1233007" y="4872076"/>
                        <a:pt x="1225616" y="4859526"/>
                        <a:pt x="1222074" y="4864992"/>
                      </a:cubicBezTo>
                      <a:cubicBezTo>
                        <a:pt x="1233007" y="4872076"/>
                        <a:pt x="1239436" y="4880122"/>
                        <a:pt x="1243939" y="4879160"/>
                      </a:cubicBezTo>
                      <a:cubicBezTo>
                        <a:pt x="1243939" y="4879160"/>
                        <a:pt x="1249406" y="4882701"/>
                        <a:pt x="1249406" y="4882701"/>
                      </a:cubicBezTo>
                      <a:cubicBezTo>
                        <a:pt x="1255835" y="4890747"/>
                        <a:pt x="1255835" y="4890747"/>
                        <a:pt x="1260338" y="4889785"/>
                      </a:cubicBezTo>
                      <a:cubicBezTo>
                        <a:pt x="1265805" y="4893326"/>
                        <a:pt x="1260338" y="4889785"/>
                        <a:pt x="1259376" y="4885281"/>
                      </a:cubicBezTo>
                      <a:cubicBezTo>
                        <a:pt x="1258413" y="4880776"/>
                        <a:pt x="1258413" y="4880776"/>
                        <a:pt x="1253910" y="4881738"/>
                      </a:cubicBezTo>
                      <a:cubicBezTo>
                        <a:pt x="1252948" y="4877235"/>
                        <a:pt x="1252948" y="4877235"/>
                        <a:pt x="1252948" y="4877235"/>
                      </a:cubicBezTo>
                      <a:cubicBezTo>
                        <a:pt x="1263880" y="4884318"/>
                        <a:pt x="1261956" y="4875311"/>
                        <a:pt x="1270309" y="4892364"/>
                      </a:cubicBezTo>
                      <a:cubicBezTo>
                        <a:pt x="1279316" y="4890439"/>
                        <a:pt x="1262918" y="4879814"/>
                        <a:pt x="1266460" y="4874348"/>
                      </a:cubicBezTo>
                      <a:cubicBezTo>
                        <a:pt x="1284783" y="4893981"/>
                        <a:pt x="1275775" y="4895906"/>
                        <a:pt x="1286708" y="4902990"/>
                      </a:cubicBezTo>
                      <a:cubicBezTo>
                        <a:pt x="1282203" y="4903952"/>
                        <a:pt x="1282203" y="4903952"/>
                        <a:pt x="1282203" y="4903952"/>
                      </a:cubicBezTo>
                      <a:cubicBezTo>
                        <a:pt x="1276738" y="4900410"/>
                        <a:pt x="1276738" y="4900410"/>
                        <a:pt x="1272233" y="4901372"/>
                      </a:cubicBezTo>
                      <a:cubicBezTo>
                        <a:pt x="1272233" y="4901372"/>
                        <a:pt x="1277700" y="4904914"/>
                        <a:pt x="1278662" y="4909418"/>
                      </a:cubicBezTo>
                      <a:cubicBezTo>
                        <a:pt x="1269654" y="4911342"/>
                        <a:pt x="1269654" y="4911342"/>
                        <a:pt x="1285090" y="4917464"/>
                      </a:cubicBezTo>
                      <a:cubicBezTo>
                        <a:pt x="1280587" y="4918427"/>
                        <a:pt x="1280587" y="4918427"/>
                        <a:pt x="1280587" y="4918427"/>
                      </a:cubicBezTo>
                      <a:cubicBezTo>
                        <a:pt x="1281549" y="4922930"/>
                        <a:pt x="1282511" y="4927434"/>
                        <a:pt x="1287015" y="4926472"/>
                      </a:cubicBezTo>
                      <a:cubicBezTo>
                        <a:pt x="1287015" y="4926472"/>
                        <a:pt x="1287015" y="4926472"/>
                        <a:pt x="1291519" y="4925510"/>
                      </a:cubicBezTo>
                      <a:cubicBezTo>
                        <a:pt x="1292481" y="4930014"/>
                        <a:pt x="1292481" y="4930014"/>
                        <a:pt x="1292481" y="4930014"/>
                      </a:cubicBezTo>
                      <a:lnTo>
                        <a:pt x="1298910" y="4938059"/>
                      </a:lnTo>
                      <a:lnTo>
                        <a:pt x="1292356" y="4937694"/>
                      </a:lnTo>
                      <a:cubicBezTo>
                        <a:pt x="1290547" y="4937491"/>
                        <a:pt x="1289420" y="4937732"/>
                        <a:pt x="1289901" y="4939984"/>
                      </a:cubicBezTo>
                      <a:cubicBezTo>
                        <a:pt x="1289901" y="4939984"/>
                        <a:pt x="1291510" y="4941996"/>
                        <a:pt x="1293236" y="4944571"/>
                      </a:cubicBezTo>
                      <a:lnTo>
                        <a:pt x="1296561" y="4951097"/>
                      </a:lnTo>
                      <a:lnTo>
                        <a:pt x="1291826" y="4948992"/>
                      </a:lnTo>
                      <a:cubicBezTo>
                        <a:pt x="1282818" y="4950916"/>
                        <a:pt x="1301142" y="4970550"/>
                        <a:pt x="1310150" y="4968626"/>
                      </a:cubicBezTo>
                      <a:cubicBezTo>
                        <a:pt x="1310150" y="4968626"/>
                        <a:pt x="1311113" y="4973130"/>
                        <a:pt x="1315616" y="4972168"/>
                      </a:cubicBezTo>
                      <a:cubicBezTo>
                        <a:pt x="1316579" y="4976671"/>
                        <a:pt x="1316579" y="4976671"/>
                        <a:pt x="1316579" y="4976671"/>
                      </a:cubicBezTo>
                      <a:cubicBezTo>
                        <a:pt x="1322045" y="4980213"/>
                        <a:pt x="1321083" y="4975709"/>
                        <a:pt x="1321083" y="4975709"/>
                      </a:cubicBezTo>
                      <a:cubicBezTo>
                        <a:pt x="1321083" y="4975709"/>
                        <a:pt x="1315616" y="4972168"/>
                        <a:pt x="1315616" y="4972168"/>
                      </a:cubicBezTo>
                      <a:cubicBezTo>
                        <a:pt x="1319158" y="4966701"/>
                        <a:pt x="1308226" y="4959618"/>
                        <a:pt x="1302760" y="4956076"/>
                      </a:cubicBezTo>
                      <a:cubicBezTo>
                        <a:pt x="1308226" y="4959618"/>
                        <a:pt x="1308226" y="4959618"/>
                        <a:pt x="1308226" y="4959618"/>
                      </a:cubicBezTo>
                      <a:cubicBezTo>
                        <a:pt x="1313692" y="4963159"/>
                        <a:pt x="1318196" y="4962197"/>
                        <a:pt x="1317234" y="4957694"/>
                      </a:cubicBezTo>
                      <a:cubicBezTo>
                        <a:pt x="1317234" y="4957694"/>
                        <a:pt x="1316271" y="4953189"/>
                        <a:pt x="1310805" y="4949647"/>
                      </a:cubicBezTo>
                      <a:cubicBezTo>
                        <a:pt x="1305339" y="4946105"/>
                        <a:pt x="1305339" y="4946105"/>
                        <a:pt x="1305339" y="4946105"/>
                      </a:cubicBezTo>
                      <a:cubicBezTo>
                        <a:pt x="1326241" y="4955769"/>
                        <a:pt x="1305339" y="4946105"/>
                        <a:pt x="1296986" y="4929052"/>
                      </a:cubicBezTo>
                      <a:cubicBezTo>
                        <a:pt x="1302452" y="4932593"/>
                        <a:pt x="1302452" y="4932593"/>
                        <a:pt x="1302452" y="4932593"/>
                      </a:cubicBezTo>
                      <a:cubicBezTo>
                        <a:pt x="1302452" y="4932593"/>
                        <a:pt x="1301490" y="4928089"/>
                        <a:pt x="1301490" y="4928089"/>
                      </a:cubicBezTo>
                      <a:cubicBezTo>
                        <a:pt x="1301490" y="4928089"/>
                        <a:pt x="1300528" y="4923585"/>
                        <a:pt x="1300528" y="4923585"/>
                      </a:cubicBezTo>
                      <a:cubicBezTo>
                        <a:pt x="1296024" y="4924547"/>
                        <a:pt x="1296024" y="4924547"/>
                        <a:pt x="1295061" y="4920043"/>
                      </a:cubicBezTo>
                      <a:cubicBezTo>
                        <a:pt x="1299565" y="4919081"/>
                        <a:pt x="1294099" y="4915540"/>
                        <a:pt x="1293137" y="4911035"/>
                      </a:cubicBezTo>
                      <a:cubicBezTo>
                        <a:pt x="1303107" y="4913615"/>
                        <a:pt x="1309535" y="4921661"/>
                        <a:pt x="1322392" y="4937753"/>
                      </a:cubicBezTo>
                      <a:cubicBezTo>
                        <a:pt x="1322392" y="4937753"/>
                        <a:pt x="1322392" y="4937753"/>
                        <a:pt x="1317889" y="4938715"/>
                      </a:cubicBezTo>
                      <a:cubicBezTo>
                        <a:pt x="1317889" y="4938715"/>
                        <a:pt x="1317889" y="4938715"/>
                        <a:pt x="1318851" y="4943218"/>
                      </a:cubicBezTo>
                      <a:cubicBezTo>
                        <a:pt x="1318851" y="4943218"/>
                        <a:pt x="1323354" y="4942256"/>
                        <a:pt x="1323354" y="4942256"/>
                      </a:cubicBezTo>
                      <a:cubicBezTo>
                        <a:pt x="1324317" y="4946760"/>
                        <a:pt x="1324317" y="4946760"/>
                        <a:pt x="1324317" y="4946760"/>
                      </a:cubicBezTo>
                      <a:cubicBezTo>
                        <a:pt x="1328821" y="4945798"/>
                        <a:pt x="1328821" y="4945798"/>
                        <a:pt x="1328821" y="4945798"/>
                      </a:cubicBezTo>
                      <a:cubicBezTo>
                        <a:pt x="1335250" y="4953844"/>
                        <a:pt x="1331708" y="4959310"/>
                        <a:pt x="1342641" y="4966394"/>
                      </a:cubicBezTo>
                      <a:cubicBezTo>
                        <a:pt x="1343603" y="4970897"/>
                        <a:pt x="1343603" y="4970897"/>
                        <a:pt x="1343603" y="4970897"/>
                      </a:cubicBezTo>
                      <a:cubicBezTo>
                        <a:pt x="1343603" y="4970897"/>
                        <a:pt x="1344566" y="4975402"/>
                        <a:pt x="1349069" y="4974440"/>
                      </a:cubicBezTo>
                      <a:cubicBezTo>
                        <a:pt x="1349069" y="4974440"/>
                        <a:pt x="1348107" y="4969935"/>
                        <a:pt x="1348107" y="4969935"/>
                      </a:cubicBezTo>
                      <a:cubicBezTo>
                        <a:pt x="1359040" y="4977019"/>
                        <a:pt x="1361927" y="4990531"/>
                        <a:pt x="1370935" y="4988607"/>
                      </a:cubicBezTo>
                      <a:cubicBezTo>
                        <a:pt x="1371897" y="4993111"/>
                        <a:pt x="1371897" y="4993111"/>
                        <a:pt x="1377363" y="4996652"/>
                      </a:cubicBezTo>
                      <a:cubicBezTo>
                        <a:pt x="1377363" y="4996652"/>
                        <a:pt x="1377363" y="4996652"/>
                        <a:pt x="1376401" y="4992149"/>
                      </a:cubicBezTo>
                      <a:cubicBezTo>
                        <a:pt x="1401153" y="5019827"/>
                        <a:pt x="1391838" y="4998270"/>
                        <a:pt x="1397304" y="5001812"/>
                      </a:cubicBezTo>
                      <a:cubicBezTo>
                        <a:pt x="1405658" y="5018865"/>
                        <a:pt x="1434914" y="5045582"/>
                        <a:pt x="1457741" y="5064254"/>
                      </a:cubicBezTo>
                      <a:cubicBezTo>
                        <a:pt x="1462246" y="5063292"/>
                        <a:pt x="1462246" y="5063292"/>
                        <a:pt x="1462246" y="5063292"/>
                      </a:cubicBezTo>
                      <a:cubicBezTo>
                        <a:pt x="1463208" y="5067795"/>
                        <a:pt x="1467712" y="5066833"/>
                        <a:pt x="1467712" y="5066833"/>
                      </a:cubicBezTo>
                      <a:cubicBezTo>
                        <a:pt x="1483149" y="5072955"/>
                        <a:pt x="1496968" y="5093550"/>
                        <a:pt x="1498892" y="5102559"/>
                      </a:cubicBezTo>
                      <a:cubicBezTo>
                        <a:pt x="1502435" y="5097092"/>
                        <a:pt x="1502435" y="5097092"/>
                        <a:pt x="1507901" y="5100634"/>
                      </a:cubicBezTo>
                      <a:cubicBezTo>
                        <a:pt x="1507901" y="5100634"/>
                        <a:pt x="1508863" y="5105137"/>
                        <a:pt x="1509826" y="5109642"/>
                      </a:cubicBezTo>
                      <a:cubicBezTo>
                        <a:pt x="1513367" y="5104175"/>
                        <a:pt x="1518833" y="5107717"/>
                        <a:pt x="1525262" y="5115763"/>
                      </a:cubicBezTo>
                      <a:cubicBezTo>
                        <a:pt x="1520758" y="5116725"/>
                        <a:pt x="1520758" y="5116725"/>
                        <a:pt x="1520758" y="5116725"/>
                      </a:cubicBezTo>
                      <a:cubicBezTo>
                        <a:pt x="1521720" y="5121229"/>
                        <a:pt x="1527187" y="5124771"/>
                        <a:pt x="1527187" y="5124771"/>
                      </a:cubicBezTo>
                      <a:cubicBezTo>
                        <a:pt x="1527187" y="5124771"/>
                        <a:pt x="1531691" y="5123809"/>
                        <a:pt x="1531691" y="5123809"/>
                      </a:cubicBezTo>
                      <a:cubicBezTo>
                        <a:pt x="1534578" y="5137321"/>
                        <a:pt x="1577346" y="5161151"/>
                        <a:pt x="1565451" y="5149564"/>
                      </a:cubicBezTo>
                      <a:cubicBezTo>
                        <a:pt x="1556443" y="5151489"/>
                        <a:pt x="1567069" y="5135089"/>
                        <a:pt x="1558060" y="5137014"/>
                      </a:cubicBezTo>
                      <a:cubicBezTo>
                        <a:pt x="1554518" y="5142480"/>
                        <a:pt x="1543586" y="5135397"/>
                        <a:pt x="1537157" y="5127351"/>
                      </a:cubicBezTo>
                      <a:cubicBezTo>
                        <a:pt x="1538119" y="5131855"/>
                        <a:pt x="1542623" y="5130892"/>
                        <a:pt x="1542623" y="5130892"/>
                      </a:cubicBezTo>
                      <a:cubicBezTo>
                        <a:pt x="1548090" y="5134434"/>
                        <a:pt x="1548090" y="5134434"/>
                        <a:pt x="1548090" y="5134434"/>
                      </a:cubicBezTo>
                      <a:cubicBezTo>
                        <a:pt x="1547128" y="5129930"/>
                        <a:pt x="1547128" y="5129930"/>
                        <a:pt x="1546166" y="5125426"/>
                      </a:cubicBezTo>
                      <a:cubicBezTo>
                        <a:pt x="1546166" y="5125426"/>
                        <a:pt x="1551631" y="5128968"/>
                        <a:pt x="1551631" y="5128968"/>
                      </a:cubicBezTo>
                      <a:cubicBezTo>
                        <a:pt x="1551631" y="5128968"/>
                        <a:pt x="1550669" y="5124464"/>
                        <a:pt x="1550669" y="5124464"/>
                      </a:cubicBezTo>
                      <a:cubicBezTo>
                        <a:pt x="1545203" y="5120922"/>
                        <a:pt x="1545203" y="5120922"/>
                        <a:pt x="1545203" y="5120922"/>
                      </a:cubicBezTo>
                      <a:cubicBezTo>
                        <a:pt x="1539737" y="5117380"/>
                        <a:pt x="1539737" y="5117380"/>
                        <a:pt x="1539737" y="5117380"/>
                      </a:cubicBezTo>
                      <a:cubicBezTo>
                        <a:pt x="1543279" y="5111913"/>
                        <a:pt x="1549707" y="5119960"/>
                        <a:pt x="1554211" y="5118998"/>
                      </a:cubicBezTo>
                      <a:cubicBezTo>
                        <a:pt x="1554211" y="5118998"/>
                        <a:pt x="1555173" y="5123502"/>
                        <a:pt x="1555173" y="5123502"/>
                      </a:cubicBezTo>
                      <a:cubicBezTo>
                        <a:pt x="1556135" y="5128005"/>
                        <a:pt x="1556135" y="5128005"/>
                        <a:pt x="1556135" y="5128005"/>
                      </a:cubicBezTo>
                      <a:cubicBezTo>
                        <a:pt x="1561602" y="5131547"/>
                        <a:pt x="1567069" y="5135089"/>
                        <a:pt x="1571572" y="5134127"/>
                      </a:cubicBezTo>
                      <a:cubicBezTo>
                        <a:pt x="1571572" y="5134127"/>
                        <a:pt x="1576077" y="5133165"/>
                        <a:pt x="1570610" y="5129623"/>
                      </a:cubicBezTo>
                      <a:cubicBezTo>
                        <a:pt x="1569648" y="5125119"/>
                        <a:pt x="1569648" y="5125119"/>
                        <a:pt x="1569648" y="5125119"/>
                      </a:cubicBezTo>
                      <a:cubicBezTo>
                        <a:pt x="1586047" y="5135744"/>
                        <a:pt x="1567069" y="5135089"/>
                        <a:pt x="1587010" y="5140248"/>
                      </a:cubicBezTo>
                      <a:cubicBezTo>
                        <a:pt x="1587972" y="5144752"/>
                        <a:pt x="1587972" y="5144752"/>
                        <a:pt x="1587972" y="5144752"/>
                      </a:cubicBezTo>
                      <a:cubicBezTo>
                        <a:pt x="1588934" y="5149256"/>
                        <a:pt x="1588934" y="5149256"/>
                        <a:pt x="1593438" y="5148294"/>
                      </a:cubicBezTo>
                      <a:cubicBezTo>
                        <a:pt x="1598904" y="5151836"/>
                        <a:pt x="1598904" y="5151836"/>
                        <a:pt x="1598904" y="5151836"/>
                      </a:cubicBezTo>
                      <a:cubicBezTo>
                        <a:pt x="1604371" y="5155378"/>
                        <a:pt x="1604371" y="5155378"/>
                        <a:pt x="1610799" y="5163423"/>
                      </a:cubicBezTo>
                      <a:cubicBezTo>
                        <a:pt x="1618845" y="5156994"/>
                        <a:pt x="1646177" y="5174704"/>
                        <a:pt x="1638786" y="5162154"/>
                      </a:cubicBezTo>
                      <a:cubicBezTo>
                        <a:pt x="1636534" y="5162635"/>
                        <a:pt x="1632675" y="5161104"/>
                        <a:pt x="1628575" y="5158449"/>
                      </a:cubicBezTo>
                      <a:lnTo>
                        <a:pt x="1621158" y="5151791"/>
                      </a:lnTo>
                      <a:lnTo>
                        <a:pt x="1626891" y="5150566"/>
                      </a:lnTo>
                      <a:cubicBezTo>
                        <a:pt x="1654223" y="5168275"/>
                        <a:pt x="1681554" y="5185984"/>
                        <a:pt x="1698916" y="5201113"/>
                      </a:cubicBezTo>
                      <a:cubicBezTo>
                        <a:pt x="1699878" y="5205617"/>
                        <a:pt x="1704383" y="5204655"/>
                        <a:pt x="1704383" y="5204655"/>
                      </a:cubicBezTo>
                      <a:cubicBezTo>
                        <a:pt x="1721744" y="5219784"/>
                        <a:pt x="1688945" y="5198534"/>
                        <a:pt x="1695374" y="5206579"/>
                      </a:cubicBezTo>
                      <a:cubicBezTo>
                        <a:pt x="1716277" y="5216242"/>
                        <a:pt x="1711773" y="5217205"/>
                        <a:pt x="1713697" y="5226213"/>
                      </a:cubicBezTo>
                      <a:cubicBezTo>
                        <a:pt x="1733638" y="5231372"/>
                        <a:pt x="1741992" y="5248426"/>
                        <a:pt x="1734601" y="5235876"/>
                      </a:cubicBezTo>
                      <a:cubicBezTo>
                        <a:pt x="1739105" y="5234914"/>
                        <a:pt x="1739105" y="5234914"/>
                        <a:pt x="1739105" y="5234914"/>
                      </a:cubicBezTo>
                      <a:cubicBezTo>
                        <a:pt x="1743608" y="5233952"/>
                        <a:pt x="1743608" y="5233952"/>
                        <a:pt x="1743608" y="5233952"/>
                      </a:cubicBezTo>
                      <a:cubicBezTo>
                        <a:pt x="1749075" y="5237493"/>
                        <a:pt x="1759046" y="5240073"/>
                        <a:pt x="1765474" y="5248118"/>
                      </a:cubicBezTo>
                      <a:cubicBezTo>
                        <a:pt x="1764511" y="5243615"/>
                        <a:pt x="1769016" y="5242652"/>
                        <a:pt x="1774483" y="5246193"/>
                      </a:cubicBezTo>
                      <a:cubicBezTo>
                        <a:pt x="1794423" y="5251353"/>
                        <a:pt x="1814672" y="5279995"/>
                        <a:pt x="1840078" y="5288696"/>
                      </a:cubicBezTo>
                      <a:cubicBezTo>
                        <a:pt x="1846507" y="5296741"/>
                        <a:pt x="1850049" y="5291274"/>
                        <a:pt x="1860019" y="5293854"/>
                      </a:cubicBezTo>
                      <a:cubicBezTo>
                        <a:pt x="1860019" y="5293854"/>
                        <a:pt x="1866448" y="5301901"/>
                        <a:pt x="1872877" y="5309946"/>
                      </a:cubicBezTo>
                      <a:cubicBezTo>
                        <a:pt x="1926578" y="5340859"/>
                        <a:pt x="2003762" y="5371466"/>
                        <a:pt x="2056500" y="5397876"/>
                      </a:cubicBezTo>
                      <a:cubicBezTo>
                        <a:pt x="2082870" y="5411080"/>
                        <a:pt x="2103773" y="5420743"/>
                        <a:pt x="2135609" y="5437490"/>
                      </a:cubicBezTo>
                      <a:cubicBezTo>
                        <a:pt x="2145579" y="5440070"/>
                        <a:pt x="2170024" y="5444266"/>
                        <a:pt x="2180957" y="5451349"/>
                      </a:cubicBezTo>
                      <a:cubicBezTo>
                        <a:pt x="2180957" y="5451349"/>
                        <a:pt x="2187385" y="5459396"/>
                        <a:pt x="2187385" y="5459396"/>
                      </a:cubicBezTo>
                      <a:cubicBezTo>
                        <a:pt x="2212793" y="5468096"/>
                        <a:pt x="2211830" y="5463592"/>
                        <a:pt x="2228229" y="5474217"/>
                      </a:cubicBezTo>
                      <a:cubicBezTo>
                        <a:pt x="2217297" y="5467134"/>
                        <a:pt x="2275502" y="5497085"/>
                        <a:pt x="2305413" y="5504824"/>
                      </a:cubicBezTo>
                      <a:cubicBezTo>
                        <a:pt x="2352685" y="5527692"/>
                        <a:pt x="2417013" y="5542206"/>
                        <a:pt x="2473293" y="5563150"/>
                      </a:cubicBezTo>
                      <a:cubicBezTo>
                        <a:pt x="2497738" y="5567346"/>
                        <a:pt x="2533115" y="5578627"/>
                        <a:pt x="2572035" y="5584441"/>
                      </a:cubicBezTo>
                      <a:cubicBezTo>
                        <a:pt x="2611917" y="5594759"/>
                        <a:pt x="2655341" y="5599610"/>
                        <a:pt x="2679785" y="5603808"/>
                      </a:cubicBezTo>
                      <a:cubicBezTo>
                        <a:pt x="2747653" y="5612856"/>
                        <a:pt x="2802972" y="5629295"/>
                        <a:pt x="2856366" y="5636726"/>
                      </a:cubicBezTo>
                      <a:cubicBezTo>
                        <a:pt x="2894323" y="5638036"/>
                        <a:pt x="2946755" y="5640963"/>
                        <a:pt x="2989216" y="5641311"/>
                      </a:cubicBezTo>
                      <a:cubicBezTo>
                        <a:pt x="3014623" y="5650012"/>
                        <a:pt x="3047114" y="5647780"/>
                        <a:pt x="3079605" y="5645548"/>
                      </a:cubicBezTo>
                      <a:cubicBezTo>
                        <a:pt x="3096004" y="5656173"/>
                        <a:pt x="3142970" y="5655559"/>
                        <a:pt x="3189935" y="5654944"/>
                      </a:cubicBezTo>
                      <a:cubicBezTo>
                        <a:pt x="3236900" y="5654329"/>
                        <a:pt x="3283865" y="5653715"/>
                        <a:pt x="3300264" y="5664340"/>
                      </a:cubicBezTo>
                      <a:cubicBezTo>
                        <a:pt x="3313777" y="5661453"/>
                        <a:pt x="3337259" y="5661146"/>
                        <a:pt x="3342726" y="5664687"/>
                      </a:cubicBezTo>
                      <a:cubicBezTo>
                        <a:pt x="3354313" y="5652793"/>
                        <a:pt x="3405783" y="5651215"/>
                        <a:pt x="3412212" y="5659262"/>
                      </a:cubicBezTo>
                      <a:cubicBezTo>
                        <a:pt x="3416716" y="5658299"/>
                        <a:pt x="3425724" y="5656375"/>
                        <a:pt x="3430228" y="5655412"/>
                      </a:cubicBezTo>
                      <a:cubicBezTo>
                        <a:pt x="3433115" y="5668925"/>
                        <a:pt x="3471726" y="5651255"/>
                        <a:pt x="3505179" y="5653528"/>
                      </a:cubicBezTo>
                      <a:cubicBezTo>
                        <a:pt x="3509684" y="5652566"/>
                        <a:pt x="3509684" y="5652566"/>
                        <a:pt x="3509684" y="5652566"/>
                      </a:cubicBezTo>
                      <a:cubicBezTo>
                        <a:pt x="3509684" y="5652566"/>
                        <a:pt x="3510646" y="5657069"/>
                        <a:pt x="3510646" y="5657069"/>
                      </a:cubicBezTo>
                      <a:cubicBezTo>
                        <a:pt x="3515150" y="5656107"/>
                        <a:pt x="3515150" y="5656107"/>
                        <a:pt x="3519654" y="5655145"/>
                      </a:cubicBezTo>
                      <a:cubicBezTo>
                        <a:pt x="3519654" y="5655145"/>
                        <a:pt x="3519654" y="5655145"/>
                        <a:pt x="3518691" y="5650641"/>
                      </a:cubicBezTo>
                      <a:cubicBezTo>
                        <a:pt x="3518691" y="5650641"/>
                        <a:pt x="3514188" y="5651604"/>
                        <a:pt x="3514188" y="5651604"/>
                      </a:cubicBezTo>
                      <a:cubicBezTo>
                        <a:pt x="3523196" y="5649679"/>
                        <a:pt x="3536708" y="5646792"/>
                        <a:pt x="3535746" y="5642288"/>
                      </a:cubicBezTo>
                      <a:cubicBezTo>
                        <a:pt x="3614240" y="5634937"/>
                        <a:pt x="3691771" y="5623083"/>
                        <a:pt x="3771882" y="5601257"/>
                      </a:cubicBezTo>
                      <a:cubicBezTo>
                        <a:pt x="3802449" y="5590018"/>
                        <a:pt x="3824970" y="5585207"/>
                        <a:pt x="3861001" y="5577509"/>
                      </a:cubicBezTo>
                      <a:cubicBezTo>
                        <a:pt x="3900576" y="5564344"/>
                        <a:pt x="3957204" y="5542826"/>
                        <a:pt x="4010291" y="5526775"/>
                      </a:cubicBezTo>
                      <a:cubicBezTo>
                        <a:pt x="4066919" y="5505258"/>
                        <a:pt x="4119044" y="5484701"/>
                        <a:pt x="4162160" y="5466071"/>
                      </a:cubicBezTo>
                      <a:cubicBezTo>
                        <a:pt x="4197231" y="5453868"/>
                        <a:pt x="4214285" y="5445515"/>
                        <a:pt x="4252897" y="5427847"/>
                      </a:cubicBezTo>
                      <a:cubicBezTo>
                        <a:pt x="4260943" y="5421418"/>
                        <a:pt x="4274455" y="5418531"/>
                        <a:pt x="4283464" y="5416606"/>
                      </a:cubicBezTo>
                      <a:cubicBezTo>
                        <a:pt x="4305021" y="5407292"/>
                        <a:pt x="4320151" y="5389931"/>
                        <a:pt x="4342672" y="5385119"/>
                      </a:cubicBezTo>
                      <a:cubicBezTo>
                        <a:pt x="4342672" y="5385119"/>
                        <a:pt x="4343634" y="5389623"/>
                        <a:pt x="4343634" y="5389623"/>
                      </a:cubicBezTo>
                      <a:cubicBezTo>
                        <a:pt x="4339129" y="5390585"/>
                        <a:pt x="4344596" y="5394127"/>
                        <a:pt x="4348138" y="5388660"/>
                      </a:cubicBezTo>
                      <a:cubicBezTo>
                        <a:pt x="4352642" y="5387698"/>
                        <a:pt x="4357146" y="5386736"/>
                        <a:pt x="4357146" y="5386736"/>
                      </a:cubicBezTo>
                      <a:cubicBezTo>
                        <a:pt x="4356184" y="5382232"/>
                        <a:pt x="4360688" y="5381270"/>
                        <a:pt x="4360688" y="5381270"/>
                      </a:cubicBezTo>
                      <a:cubicBezTo>
                        <a:pt x="4361650" y="5385773"/>
                        <a:pt x="4366154" y="5384811"/>
                        <a:pt x="4370658" y="5383849"/>
                      </a:cubicBezTo>
                      <a:cubicBezTo>
                        <a:pt x="4374200" y="5378383"/>
                        <a:pt x="4369696" y="5379346"/>
                        <a:pt x="4368733" y="5374841"/>
                      </a:cubicBezTo>
                      <a:cubicBezTo>
                        <a:pt x="4368733" y="5374841"/>
                        <a:pt x="4373238" y="5373879"/>
                        <a:pt x="4373238" y="5373879"/>
                      </a:cubicBezTo>
                      <a:cubicBezTo>
                        <a:pt x="4377742" y="5372917"/>
                        <a:pt x="4381283" y="5367450"/>
                        <a:pt x="4381283" y="5367450"/>
                      </a:cubicBezTo>
                      <a:cubicBezTo>
                        <a:pt x="4380321" y="5362947"/>
                        <a:pt x="4375818" y="5363909"/>
                        <a:pt x="4371313" y="5364871"/>
                      </a:cubicBezTo>
                      <a:cubicBezTo>
                        <a:pt x="4372275" y="5369375"/>
                        <a:pt x="4372275" y="5369375"/>
                        <a:pt x="4372275" y="5369375"/>
                      </a:cubicBezTo>
                      <a:cubicBezTo>
                        <a:pt x="4366809" y="5365834"/>
                        <a:pt x="4366809" y="5365834"/>
                        <a:pt x="4366809" y="5365834"/>
                      </a:cubicBezTo>
                      <a:cubicBezTo>
                        <a:pt x="4401880" y="5353631"/>
                        <a:pt x="4453042" y="5328572"/>
                        <a:pt x="4471713" y="5305744"/>
                      </a:cubicBezTo>
                      <a:cubicBezTo>
                        <a:pt x="4510325" y="5288076"/>
                        <a:pt x="4564067" y="5253045"/>
                        <a:pt x="4629396" y="5206120"/>
                      </a:cubicBezTo>
                      <a:cubicBezTo>
                        <a:pt x="4630359" y="5210625"/>
                        <a:pt x="4630359" y="5210625"/>
                        <a:pt x="4630359" y="5210625"/>
                      </a:cubicBezTo>
                      <a:cubicBezTo>
                        <a:pt x="4630359" y="5210625"/>
                        <a:pt x="4625854" y="5211587"/>
                        <a:pt x="4625854" y="5211587"/>
                      </a:cubicBezTo>
                      <a:cubicBezTo>
                        <a:pt x="4622312" y="5217054"/>
                        <a:pt x="4617809" y="5218016"/>
                        <a:pt x="4623274" y="5221557"/>
                      </a:cubicBezTo>
                      <a:cubicBezTo>
                        <a:pt x="4623274" y="5221557"/>
                        <a:pt x="4627779" y="5220595"/>
                        <a:pt x="4631321" y="5215129"/>
                      </a:cubicBezTo>
                      <a:cubicBezTo>
                        <a:pt x="4635824" y="5214167"/>
                        <a:pt x="4635824" y="5214167"/>
                        <a:pt x="4639366" y="5208700"/>
                      </a:cubicBezTo>
                      <a:cubicBezTo>
                        <a:pt x="4640329" y="5213205"/>
                        <a:pt x="4644833" y="5212242"/>
                        <a:pt x="4653841" y="5210318"/>
                      </a:cubicBezTo>
                      <a:cubicBezTo>
                        <a:pt x="4653360" y="5208066"/>
                        <a:pt x="4652878" y="5205813"/>
                        <a:pt x="4651512" y="5204927"/>
                      </a:cubicBezTo>
                      <a:lnTo>
                        <a:pt x="4648965" y="5205864"/>
                      </a:lnTo>
                      <a:lnTo>
                        <a:pt x="4655458" y="5195843"/>
                      </a:lnTo>
                      <a:cubicBezTo>
                        <a:pt x="4650954" y="5196806"/>
                        <a:pt x="4646451" y="5197768"/>
                        <a:pt x="4641946" y="5198730"/>
                      </a:cubicBezTo>
                      <a:cubicBezTo>
                        <a:pt x="4652572" y="5182331"/>
                        <a:pt x="4659656" y="5171398"/>
                        <a:pt x="4680251" y="5157579"/>
                      </a:cubicBezTo>
                      <a:cubicBezTo>
                        <a:pt x="4676709" y="5163045"/>
                        <a:pt x="4681213" y="5162082"/>
                        <a:pt x="4685717" y="5161120"/>
                      </a:cubicBezTo>
                      <a:cubicBezTo>
                        <a:pt x="4706313" y="5147301"/>
                        <a:pt x="4724022" y="5119970"/>
                        <a:pt x="4736572" y="5112579"/>
                      </a:cubicBezTo>
                      <a:cubicBezTo>
                        <a:pt x="4736572" y="5112579"/>
                        <a:pt x="4737534" y="5117083"/>
                        <a:pt x="4733031" y="5118045"/>
                      </a:cubicBezTo>
                      <a:cubicBezTo>
                        <a:pt x="4761673" y="5097797"/>
                        <a:pt x="4779381" y="5070465"/>
                        <a:pt x="4793855" y="5072083"/>
                      </a:cubicBezTo>
                      <a:cubicBezTo>
                        <a:pt x="4789352" y="5073045"/>
                        <a:pt x="4792893" y="5067578"/>
                        <a:pt x="4797397" y="5066616"/>
                      </a:cubicBezTo>
                      <a:cubicBezTo>
                        <a:pt x="4803519" y="5051179"/>
                        <a:pt x="4783885" y="5069503"/>
                        <a:pt x="4779381" y="5070465"/>
                      </a:cubicBezTo>
                      <a:cubicBezTo>
                        <a:pt x="4803519" y="5051179"/>
                        <a:pt x="4812527" y="5049255"/>
                        <a:pt x="4818648" y="5033818"/>
                      </a:cubicBezTo>
                      <a:cubicBezTo>
                        <a:pt x="4824115" y="5037360"/>
                        <a:pt x="4817031" y="5048293"/>
                        <a:pt x="4828619" y="5036398"/>
                      </a:cubicBezTo>
                      <a:cubicBezTo>
                        <a:pt x="4831199" y="5026427"/>
                        <a:pt x="4827657" y="5031894"/>
                        <a:pt x="4834740" y="5020962"/>
                      </a:cubicBezTo>
                      <a:cubicBezTo>
                        <a:pt x="4833778" y="5016457"/>
                        <a:pt x="4838282" y="5015495"/>
                        <a:pt x="4838282" y="5015495"/>
                      </a:cubicBezTo>
                      <a:cubicBezTo>
                        <a:pt x="4841824" y="5010028"/>
                        <a:pt x="4846328" y="5009066"/>
                        <a:pt x="4845366" y="5004562"/>
                      </a:cubicBezTo>
                      <a:cubicBezTo>
                        <a:pt x="4844404" y="5000058"/>
                        <a:pt x="4839899" y="5001020"/>
                        <a:pt x="4836357" y="5006486"/>
                      </a:cubicBezTo>
                      <a:cubicBezTo>
                        <a:pt x="4836357" y="5006486"/>
                        <a:pt x="4836357" y="5006486"/>
                        <a:pt x="4831853" y="5007449"/>
                      </a:cubicBezTo>
                      <a:cubicBezTo>
                        <a:pt x="4867579" y="4976268"/>
                        <a:pt x="4873700" y="4960832"/>
                        <a:pt x="4916509" y="4918718"/>
                      </a:cubicBezTo>
                      <a:cubicBezTo>
                        <a:pt x="4936450" y="4923877"/>
                        <a:pt x="4920051" y="4913251"/>
                        <a:pt x="4950617" y="4902012"/>
                      </a:cubicBezTo>
                      <a:cubicBezTo>
                        <a:pt x="4951579" y="4906516"/>
                        <a:pt x="4951579" y="4906516"/>
                        <a:pt x="4951579" y="4906516"/>
                      </a:cubicBezTo>
                      <a:cubicBezTo>
                        <a:pt x="4948037" y="4911982"/>
                        <a:pt x="4952542" y="4911020"/>
                        <a:pt x="4956084" y="4905553"/>
                      </a:cubicBezTo>
                      <a:cubicBezTo>
                        <a:pt x="4960588" y="4904591"/>
                        <a:pt x="4964129" y="4899125"/>
                        <a:pt x="4963167" y="4894621"/>
                      </a:cubicBezTo>
                      <a:cubicBezTo>
                        <a:pt x="4966709" y="4889154"/>
                        <a:pt x="4966709" y="4889154"/>
                        <a:pt x="4966709" y="4889154"/>
                      </a:cubicBezTo>
                      <a:cubicBezTo>
                        <a:pt x="4974754" y="4882727"/>
                        <a:pt x="4973792" y="4878222"/>
                        <a:pt x="4968326" y="4874680"/>
                      </a:cubicBezTo>
                      <a:cubicBezTo>
                        <a:pt x="4977334" y="4872755"/>
                        <a:pt x="4979914" y="4862785"/>
                        <a:pt x="4983456" y="4857319"/>
                      </a:cubicBezTo>
                      <a:cubicBezTo>
                        <a:pt x="4975410" y="4863748"/>
                        <a:pt x="4967364" y="4870176"/>
                        <a:pt x="4959318" y="4876605"/>
                      </a:cubicBezTo>
                      <a:cubicBezTo>
                        <a:pt x="4960280" y="4881109"/>
                        <a:pt x="4961242" y="4885613"/>
                        <a:pt x="4961242" y="4885613"/>
                      </a:cubicBezTo>
                      <a:cubicBezTo>
                        <a:pt x="4961242" y="4885613"/>
                        <a:pt x="4956739" y="4886575"/>
                        <a:pt x="4957701" y="4891079"/>
                      </a:cubicBezTo>
                      <a:cubicBezTo>
                        <a:pt x="4957701" y="4891079"/>
                        <a:pt x="4953197" y="4892041"/>
                        <a:pt x="4953197" y="4892041"/>
                      </a:cubicBezTo>
                      <a:cubicBezTo>
                        <a:pt x="4948692" y="4893003"/>
                        <a:pt x="4949655" y="4897508"/>
                        <a:pt x="4950617" y="4902012"/>
                      </a:cubicBezTo>
                      <a:cubicBezTo>
                        <a:pt x="4926172" y="4897815"/>
                        <a:pt x="4900110" y="4908093"/>
                        <a:pt x="4875317" y="4946357"/>
                      </a:cubicBezTo>
                      <a:cubicBezTo>
                        <a:pt x="4870813" y="4947320"/>
                        <a:pt x="4867272" y="4952786"/>
                        <a:pt x="4866310" y="4948282"/>
                      </a:cubicBezTo>
                      <a:cubicBezTo>
                        <a:pt x="4870813" y="4947320"/>
                        <a:pt x="4869851" y="4942815"/>
                        <a:pt x="4865347" y="4943777"/>
                      </a:cubicBezTo>
                      <a:cubicBezTo>
                        <a:pt x="4865347" y="4943777"/>
                        <a:pt x="4865347" y="4943777"/>
                        <a:pt x="4861805" y="4949244"/>
                      </a:cubicBezTo>
                      <a:cubicBezTo>
                        <a:pt x="4861805" y="4949244"/>
                        <a:pt x="4857301" y="4950206"/>
                        <a:pt x="4857301" y="4950206"/>
                      </a:cubicBezTo>
                      <a:cubicBezTo>
                        <a:pt x="4865675" y="4934288"/>
                        <a:pt x="4874770" y="4921749"/>
                        <a:pt x="4886477" y="4910416"/>
                      </a:cubicBezTo>
                      <a:lnTo>
                        <a:pt x="4927253" y="4880833"/>
                      </a:lnTo>
                      <a:lnTo>
                        <a:pt x="4927789" y="4883341"/>
                      </a:lnTo>
                      <a:cubicBezTo>
                        <a:pt x="4932294" y="4882378"/>
                        <a:pt x="4932294" y="4882378"/>
                        <a:pt x="4931331" y="4877874"/>
                      </a:cubicBezTo>
                      <a:cubicBezTo>
                        <a:pt x="4940339" y="4875949"/>
                        <a:pt x="4939377" y="4871446"/>
                        <a:pt x="4947423" y="4865017"/>
                      </a:cubicBezTo>
                      <a:cubicBezTo>
                        <a:pt x="4947423" y="4865017"/>
                        <a:pt x="4948386" y="4869521"/>
                        <a:pt x="4943881" y="4870484"/>
                      </a:cubicBezTo>
                      <a:cubicBezTo>
                        <a:pt x="4943881" y="4870484"/>
                        <a:pt x="4948386" y="4869521"/>
                        <a:pt x="4948386" y="4869521"/>
                      </a:cubicBezTo>
                      <a:cubicBezTo>
                        <a:pt x="4948386" y="4869521"/>
                        <a:pt x="4951928" y="4864055"/>
                        <a:pt x="4951928" y="4864055"/>
                      </a:cubicBezTo>
                      <a:cubicBezTo>
                        <a:pt x="4976065" y="4844769"/>
                        <a:pt x="4998585" y="4839958"/>
                        <a:pt x="5016294" y="4812627"/>
                      </a:cubicBezTo>
                      <a:cubicBezTo>
                        <a:pt x="5009211" y="4823559"/>
                        <a:pt x="5017256" y="4817130"/>
                        <a:pt x="5026265" y="4815205"/>
                      </a:cubicBezTo>
                      <a:cubicBezTo>
                        <a:pt x="5015640" y="4831604"/>
                        <a:pt x="5002127" y="4834491"/>
                        <a:pt x="5008556" y="4842537"/>
                      </a:cubicBezTo>
                      <a:cubicBezTo>
                        <a:pt x="5030768" y="4814243"/>
                        <a:pt x="5045898" y="4796882"/>
                        <a:pt x="5081624" y="4765702"/>
                      </a:cubicBezTo>
                      <a:cubicBezTo>
                        <a:pt x="5082586" y="4770205"/>
                        <a:pt x="5086128" y="4764739"/>
                        <a:pt x="5090632" y="4763777"/>
                      </a:cubicBezTo>
                      <a:cubicBezTo>
                        <a:pt x="5094174" y="4758310"/>
                        <a:pt x="5097716" y="4752844"/>
                        <a:pt x="5093211" y="4753806"/>
                      </a:cubicBezTo>
                      <a:cubicBezTo>
                        <a:pt x="5101257" y="4747378"/>
                        <a:pt x="5103837" y="4737407"/>
                        <a:pt x="5109959" y="4721971"/>
                      </a:cubicBezTo>
                      <a:cubicBezTo>
                        <a:pt x="5115424" y="4725513"/>
                        <a:pt x="5108341" y="4736445"/>
                        <a:pt x="5116387" y="4730017"/>
                      </a:cubicBezTo>
                      <a:cubicBezTo>
                        <a:pt x="5115424" y="4725513"/>
                        <a:pt x="5123471" y="4719084"/>
                        <a:pt x="5122508" y="4714579"/>
                      </a:cubicBezTo>
                      <a:cubicBezTo>
                        <a:pt x="5122508" y="4714579"/>
                        <a:pt x="5127013" y="4713617"/>
                        <a:pt x="5126050" y="4709114"/>
                      </a:cubicBezTo>
                      <a:cubicBezTo>
                        <a:pt x="5130554" y="4708152"/>
                        <a:pt x="5130554" y="4708152"/>
                        <a:pt x="5130554" y="4708152"/>
                      </a:cubicBezTo>
                      <a:cubicBezTo>
                        <a:pt x="5129592" y="4703647"/>
                        <a:pt x="5129592" y="4703647"/>
                        <a:pt x="5129592" y="4703647"/>
                      </a:cubicBezTo>
                      <a:cubicBezTo>
                        <a:pt x="5126050" y="4709114"/>
                        <a:pt x="5126050" y="4709114"/>
                        <a:pt x="5126050" y="4709114"/>
                      </a:cubicBezTo>
                      <a:cubicBezTo>
                        <a:pt x="5121546" y="4710076"/>
                        <a:pt x="5121546" y="4710076"/>
                        <a:pt x="5121546" y="4710076"/>
                      </a:cubicBezTo>
                      <a:cubicBezTo>
                        <a:pt x="5136676" y="4692715"/>
                        <a:pt x="5136676" y="4692715"/>
                        <a:pt x="5136676" y="4692715"/>
                      </a:cubicBezTo>
                      <a:cubicBezTo>
                        <a:pt x="5133134" y="4698181"/>
                        <a:pt x="5134096" y="4702685"/>
                        <a:pt x="5137638" y="4697218"/>
                      </a:cubicBezTo>
                      <a:cubicBezTo>
                        <a:pt x="5170476" y="4652526"/>
                        <a:pt x="5191419" y="4596245"/>
                        <a:pt x="5217830" y="4543506"/>
                      </a:cubicBezTo>
                      <a:cubicBezTo>
                        <a:pt x="5238773" y="4487227"/>
                        <a:pt x="5260679" y="4435450"/>
                        <a:pt x="5282585" y="4383674"/>
                      </a:cubicBezTo>
                      <a:cubicBezTo>
                        <a:pt x="5291594" y="4381749"/>
                        <a:pt x="5292556" y="4386253"/>
                        <a:pt x="5294480" y="4395261"/>
                      </a:cubicBezTo>
                      <a:cubicBezTo>
                        <a:pt x="5308340" y="4349913"/>
                        <a:pt x="5320583" y="4319040"/>
                        <a:pt x="5327359" y="4284625"/>
                      </a:cubicBezTo>
                      <a:cubicBezTo>
                        <a:pt x="5338639" y="4249247"/>
                        <a:pt x="5345415" y="4214832"/>
                        <a:pt x="5363780" y="4168522"/>
                      </a:cubicBezTo>
                      <a:cubicBezTo>
                        <a:pt x="5360238" y="4173988"/>
                        <a:pt x="5360238" y="4173988"/>
                        <a:pt x="5364742" y="4173025"/>
                      </a:cubicBezTo>
                      <a:cubicBezTo>
                        <a:pt x="5364742" y="4173025"/>
                        <a:pt x="5369247" y="4172063"/>
                        <a:pt x="5372788" y="4166598"/>
                      </a:cubicBezTo>
                      <a:cubicBezTo>
                        <a:pt x="5377292" y="4165635"/>
                        <a:pt x="5377292" y="4165635"/>
                        <a:pt x="5377292" y="4165635"/>
                      </a:cubicBezTo>
                      <a:cubicBezTo>
                        <a:pt x="5379872" y="4155664"/>
                        <a:pt x="5386955" y="4144732"/>
                        <a:pt x="5381488" y="4141190"/>
                      </a:cubicBezTo>
                      <a:cubicBezTo>
                        <a:pt x="5385993" y="4140228"/>
                        <a:pt x="5389535" y="4134762"/>
                        <a:pt x="5388573" y="4130258"/>
                      </a:cubicBezTo>
                      <a:cubicBezTo>
                        <a:pt x="5392115" y="4124791"/>
                        <a:pt x="5387610" y="4125753"/>
                        <a:pt x="5387610" y="4125753"/>
                      </a:cubicBezTo>
                      <a:cubicBezTo>
                        <a:pt x="5383106" y="4126716"/>
                        <a:pt x="5383106" y="4126716"/>
                        <a:pt x="5383106" y="4126716"/>
                      </a:cubicBezTo>
                      <a:cubicBezTo>
                        <a:pt x="5396311" y="4100347"/>
                        <a:pt x="5393424" y="4086835"/>
                        <a:pt x="5406629" y="4060465"/>
                      </a:cubicBezTo>
                      <a:cubicBezTo>
                        <a:pt x="5393117" y="4063352"/>
                        <a:pt x="5404705" y="4051457"/>
                        <a:pt x="5403743" y="4046953"/>
                      </a:cubicBezTo>
                      <a:cubicBezTo>
                        <a:pt x="5397621" y="4062389"/>
                        <a:pt x="5395696" y="4053382"/>
                        <a:pt x="5388613" y="4064314"/>
                      </a:cubicBezTo>
                      <a:cubicBezTo>
                        <a:pt x="5386033" y="4074284"/>
                        <a:pt x="5396658" y="4057885"/>
                        <a:pt x="5395042" y="4072359"/>
                      </a:cubicBezTo>
                      <a:cubicBezTo>
                        <a:pt x="5383454" y="4084255"/>
                        <a:pt x="5381837" y="4098729"/>
                        <a:pt x="5373790" y="4105158"/>
                      </a:cubicBezTo>
                      <a:cubicBezTo>
                        <a:pt x="5377332" y="4099692"/>
                        <a:pt x="5380874" y="4094225"/>
                        <a:pt x="5379912" y="4089721"/>
                      </a:cubicBezTo>
                      <a:cubicBezTo>
                        <a:pt x="5366707" y="4116090"/>
                        <a:pt x="5349960" y="4147926"/>
                        <a:pt x="5334176" y="4184266"/>
                      </a:cubicBezTo>
                      <a:cubicBezTo>
                        <a:pt x="5318391" y="4220606"/>
                        <a:pt x="5302606" y="4256946"/>
                        <a:pt x="5290365" y="4287819"/>
                      </a:cubicBezTo>
                      <a:cubicBezTo>
                        <a:pt x="5289402" y="4283314"/>
                        <a:pt x="5284898" y="4284277"/>
                        <a:pt x="5281356" y="4289743"/>
                      </a:cubicBezTo>
                      <a:cubicBezTo>
                        <a:pt x="5264610" y="4321579"/>
                        <a:pt x="5251405" y="4347949"/>
                        <a:pt x="5229191" y="4376242"/>
                      </a:cubicBezTo>
                      <a:cubicBezTo>
                        <a:pt x="5235620" y="4384288"/>
                        <a:pt x="5215024" y="4398108"/>
                        <a:pt x="5207940" y="4409040"/>
                      </a:cubicBezTo>
                      <a:cubicBezTo>
                        <a:pt x="5204398" y="4414507"/>
                        <a:pt x="5209865" y="4418049"/>
                        <a:pt x="5201818" y="4424477"/>
                      </a:cubicBezTo>
                      <a:cubicBezTo>
                        <a:pt x="5202781" y="4428981"/>
                        <a:pt x="5190231" y="4436372"/>
                        <a:pt x="5183148" y="4447304"/>
                      </a:cubicBezTo>
                      <a:cubicBezTo>
                        <a:pt x="5172522" y="4463703"/>
                        <a:pt x="5162859" y="4484606"/>
                        <a:pt x="5152233" y="4501005"/>
                      </a:cubicBezTo>
                      <a:cubicBezTo>
                        <a:pt x="5138066" y="4522871"/>
                        <a:pt x="5139028" y="4527374"/>
                        <a:pt x="5120357" y="4550202"/>
                      </a:cubicBezTo>
                      <a:cubicBezTo>
                        <a:pt x="5089443" y="4603903"/>
                        <a:pt x="5035046" y="4657911"/>
                        <a:pt x="5021841" y="4684281"/>
                      </a:cubicBezTo>
                      <a:cubicBezTo>
                        <a:pt x="5008329" y="4687168"/>
                        <a:pt x="4999628" y="4712574"/>
                        <a:pt x="4992545" y="4723508"/>
                      </a:cubicBezTo>
                      <a:cubicBezTo>
                        <a:pt x="4995124" y="4713537"/>
                        <a:pt x="4991583" y="4719003"/>
                        <a:pt x="4987079" y="4719966"/>
                      </a:cubicBezTo>
                      <a:cubicBezTo>
                        <a:pt x="4962286" y="4758230"/>
                        <a:pt x="4916590" y="4786831"/>
                        <a:pt x="4875706" y="4837953"/>
                      </a:cubicBezTo>
                      <a:cubicBezTo>
                        <a:pt x="4861539" y="4859818"/>
                        <a:pt x="4873126" y="4847923"/>
                        <a:pt x="4848989" y="4867208"/>
                      </a:cubicBezTo>
                      <a:cubicBezTo>
                        <a:pt x="4832897" y="4880066"/>
                        <a:pt x="4822272" y="4896465"/>
                        <a:pt x="4806180" y="4909322"/>
                      </a:cubicBezTo>
                      <a:cubicBezTo>
                        <a:pt x="4750821" y="4958826"/>
                        <a:pt x="4694499" y="5003827"/>
                        <a:pt x="4646224" y="5042398"/>
                      </a:cubicBezTo>
                      <a:cubicBezTo>
                        <a:pt x="4626590" y="5060722"/>
                        <a:pt x="4609536" y="5069075"/>
                        <a:pt x="4598911" y="5085474"/>
                      </a:cubicBezTo>
                      <a:cubicBezTo>
                        <a:pt x="4594406" y="5086436"/>
                        <a:pt x="4594406" y="5086436"/>
                        <a:pt x="4589903" y="5087399"/>
                      </a:cubicBezTo>
                      <a:cubicBezTo>
                        <a:pt x="4585399" y="5088361"/>
                        <a:pt x="4571887" y="5091248"/>
                        <a:pt x="4552253" y="5109571"/>
                      </a:cubicBezTo>
                      <a:cubicBezTo>
                        <a:pt x="4544207" y="5115999"/>
                        <a:pt x="4532619" y="5127895"/>
                        <a:pt x="4524573" y="5134323"/>
                      </a:cubicBezTo>
                      <a:cubicBezTo>
                        <a:pt x="4486923" y="5156496"/>
                        <a:pt x="4440266" y="5180593"/>
                        <a:pt x="4429640" y="5196992"/>
                      </a:cubicBezTo>
                      <a:cubicBezTo>
                        <a:pt x="4435761" y="5181555"/>
                        <a:pt x="4387486" y="5220127"/>
                        <a:pt x="4375898" y="5232021"/>
                      </a:cubicBezTo>
                      <a:cubicBezTo>
                        <a:pt x="4356919" y="5231366"/>
                        <a:pt x="4330202" y="5260623"/>
                        <a:pt x="4295132" y="5272825"/>
                      </a:cubicBezTo>
                      <a:cubicBezTo>
                        <a:pt x="4290628" y="5273788"/>
                        <a:pt x="4297056" y="5281833"/>
                        <a:pt x="4283544" y="5284720"/>
                      </a:cubicBezTo>
                      <a:cubicBezTo>
                        <a:pt x="4273574" y="5282140"/>
                        <a:pt x="4243970" y="5297885"/>
                        <a:pt x="4249436" y="5301426"/>
                      </a:cubicBezTo>
                      <a:cubicBezTo>
                        <a:pt x="4233999" y="5295305"/>
                        <a:pt x="4210824" y="5319095"/>
                        <a:pt x="4200853" y="5316515"/>
                      </a:cubicBezTo>
                      <a:cubicBezTo>
                        <a:pt x="4202778" y="5325523"/>
                        <a:pt x="4199237" y="5330989"/>
                        <a:pt x="4195695" y="5336456"/>
                      </a:cubicBezTo>
                      <a:cubicBezTo>
                        <a:pt x="4187648" y="5342885"/>
                        <a:pt x="4183145" y="5343847"/>
                        <a:pt x="4175098" y="5350275"/>
                      </a:cubicBezTo>
                      <a:cubicBezTo>
                        <a:pt x="4145495" y="5366020"/>
                        <a:pt x="4105921" y="5379184"/>
                        <a:pt x="4070850" y="5391386"/>
                      </a:cubicBezTo>
                      <a:cubicBezTo>
                        <a:pt x="4061841" y="5393311"/>
                        <a:pt x="4051871" y="5390731"/>
                        <a:pt x="4051871" y="5390731"/>
                      </a:cubicBezTo>
                      <a:cubicBezTo>
                        <a:pt x="4048329" y="5396198"/>
                        <a:pt x="4043825" y="5397160"/>
                        <a:pt x="4040284" y="5402627"/>
                      </a:cubicBezTo>
                      <a:cubicBezTo>
                        <a:pt x="4035780" y="5403589"/>
                        <a:pt x="4035780" y="5403589"/>
                        <a:pt x="4035780" y="5403589"/>
                      </a:cubicBezTo>
                      <a:cubicBezTo>
                        <a:pt x="4002326" y="5401316"/>
                        <a:pt x="3960173" y="5424451"/>
                        <a:pt x="3926065" y="5441158"/>
                      </a:cubicBezTo>
                      <a:cubicBezTo>
                        <a:pt x="3925102" y="5436653"/>
                        <a:pt x="3925102" y="5436653"/>
                        <a:pt x="3925102" y="5436653"/>
                      </a:cubicBezTo>
                      <a:cubicBezTo>
                        <a:pt x="3910628" y="5435036"/>
                        <a:pt x="3909973" y="5454015"/>
                        <a:pt x="3902581" y="5441465"/>
                      </a:cubicBezTo>
                      <a:cubicBezTo>
                        <a:pt x="3880062" y="5446276"/>
                        <a:pt x="3895498" y="5452397"/>
                        <a:pt x="3877482" y="5456246"/>
                      </a:cubicBezTo>
                      <a:cubicBezTo>
                        <a:pt x="3876520" y="5451743"/>
                        <a:pt x="3867512" y="5453667"/>
                        <a:pt x="3862045" y="5450125"/>
                      </a:cubicBezTo>
                      <a:cubicBezTo>
                        <a:pt x="3845953" y="5462982"/>
                        <a:pt x="3827937" y="5466831"/>
                        <a:pt x="3804454" y="5467139"/>
                      </a:cubicBezTo>
                      <a:cubicBezTo>
                        <a:pt x="3798333" y="5482576"/>
                        <a:pt x="3769384" y="5479341"/>
                        <a:pt x="3761338" y="5485770"/>
                      </a:cubicBezTo>
                      <a:cubicBezTo>
                        <a:pt x="3760376" y="5481265"/>
                        <a:pt x="3755871" y="5482228"/>
                        <a:pt x="3755871" y="5482228"/>
                      </a:cubicBezTo>
                      <a:cubicBezTo>
                        <a:pt x="3730772" y="5497010"/>
                        <a:pt x="3707289" y="5497317"/>
                        <a:pt x="3684769" y="5502128"/>
                      </a:cubicBezTo>
                      <a:cubicBezTo>
                        <a:pt x="3680264" y="5503091"/>
                        <a:pt x="3675760" y="5504053"/>
                        <a:pt x="3675760" y="5504053"/>
                      </a:cubicBezTo>
                      <a:cubicBezTo>
                        <a:pt x="3674798" y="5499549"/>
                        <a:pt x="3674798" y="5499549"/>
                        <a:pt x="3674798" y="5499549"/>
                      </a:cubicBezTo>
                      <a:cubicBezTo>
                        <a:pt x="3673836" y="5495045"/>
                        <a:pt x="3669332" y="5496007"/>
                        <a:pt x="3669332" y="5496007"/>
                      </a:cubicBezTo>
                      <a:cubicBezTo>
                        <a:pt x="3664828" y="5496970"/>
                        <a:pt x="3665790" y="5501473"/>
                        <a:pt x="3665790" y="5501473"/>
                      </a:cubicBezTo>
                      <a:cubicBezTo>
                        <a:pt x="3651316" y="5499856"/>
                        <a:pt x="3640691" y="5516255"/>
                        <a:pt x="3618170" y="5521067"/>
                      </a:cubicBezTo>
                      <a:cubicBezTo>
                        <a:pt x="3635224" y="5512713"/>
                        <a:pt x="3606275" y="5509479"/>
                        <a:pt x="3602733" y="5514945"/>
                      </a:cubicBezTo>
                      <a:cubicBezTo>
                        <a:pt x="3611741" y="5513020"/>
                        <a:pt x="3612703" y="5517525"/>
                        <a:pt x="3603695" y="5519449"/>
                      </a:cubicBezTo>
                      <a:cubicBezTo>
                        <a:pt x="3607237" y="5513983"/>
                        <a:pt x="3589221" y="5517832"/>
                        <a:pt x="3584717" y="5518794"/>
                      </a:cubicBezTo>
                      <a:cubicBezTo>
                        <a:pt x="3586641" y="5527803"/>
                        <a:pt x="3575709" y="5520718"/>
                        <a:pt x="3558655" y="5529072"/>
                      </a:cubicBezTo>
                      <a:cubicBezTo>
                        <a:pt x="3570242" y="5517177"/>
                        <a:pt x="3544180" y="5527455"/>
                        <a:pt x="3531630" y="5534846"/>
                      </a:cubicBezTo>
                      <a:cubicBezTo>
                        <a:pt x="3527126" y="5535808"/>
                        <a:pt x="3527126" y="5535808"/>
                        <a:pt x="3521660" y="5532266"/>
                      </a:cubicBezTo>
                      <a:cubicBezTo>
                        <a:pt x="3517155" y="5533228"/>
                        <a:pt x="3512651" y="5534191"/>
                        <a:pt x="3507186" y="5530649"/>
                      </a:cubicBezTo>
                      <a:cubicBezTo>
                        <a:pt x="3507186" y="5530649"/>
                        <a:pt x="3502681" y="5531612"/>
                        <a:pt x="3502681" y="5531612"/>
                      </a:cubicBezTo>
                      <a:cubicBezTo>
                        <a:pt x="3474695" y="5532881"/>
                        <a:pt x="3448632" y="5543159"/>
                        <a:pt x="3424187" y="5538962"/>
                      </a:cubicBezTo>
                      <a:cubicBezTo>
                        <a:pt x="3399087" y="5553744"/>
                        <a:pt x="3349235" y="5540846"/>
                        <a:pt x="3328639" y="5554666"/>
                      </a:cubicBezTo>
                      <a:cubicBezTo>
                        <a:pt x="3324136" y="5555628"/>
                        <a:pt x="3324136" y="5555628"/>
                        <a:pt x="3319631" y="5556591"/>
                      </a:cubicBezTo>
                      <a:cubicBezTo>
                        <a:pt x="3318669" y="5552086"/>
                        <a:pt x="3318669" y="5552086"/>
                        <a:pt x="3314165" y="5553049"/>
                      </a:cubicBezTo>
                      <a:cubicBezTo>
                        <a:pt x="3314165" y="5553049"/>
                        <a:pt x="3309661" y="5554011"/>
                        <a:pt x="3309661" y="5554011"/>
                      </a:cubicBezTo>
                      <a:cubicBezTo>
                        <a:pt x="3304195" y="5550469"/>
                        <a:pt x="3286178" y="5554318"/>
                        <a:pt x="3282636" y="5559784"/>
                      </a:cubicBezTo>
                      <a:cubicBezTo>
                        <a:pt x="3282636" y="5559784"/>
                        <a:pt x="3278132" y="5560747"/>
                        <a:pt x="3278132" y="5560747"/>
                      </a:cubicBezTo>
                      <a:cubicBezTo>
                        <a:pt x="3272666" y="5557205"/>
                        <a:pt x="3272666" y="5557205"/>
                        <a:pt x="3272666" y="5557205"/>
                      </a:cubicBezTo>
                      <a:cubicBezTo>
                        <a:pt x="3268162" y="5558167"/>
                        <a:pt x="3268162" y="5558167"/>
                        <a:pt x="3268162" y="5558167"/>
                      </a:cubicBezTo>
                      <a:cubicBezTo>
                        <a:pt x="3254650" y="5561054"/>
                        <a:pt x="3240175" y="5559437"/>
                        <a:pt x="3231167" y="5561362"/>
                      </a:cubicBezTo>
                      <a:cubicBezTo>
                        <a:pt x="3231167" y="5561362"/>
                        <a:pt x="3225701" y="5557820"/>
                        <a:pt x="3221197" y="5558782"/>
                      </a:cubicBezTo>
                      <a:cubicBezTo>
                        <a:pt x="3222159" y="5563286"/>
                        <a:pt x="3197714" y="5559089"/>
                        <a:pt x="3192247" y="5555548"/>
                      </a:cubicBezTo>
                      <a:cubicBezTo>
                        <a:pt x="3193209" y="5560051"/>
                        <a:pt x="3193209" y="5560051"/>
                        <a:pt x="3193209" y="5560051"/>
                      </a:cubicBezTo>
                      <a:cubicBezTo>
                        <a:pt x="3188706" y="5561013"/>
                        <a:pt x="3188706" y="5561013"/>
                        <a:pt x="3183239" y="5557472"/>
                      </a:cubicBezTo>
                      <a:cubicBezTo>
                        <a:pt x="3189996" y="5556029"/>
                        <a:pt x="3190881" y="5554662"/>
                        <a:pt x="3189836" y="5552530"/>
                      </a:cubicBezTo>
                      <a:lnTo>
                        <a:pt x="3185794" y="5544792"/>
                      </a:lnTo>
                      <a:lnTo>
                        <a:pt x="3199331" y="5544615"/>
                      </a:lnTo>
                      <a:cubicBezTo>
                        <a:pt x="3231822" y="5542383"/>
                        <a:pt x="3296803" y="5537919"/>
                        <a:pt x="3342806" y="5532801"/>
                      </a:cubicBezTo>
                      <a:cubicBezTo>
                        <a:pt x="3467304" y="5520331"/>
                        <a:pt x="3586334" y="5504320"/>
                        <a:pt x="3695394" y="5485729"/>
                      </a:cubicBezTo>
                      <a:cubicBezTo>
                        <a:pt x="3711486" y="5472873"/>
                        <a:pt x="3758451" y="5472258"/>
                        <a:pt x="3771963" y="5469371"/>
                      </a:cubicBezTo>
                      <a:cubicBezTo>
                        <a:pt x="3771963" y="5469371"/>
                        <a:pt x="3780010" y="5462942"/>
                        <a:pt x="3784514" y="5461979"/>
                      </a:cubicBezTo>
                      <a:cubicBezTo>
                        <a:pt x="3784514" y="5461979"/>
                        <a:pt x="3784514" y="5461979"/>
                        <a:pt x="3789017" y="5461017"/>
                      </a:cubicBezTo>
                      <a:cubicBezTo>
                        <a:pt x="3789017" y="5461017"/>
                        <a:pt x="3789017" y="5461017"/>
                        <a:pt x="3798026" y="5459093"/>
                      </a:cubicBezTo>
                      <a:cubicBezTo>
                        <a:pt x="3824088" y="5448816"/>
                        <a:pt x="3856579" y="5446583"/>
                        <a:pt x="3891649" y="5434382"/>
                      </a:cubicBezTo>
                      <a:cubicBezTo>
                        <a:pt x="3923178" y="5427646"/>
                        <a:pt x="3983348" y="5400662"/>
                        <a:pt x="4026464" y="5382030"/>
                      </a:cubicBezTo>
                      <a:cubicBezTo>
                        <a:pt x="4065077" y="5364362"/>
                        <a:pt x="4109155" y="5350235"/>
                        <a:pt x="4129751" y="5336416"/>
                      </a:cubicBezTo>
                      <a:cubicBezTo>
                        <a:pt x="4146805" y="5328062"/>
                        <a:pt x="4135872" y="5320979"/>
                        <a:pt x="4167400" y="5314243"/>
                      </a:cubicBezTo>
                      <a:cubicBezTo>
                        <a:pt x="4168363" y="5318747"/>
                        <a:pt x="4172867" y="5317785"/>
                        <a:pt x="4181875" y="5315860"/>
                      </a:cubicBezTo>
                      <a:cubicBezTo>
                        <a:pt x="4185417" y="5310394"/>
                        <a:pt x="4184455" y="5305890"/>
                        <a:pt x="4197004" y="5298499"/>
                      </a:cubicBezTo>
                      <a:cubicBezTo>
                        <a:pt x="4206013" y="5296574"/>
                        <a:pt x="4219525" y="5293687"/>
                        <a:pt x="4232075" y="5286297"/>
                      </a:cubicBezTo>
                      <a:cubicBezTo>
                        <a:pt x="4274229" y="5263162"/>
                        <a:pt x="4325391" y="5238102"/>
                        <a:pt x="4350491" y="5223321"/>
                      </a:cubicBezTo>
                      <a:cubicBezTo>
                        <a:pt x="4363040" y="5215930"/>
                        <a:pt x="4362078" y="5211426"/>
                        <a:pt x="4370125" y="5204997"/>
                      </a:cubicBezTo>
                      <a:cubicBezTo>
                        <a:pt x="4405195" y="5192795"/>
                        <a:pt x="4449929" y="5159690"/>
                        <a:pt x="4490158" y="5127546"/>
                      </a:cubicBezTo>
                      <a:cubicBezTo>
                        <a:pt x="4531350" y="5099908"/>
                        <a:pt x="4567075" y="5068727"/>
                        <a:pt x="4596679" y="5052983"/>
                      </a:cubicBezTo>
                      <a:cubicBezTo>
                        <a:pt x="4591213" y="5049441"/>
                        <a:pt x="4595717" y="5048479"/>
                        <a:pt x="4603762" y="5042050"/>
                      </a:cubicBezTo>
                      <a:cubicBezTo>
                        <a:pt x="4600220" y="5047517"/>
                        <a:pt x="4601183" y="5052021"/>
                        <a:pt x="4604725" y="5046554"/>
                      </a:cubicBezTo>
                      <a:cubicBezTo>
                        <a:pt x="4608267" y="5041088"/>
                        <a:pt x="4662008" y="5006059"/>
                        <a:pt x="4652038" y="5003479"/>
                      </a:cubicBezTo>
                      <a:cubicBezTo>
                        <a:pt x="4671671" y="4985155"/>
                        <a:pt x="4681642" y="4987735"/>
                        <a:pt x="4681642" y="4987735"/>
                      </a:cubicBezTo>
                      <a:cubicBezTo>
                        <a:pt x="4696772" y="4970374"/>
                        <a:pt x="4680680" y="4983231"/>
                        <a:pt x="4675213" y="4979689"/>
                      </a:cubicBezTo>
                      <a:cubicBezTo>
                        <a:pt x="4694847" y="4961365"/>
                        <a:pt x="4694847" y="4961365"/>
                        <a:pt x="4694847" y="4961365"/>
                      </a:cubicBezTo>
                      <a:cubicBezTo>
                        <a:pt x="4688725" y="4976802"/>
                        <a:pt x="4704817" y="4963945"/>
                        <a:pt x="4709321" y="4962983"/>
                      </a:cubicBezTo>
                      <a:cubicBezTo>
                        <a:pt x="4722527" y="4936614"/>
                        <a:pt x="4769184" y="4912516"/>
                        <a:pt x="4798482" y="4873290"/>
                      </a:cubicBezTo>
                      <a:cubicBezTo>
                        <a:pt x="4802985" y="4872328"/>
                        <a:pt x="4802023" y="4867824"/>
                        <a:pt x="4806527" y="4866861"/>
                      </a:cubicBezTo>
                      <a:cubicBezTo>
                        <a:pt x="4811031" y="4865899"/>
                        <a:pt x="4810069" y="4861394"/>
                        <a:pt x="4810069" y="4861394"/>
                      </a:cubicBezTo>
                      <a:cubicBezTo>
                        <a:pt x="4813611" y="4855929"/>
                        <a:pt x="4809107" y="4856891"/>
                        <a:pt x="4805565" y="4862357"/>
                      </a:cubicBezTo>
                      <a:cubicBezTo>
                        <a:pt x="4805565" y="4862357"/>
                        <a:pt x="4805565" y="4862357"/>
                        <a:pt x="4801060" y="4863319"/>
                      </a:cubicBezTo>
                      <a:cubicBezTo>
                        <a:pt x="4839366" y="4822168"/>
                        <a:pt x="4864466" y="4807386"/>
                        <a:pt x="4898266" y="4767198"/>
                      </a:cubicBezTo>
                      <a:cubicBezTo>
                        <a:pt x="4903733" y="4770740"/>
                        <a:pt x="4907275" y="4765273"/>
                        <a:pt x="4912741" y="4768815"/>
                      </a:cubicBezTo>
                      <a:cubicBezTo>
                        <a:pt x="4958129" y="4716732"/>
                        <a:pt x="5008022" y="4663685"/>
                        <a:pt x="5052449" y="4607097"/>
                      </a:cubicBezTo>
                      <a:cubicBezTo>
                        <a:pt x="5101379" y="4549548"/>
                        <a:pt x="5144843" y="4488456"/>
                        <a:pt x="5184765" y="4432830"/>
                      </a:cubicBezTo>
                      <a:cubicBezTo>
                        <a:pt x="5171252" y="4435717"/>
                        <a:pt x="5159973" y="4471094"/>
                        <a:pt x="5143881" y="4483951"/>
                      </a:cubicBezTo>
                      <a:cubicBezTo>
                        <a:pt x="5144843" y="4488456"/>
                        <a:pt x="5135834" y="4490380"/>
                        <a:pt x="5131330" y="4491343"/>
                      </a:cubicBezTo>
                      <a:cubicBezTo>
                        <a:pt x="5105575" y="4525103"/>
                        <a:pt x="5072737" y="4569796"/>
                        <a:pt x="5037974" y="4605480"/>
                      </a:cubicBezTo>
                      <a:cubicBezTo>
                        <a:pt x="5000631" y="4651135"/>
                        <a:pt x="4959747" y="4702257"/>
                        <a:pt x="4920480" y="4738904"/>
                      </a:cubicBezTo>
                      <a:cubicBezTo>
                        <a:pt x="4915975" y="4739866"/>
                        <a:pt x="4903425" y="4747257"/>
                        <a:pt x="4903425" y="4747257"/>
                      </a:cubicBezTo>
                      <a:cubicBezTo>
                        <a:pt x="4880250" y="4771047"/>
                        <a:pt x="4858037" y="4799341"/>
                        <a:pt x="4838404" y="4817664"/>
                      </a:cubicBezTo>
                      <a:cubicBezTo>
                        <a:pt x="4833899" y="4818627"/>
                        <a:pt x="4837441" y="4813160"/>
                        <a:pt x="4829395" y="4819589"/>
                      </a:cubicBezTo>
                      <a:cubicBezTo>
                        <a:pt x="4833899" y="4818627"/>
                        <a:pt x="4830357" y="4824092"/>
                        <a:pt x="4831320" y="4828597"/>
                      </a:cubicBezTo>
                      <a:cubicBezTo>
                        <a:pt x="4800098" y="4858816"/>
                        <a:pt x="4766953" y="4880026"/>
                        <a:pt x="4739274" y="4904777"/>
                      </a:cubicBezTo>
                      <a:cubicBezTo>
                        <a:pt x="4742815" y="4899312"/>
                        <a:pt x="4747319" y="4898349"/>
                        <a:pt x="4750861" y="4892883"/>
                      </a:cubicBezTo>
                      <a:cubicBezTo>
                        <a:pt x="4769532" y="4870055"/>
                        <a:pt x="4789166" y="4851732"/>
                        <a:pt x="4781119" y="4858161"/>
                      </a:cubicBezTo>
                      <a:cubicBezTo>
                        <a:pt x="4800753" y="4839837"/>
                        <a:pt x="4822966" y="4811543"/>
                        <a:pt x="4838096" y="4794182"/>
                      </a:cubicBezTo>
                      <a:cubicBezTo>
                        <a:pt x="4841638" y="4788716"/>
                        <a:pt x="4841638" y="4788716"/>
                        <a:pt x="4846142" y="4787753"/>
                      </a:cubicBezTo>
                      <a:cubicBezTo>
                        <a:pt x="4843562" y="4797724"/>
                        <a:pt x="4853225" y="4776820"/>
                        <a:pt x="4855150" y="4785829"/>
                      </a:cubicBezTo>
                      <a:cubicBezTo>
                        <a:pt x="4862234" y="4774896"/>
                        <a:pt x="4869317" y="4763963"/>
                        <a:pt x="4872859" y="4758497"/>
                      </a:cubicBezTo>
                      <a:cubicBezTo>
                        <a:pt x="4884447" y="4746602"/>
                        <a:pt x="4892492" y="4740173"/>
                        <a:pt x="4899577" y="4729241"/>
                      </a:cubicBezTo>
                      <a:cubicBezTo>
                        <a:pt x="4919211" y="4710918"/>
                        <a:pt x="4943348" y="4691631"/>
                        <a:pt x="4951393" y="4685203"/>
                      </a:cubicBezTo>
                      <a:cubicBezTo>
                        <a:pt x="4946890" y="4686165"/>
                        <a:pt x="4950431" y="4680699"/>
                        <a:pt x="4950431" y="4680699"/>
                      </a:cubicBezTo>
                      <a:cubicBezTo>
                        <a:pt x="4953973" y="4675232"/>
                        <a:pt x="4957515" y="4669766"/>
                        <a:pt x="4965561" y="4663338"/>
                      </a:cubicBezTo>
                      <a:cubicBezTo>
                        <a:pt x="4965561" y="4663338"/>
                        <a:pt x="4970065" y="4662375"/>
                        <a:pt x="4969103" y="4657871"/>
                      </a:cubicBezTo>
                      <a:cubicBezTo>
                        <a:pt x="4980690" y="4645976"/>
                        <a:pt x="4992278" y="4634082"/>
                        <a:pt x="4999362" y="4623149"/>
                      </a:cubicBezTo>
                      <a:cubicBezTo>
                        <a:pt x="5010949" y="4611254"/>
                        <a:pt x="5023499" y="4603863"/>
                        <a:pt x="5014491" y="4605787"/>
                      </a:cubicBezTo>
                      <a:cubicBezTo>
                        <a:pt x="5025117" y="4589389"/>
                        <a:pt x="5040246" y="4572027"/>
                        <a:pt x="5059879" y="4553704"/>
                      </a:cubicBezTo>
                      <a:cubicBezTo>
                        <a:pt x="5063421" y="4548237"/>
                        <a:pt x="5070506" y="4537305"/>
                        <a:pt x="5078551" y="4530876"/>
                      </a:cubicBezTo>
                      <a:cubicBezTo>
                        <a:pt x="5078551" y="4530876"/>
                        <a:pt x="5083055" y="4529914"/>
                        <a:pt x="5083055" y="4529914"/>
                      </a:cubicBezTo>
                      <a:cubicBezTo>
                        <a:pt x="5082093" y="4525409"/>
                        <a:pt x="5086597" y="4524447"/>
                        <a:pt x="5086597" y="4524447"/>
                      </a:cubicBezTo>
                      <a:cubicBezTo>
                        <a:pt x="5085635" y="4519944"/>
                        <a:pt x="5085635" y="4519944"/>
                        <a:pt x="5085635" y="4519944"/>
                      </a:cubicBezTo>
                      <a:cubicBezTo>
                        <a:pt x="5085635" y="4519944"/>
                        <a:pt x="5085635" y="4519944"/>
                        <a:pt x="5090139" y="4518982"/>
                      </a:cubicBezTo>
                      <a:cubicBezTo>
                        <a:pt x="5115893" y="4485222"/>
                        <a:pt x="5141648" y="4451461"/>
                        <a:pt x="5159358" y="4424129"/>
                      </a:cubicBezTo>
                      <a:cubicBezTo>
                        <a:pt x="5163862" y="4423167"/>
                        <a:pt x="5168365" y="4422205"/>
                        <a:pt x="5167403" y="4417701"/>
                      </a:cubicBezTo>
                      <a:cubicBezTo>
                        <a:pt x="5171907" y="4416738"/>
                        <a:pt x="5171907" y="4416738"/>
                        <a:pt x="5171907" y="4416738"/>
                      </a:cubicBezTo>
                      <a:cubicBezTo>
                        <a:pt x="5171907" y="4416738"/>
                        <a:pt x="5176412" y="4415776"/>
                        <a:pt x="5175450" y="4411272"/>
                      </a:cubicBezTo>
                      <a:cubicBezTo>
                        <a:pt x="5174487" y="4406768"/>
                        <a:pt x="5174487" y="4406768"/>
                        <a:pt x="5174487" y="4406768"/>
                      </a:cubicBezTo>
                      <a:cubicBezTo>
                        <a:pt x="5185113" y="4390369"/>
                        <a:pt x="5210868" y="4356609"/>
                        <a:pt x="5198318" y="4363999"/>
                      </a:cubicBezTo>
                      <a:cubicBezTo>
                        <a:pt x="5198318" y="4363999"/>
                        <a:pt x="5198318" y="4363999"/>
                        <a:pt x="5201860" y="4358534"/>
                      </a:cubicBezTo>
                      <a:cubicBezTo>
                        <a:pt x="5206363" y="4357571"/>
                        <a:pt x="5204439" y="4348563"/>
                        <a:pt x="5204439" y="4348563"/>
                      </a:cubicBezTo>
                      <a:lnTo>
                        <a:pt x="5195619" y="4350447"/>
                      </a:lnTo>
                      <a:lnTo>
                        <a:pt x="5203077" y="4339435"/>
                      </a:lnTo>
                      <a:lnTo>
                        <a:pt x="5204128" y="4325131"/>
                      </a:lnTo>
                      <a:lnTo>
                        <a:pt x="5204204" y="4325020"/>
                      </a:lnTo>
                      <a:lnTo>
                        <a:pt x="5218092" y="4313267"/>
                      </a:lnTo>
                      <a:cubicBezTo>
                        <a:pt x="5221513" y="4307238"/>
                        <a:pt x="5224574" y="4299519"/>
                        <a:pt x="5229887" y="4291321"/>
                      </a:cubicBezTo>
                      <a:cubicBezTo>
                        <a:pt x="5229887" y="4291321"/>
                        <a:pt x="5234391" y="4290358"/>
                        <a:pt x="5234391" y="4290358"/>
                      </a:cubicBezTo>
                      <a:cubicBezTo>
                        <a:pt x="5233429" y="4285854"/>
                        <a:pt x="5237933" y="4284892"/>
                        <a:pt x="5233429" y="4285854"/>
                      </a:cubicBezTo>
                      <a:cubicBezTo>
                        <a:pt x="5233429" y="4285854"/>
                        <a:pt x="5233429" y="4285854"/>
                        <a:pt x="5232466" y="4281350"/>
                      </a:cubicBezTo>
                      <a:cubicBezTo>
                        <a:pt x="5236008" y="4275884"/>
                        <a:pt x="5240512" y="4274922"/>
                        <a:pt x="5245016" y="4273959"/>
                      </a:cubicBezTo>
                      <a:cubicBezTo>
                        <a:pt x="5241474" y="4279425"/>
                        <a:pt x="5241474" y="4279425"/>
                        <a:pt x="5241474" y="4279425"/>
                      </a:cubicBezTo>
                      <a:cubicBezTo>
                        <a:pt x="5237933" y="4284892"/>
                        <a:pt x="5238895" y="4289396"/>
                        <a:pt x="5238895" y="4289396"/>
                      </a:cubicBezTo>
                      <a:cubicBezTo>
                        <a:pt x="5243399" y="4288434"/>
                        <a:pt x="5247903" y="4287471"/>
                        <a:pt x="5246941" y="4282967"/>
                      </a:cubicBezTo>
                      <a:cubicBezTo>
                        <a:pt x="5251445" y="4282005"/>
                        <a:pt x="5251445" y="4282005"/>
                        <a:pt x="5251445" y="4282005"/>
                      </a:cubicBezTo>
                      <a:cubicBezTo>
                        <a:pt x="5252407" y="4286509"/>
                        <a:pt x="5232773" y="4304833"/>
                        <a:pt x="5238240" y="4308374"/>
                      </a:cubicBezTo>
                      <a:cubicBezTo>
                        <a:pt x="5269153" y="4254673"/>
                        <a:pt x="5312618" y="4193582"/>
                        <a:pt x="5347073" y="4134414"/>
                      </a:cubicBezTo>
                      <a:cubicBezTo>
                        <a:pt x="5350615" y="4128948"/>
                        <a:pt x="5353195" y="4118977"/>
                        <a:pt x="5356737" y="4113510"/>
                      </a:cubicBezTo>
                      <a:cubicBezTo>
                        <a:pt x="5355775" y="4109007"/>
                        <a:pt x="5356737" y="4113510"/>
                        <a:pt x="5360278" y="4108045"/>
                      </a:cubicBezTo>
                      <a:cubicBezTo>
                        <a:pt x="5387651" y="4059810"/>
                        <a:pt x="5416641" y="3997101"/>
                        <a:pt x="5440163" y="3930850"/>
                      </a:cubicBezTo>
                      <a:cubicBezTo>
                        <a:pt x="5443705" y="3925383"/>
                        <a:pt x="5448209" y="3924421"/>
                        <a:pt x="5447247" y="3919918"/>
                      </a:cubicBezTo>
                      <a:cubicBezTo>
                        <a:pt x="5448209" y="3924421"/>
                        <a:pt x="5449172" y="3928925"/>
                        <a:pt x="5441125" y="3935354"/>
                      </a:cubicBezTo>
                      <a:cubicBezTo>
                        <a:pt x="5445630" y="3934392"/>
                        <a:pt x="5446592" y="3938895"/>
                        <a:pt x="5443050" y="3944362"/>
                      </a:cubicBezTo>
                      <a:cubicBezTo>
                        <a:pt x="5437584" y="3940820"/>
                        <a:pt x="5436929" y="3959799"/>
                        <a:pt x="5437891" y="3964303"/>
                      </a:cubicBezTo>
                      <a:cubicBezTo>
                        <a:pt x="5437891" y="3964303"/>
                        <a:pt x="5433387" y="3965265"/>
                        <a:pt x="5434349" y="3969770"/>
                      </a:cubicBezTo>
                      <a:cubicBezTo>
                        <a:pt x="5434349" y="3969770"/>
                        <a:pt x="5435311" y="3974273"/>
                        <a:pt x="5435311" y="3974273"/>
                      </a:cubicBezTo>
                      <a:cubicBezTo>
                        <a:pt x="5433694" y="3988747"/>
                        <a:pt x="5422414" y="4024125"/>
                        <a:pt x="5425955" y="4018659"/>
                      </a:cubicBezTo>
                      <a:cubicBezTo>
                        <a:pt x="5424993" y="4014155"/>
                        <a:pt x="5429498" y="4013193"/>
                        <a:pt x="5428535" y="4008688"/>
                      </a:cubicBezTo>
                      <a:cubicBezTo>
                        <a:pt x="5429498" y="4013193"/>
                        <a:pt x="5430460" y="4017697"/>
                        <a:pt x="5430460" y="4017697"/>
                      </a:cubicBezTo>
                      <a:cubicBezTo>
                        <a:pt x="5430460" y="4017697"/>
                        <a:pt x="5434964" y="4016735"/>
                        <a:pt x="5438505" y="4011268"/>
                      </a:cubicBezTo>
                      <a:cubicBezTo>
                        <a:pt x="5438505" y="4011268"/>
                        <a:pt x="5438505" y="4011268"/>
                        <a:pt x="5439468" y="4015773"/>
                      </a:cubicBezTo>
                      <a:cubicBezTo>
                        <a:pt x="5439468" y="4015773"/>
                        <a:pt x="5434964" y="4016735"/>
                        <a:pt x="5435926" y="4021238"/>
                      </a:cubicBezTo>
                      <a:cubicBezTo>
                        <a:pt x="5435926" y="4021238"/>
                        <a:pt x="5435926" y="4021238"/>
                        <a:pt x="5436889" y="4025742"/>
                      </a:cubicBezTo>
                      <a:cubicBezTo>
                        <a:pt x="5430767" y="4041179"/>
                        <a:pt x="5428188" y="4051149"/>
                        <a:pt x="5429150" y="4055653"/>
                      </a:cubicBezTo>
                      <a:cubicBezTo>
                        <a:pt x="5430112" y="4060158"/>
                        <a:pt x="5430112" y="4060158"/>
                        <a:pt x="5430112" y="4060158"/>
                      </a:cubicBezTo>
                      <a:cubicBezTo>
                        <a:pt x="5430112" y="4060158"/>
                        <a:pt x="5430112" y="4060158"/>
                        <a:pt x="5433654" y="4054691"/>
                      </a:cubicBezTo>
                      <a:cubicBezTo>
                        <a:pt x="5430112" y="4060158"/>
                        <a:pt x="5434616" y="4059196"/>
                        <a:pt x="5438158" y="4053729"/>
                      </a:cubicBezTo>
                      <a:cubicBezTo>
                        <a:pt x="5422373" y="4090069"/>
                        <a:pt x="5418177" y="4114514"/>
                        <a:pt x="5410438" y="4144425"/>
                      </a:cubicBezTo>
                      <a:cubicBezTo>
                        <a:pt x="5401737" y="4169832"/>
                        <a:pt x="5393036" y="4195239"/>
                        <a:pt x="5377252" y="4231578"/>
                      </a:cubicBezTo>
                      <a:cubicBezTo>
                        <a:pt x="5380794" y="4226112"/>
                        <a:pt x="5381756" y="4230616"/>
                        <a:pt x="5378214" y="4236082"/>
                      </a:cubicBezTo>
                      <a:cubicBezTo>
                        <a:pt x="5378214" y="4236082"/>
                        <a:pt x="5378214" y="4236082"/>
                        <a:pt x="5373710" y="4237045"/>
                      </a:cubicBezTo>
                      <a:cubicBezTo>
                        <a:pt x="5373710" y="4237045"/>
                        <a:pt x="5374672" y="4241549"/>
                        <a:pt x="5374672" y="4241549"/>
                      </a:cubicBezTo>
                      <a:cubicBezTo>
                        <a:pt x="5371130" y="4247016"/>
                        <a:pt x="5371130" y="4247016"/>
                        <a:pt x="5371130" y="4247016"/>
                      </a:cubicBezTo>
                      <a:cubicBezTo>
                        <a:pt x="5365009" y="4262452"/>
                        <a:pt x="5365009" y="4262452"/>
                        <a:pt x="5365009" y="4262452"/>
                      </a:cubicBezTo>
                      <a:cubicBezTo>
                        <a:pt x="5369513" y="4261490"/>
                        <a:pt x="5365971" y="4266956"/>
                        <a:pt x="5366934" y="4271460"/>
                      </a:cubicBezTo>
                      <a:cubicBezTo>
                        <a:pt x="5374017" y="4260528"/>
                        <a:pt x="5369513" y="4261490"/>
                        <a:pt x="5372092" y="4251519"/>
                      </a:cubicBezTo>
                      <a:cubicBezTo>
                        <a:pt x="5372092" y="4251519"/>
                        <a:pt x="5376597" y="4250557"/>
                        <a:pt x="5376597" y="4250557"/>
                      </a:cubicBezTo>
                      <a:cubicBezTo>
                        <a:pt x="5376597" y="4250557"/>
                        <a:pt x="5376597" y="4250557"/>
                        <a:pt x="5377559" y="4255061"/>
                      </a:cubicBezTo>
                      <a:cubicBezTo>
                        <a:pt x="5382063" y="4254099"/>
                        <a:pt x="5381101" y="4249594"/>
                        <a:pt x="5381101" y="4249594"/>
                      </a:cubicBezTo>
                      <a:cubicBezTo>
                        <a:pt x="5381101" y="4249594"/>
                        <a:pt x="5380139" y="4245091"/>
                        <a:pt x="5380139" y="4245091"/>
                      </a:cubicBezTo>
                      <a:cubicBezTo>
                        <a:pt x="5383681" y="4239624"/>
                        <a:pt x="5383681" y="4239624"/>
                        <a:pt x="5383681" y="4239624"/>
                      </a:cubicBezTo>
                      <a:cubicBezTo>
                        <a:pt x="5387222" y="4234158"/>
                        <a:pt x="5384335" y="4220646"/>
                        <a:pt x="5389802" y="4224188"/>
                      </a:cubicBezTo>
                      <a:cubicBezTo>
                        <a:pt x="5397847" y="4217759"/>
                        <a:pt x="5384335" y="4220646"/>
                        <a:pt x="5387877" y="4215179"/>
                      </a:cubicBezTo>
                      <a:cubicBezTo>
                        <a:pt x="5391419" y="4209714"/>
                        <a:pt x="5392381" y="4214217"/>
                        <a:pt x="5396885" y="4213255"/>
                      </a:cubicBezTo>
                      <a:cubicBezTo>
                        <a:pt x="5399465" y="4203285"/>
                        <a:pt x="5403662" y="4178840"/>
                        <a:pt x="5403662" y="4178840"/>
                      </a:cubicBezTo>
                      <a:cubicBezTo>
                        <a:pt x="5408821" y="4158899"/>
                        <a:pt x="5425568" y="4127064"/>
                        <a:pt x="5428147" y="4117093"/>
                      </a:cubicBezTo>
                      <a:cubicBezTo>
                        <a:pt x="5431689" y="4111627"/>
                        <a:pt x="5428147" y="4117093"/>
                        <a:pt x="5423643" y="4118055"/>
                      </a:cubicBezTo>
                      <a:cubicBezTo>
                        <a:pt x="5428147" y="4117093"/>
                        <a:pt x="5430726" y="4107123"/>
                        <a:pt x="5430726" y="4107123"/>
                      </a:cubicBezTo>
                      <a:cubicBezTo>
                        <a:pt x="5430726" y="4107123"/>
                        <a:pt x="5428802" y="4098114"/>
                        <a:pt x="5428802" y="4098114"/>
                      </a:cubicBezTo>
                      <a:cubicBezTo>
                        <a:pt x="5432344" y="4092649"/>
                        <a:pt x="5434269" y="4101656"/>
                        <a:pt x="5433306" y="4097152"/>
                      </a:cubicBezTo>
                      <a:cubicBezTo>
                        <a:pt x="5441352" y="4090724"/>
                        <a:pt x="5430419" y="4083640"/>
                        <a:pt x="5440389" y="4086220"/>
                      </a:cubicBezTo>
                      <a:cubicBezTo>
                        <a:pt x="5441045" y="4067241"/>
                        <a:pt x="5446859" y="4028322"/>
                        <a:pt x="5458446" y="4016427"/>
                      </a:cubicBezTo>
                      <a:cubicBezTo>
                        <a:pt x="5459408" y="4020931"/>
                        <a:pt x="5454905" y="4021893"/>
                        <a:pt x="5449438" y="4018351"/>
                      </a:cubicBezTo>
                      <a:cubicBezTo>
                        <a:pt x="5465222" y="3982012"/>
                        <a:pt x="5481663" y="3926694"/>
                        <a:pt x="5482318" y="3907715"/>
                      </a:cubicBezTo>
                      <a:cubicBezTo>
                        <a:pt x="5484897" y="3897745"/>
                        <a:pt x="5510344" y="3840502"/>
                        <a:pt x="5505533" y="3817982"/>
                      </a:cubicBezTo>
                      <a:cubicBezTo>
                        <a:pt x="5508113" y="3808011"/>
                        <a:pt x="5505533" y="3817982"/>
                        <a:pt x="5510038" y="3817020"/>
                      </a:cubicBezTo>
                      <a:cubicBezTo>
                        <a:pt x="5507151" y="3803507"/>
                        <a:pt x="5519393" y="3772634"/>
                        <a:pt x="5525514" y="3757197"/>
                      </a:cubicBezTo>
                      <a:cubicBezTo>
                        <a:pt x="5525514" y="3757197"/>
                        <a:pt x="5522935" y="3767168"/>
                        <a:pt x="5528401" y="3770709"/>
                      </a:cubicBezTo>
                      <a:cubicBezTo>
                        <a:pt x="5530674" y="3737256"/>
                        <a:pt x="5528094" y="3747227"/>
                        <a:pt x="5520048" y="3753656"/>
                      </a:cubicBezTo>
                      <a:cubicBezTo>
                        <a:pt x="5530366" y="3713774"/>
                        <a:pt x="5529404" y="3709270"/>
                        <a:pt x="5543571" y="3687405"/>
                      </a:cubicBezTo>
                      <a:cubicBezTo>
                        <a:pt x="5543571" y="3687405"/>
                        <a:pt x="5547113" y="3681939"/>
                        <a:pt x="5547113" y="3681939"/>
                      </a:cubicBezTo>
                      <a:cubicBezTo>
                        <a:pt x="5547113" y="3681939"/>
                        <a:pt x="5547113" y="3681939"/>
                        <a:pt x="5546151" y="3677434"/>
                      </a:cubicBezTo>
                      <a:cubicBezTo>
                        <a:pt x="5546151" y="3677434"/>
                        <a:pt x="5541647" y="3678397"/>
                        <a:pt x="5541647" y="3678397"/>
                      </a:cubicBezTo>
                      <a:cubicBezTo>
                        <a:pt x="5541647" y="3678397"/>
                        <a:pt x="5540684" y="3673892"/>
                        <a:pt x="5544226" y="3668427"/>
                      </a:cubicBezTo>
                      <a:cubicBezTo>
                        <a:pt x="5544226" y="3668427"/>
                        <a:pt x="5544226" y="3668427"/>
                        <a:pt x="5545189" y="3672930"/>
                      </a:cubicBezTo>
                      <a:cubicBezTo>
                        <a:pt x="5545189" y="3672930"/>
                        <a:pt x="5545189" y="3672930"/>
                        <a:pt x="5549693" y="3671968"/>
                      </a:cubicBezTo>
                      <a:cubicBezTo>
                        <a:pt x="5548731" y="3667464"/>
                        <a:pt x="5548731" y="3667464"/>
                        <a:pt x="5547768" y="3662960"/>
                      </a:cubicBezTo>
                      <a:cubicBezTo>
                        <a:pt x="5551310" y="3657493"/>
                        <a:pt x="5551310" y="3657493"/>
                        <a:pt x="5551310" y="3657493"/>
                      </a:cubicBezTo>
                      <a:cubicBezTo>
                        <a:pt x="5554852" y="3652028"/>
                        <a:pt x="5559049" y="3627582"/>
                        <a:pt x="5548423" y="3643981"/>
                      </a:cubicBezTo>
                      <a:cubicBezTo>
                        <a:pt x="5551965" y="3638516"/>
                        <a:pt x="5551965" y="3638516"/>
                        <a:pt x="5551003" y="3634011"/>
                      </a:cubicBezTo>
                      <a:cubicBezTo>
                        <a:pt x="5551003" y="3634011"/>
                        <a:pt x="5546498" y="3634974"/>
                        <a:pt x="5547461" y="3639478"/>
                      </a:cubicBezTo>
                      <a:cubicBezTo>
                        <a:pt x="5547461" y="3639478"/>
                        <a:pt x="5542957" y="3640440"/>
                        <a:pt x="5543919" y="3644943"/>
                      </a:cubicBezTo>
                      <a:cubicBezTo>
                        <a:pt x="5542957" y="3640440"/>
                        <a:pt x="5541995" y="3635936"/>
                        <a:pt x="5541995" y="3635936"/>
                      </a:cubicBezTo>
                      <a:cubicBezTo>
                        <a:pt x="5545536" y="3630469"/>
                        <a:pt x="5548116" y="3620499"/>
                        <a:pt x="5549733" y="3606025"/>
                      </a:cubicBezTo>
                      <a:cubicBezTo>
                        <a:pt x="5554892" y="3586084"/>
                        <a:pt x="5560052" y="3566143"/>
                        <a:pt x="5561668" y="3551669"/>
                      </a:cubicBezTo>
                      <a:cubicBezTo>
                        <a:pt x="5560706" y="3547164"/>
                        <a:pt x="5565210" y="3546202"/>
                        <a:pt x="5565210" y="3546202"/>
                      </a:cubicBezTo>
                      <a:cubicBezTo>
                        <a:pt x="5565210" y="3546202"/>
                        <a:pt x="5564248" y="3541699"/>
                        <a:pt x="5564248" y="3541699"/>
                      </a:cubicBezTo>
                      <a:cubicBezTo>
                        <a:pt x="5562323" y="3532690"/>
                        <a:pt x="5564903" y="3522720"/>
                        <a:pt x="5568445" y="3517253"/>
                      </a:cubicBezTo>
                      <a:cubicBezTo>
                        <a:pt x="5567483" y="3512750"/>
                        <a:pt x="5570062" y="3502779"/>
                        <a:pt x="5569100" y="3498276"/>
                      </a:cubicBezTo>
                      <a:cubicBezTo>
                        <a:pt x="5571679" y="3488305"/>
                        <a:pt x="5577801" y="3472868"/>
                        <a:pt x="5580380" y="3462898"/>
                      </a:cubicBezTo>
                      <a:cubicBezTo>
                        <a:pt x="5584885" y="3461936"/>
                        <a:pt x="5584885" y="3461936"/>
                        <a:pt x="5584885" y="3461936"/>
                      </a:cubicBezTo>
                      <a:cubicBezTo>
                        <a:pt x="5583922" y="3457431"/>
                        <a:pt x="5583922" y="3457431"/>
                        <a:pt x="5582960" y="3452927"/>
                      </a:cubicBezTo>
                      <a:cubicBezTo>
                        <a:pt x="5586502" y="3447461"/>
                        <a:pt x="5581998" y="3448424"/>
                        <a:pt x="5581998" y="3448424"/>
                      </a:cubicBezTo>
                      <a:cubicBezTo>
                        <a:pt x="5578456" y="3453889"/>
                        <a:pt x="5578456" y="3453889"/>
                        <a:pt x="5578456" y="3453889"/>
                      </a:cubicBezTo>
                      <a:cubicBezTo>
                        <a:pt x="5581035" y="3443919"/>
                        <a:pt x="5591661" y="3427520"/>
                        <a:pt x="5585232" y="3419474"/>
                      </a:cubicBezTo>
                      <a:cubicBezTo>
                        <a:pt x="5589736" y="3418512"/>
                        <a:pt x="5589736" y="3418512"/>
                        <a:pt x="5588774" y="3414008"/>
                      </a:cubicBezTo>
                      <a:cubicBezTo>
                        <a:pt x="5592316" y="3408542"/>
                        <a:pt x="5587812" y="3409504"/>
                        <a:pt x="5587812" y="3409504"/>
                      </a:cubicBezTo>
                      <a:cubicBezTo>
                        <a:pt x="5593934" y="3394067"/>
                        <a:pt x="5582038" y="3382480"/>
                        <a:pt x="5590084" y="3376051"/>
                      </a:cubicBezTo>
                      <a:cubicBezTo>
                        <a:pt x="5591047" y="3380555"/>
                        <a:pt x="5591047" y="3380555"/>
                        <a:pt x="5591047" y="3380555"/>
                      </a:cubicBezTo>
                      <a:cubicBezTo>
                        <a:pt x="5588467" y="3390525"/>
                        <a:pt x="5589429" y="3395030"/>
                        <a:pt x="5593934" y="3394067"/>
                      </a:cubicBezTo>
                      <a:cubicBezTo>
                        <a:pt x="5593934" y="3394067"/>
                        <a:pt x="5597475" y="3388601"/>
                        <a:pt x="5596512" y="3384097"/>
                      </a:cubicBezTo>
                      <a:cubicBezTo>
                        <a:pt x="5600054" y="3378631"/>
                        <a:pt x="5600054" y="3378631"/>
                        <a:pt x="5600054" y="3378631"/>
                      </a:cubicBezTo>
                      <a:cubicBezTo>
                        <a:pt x="5609062" y="3376706"/>
                        <a:pt x="5607446" y="3391181"/>
                        <a:pt x="5599399" y="3397610"/>
                      </a:cubicBezTo>
                      <a:cubicBezTo>
                        <a:pt x="5607446" y="3391181"/>
                        <a:pt x="5607752" y="3414663"/>
                        <a:pt x="5609370" y="3400188"/>
                      </a:cubicBezTo>
                      <a:cubicBezTo>
                        <a:pt x="5598437" y="3393105"/>
                        <a:pt x="5624500" y="3382827"/>
                        <a:pt x="5616146" y="3365773"/>
                      </a:cubicBezTo>
                      <a:cubicBezTo>
                        <a:pt x="5619688" y="3360307"/>
                        <a:pt x="5619688" y="3360307"/>
                        <a:pt x="5619688" y="3360307"/>
                      </a:cubicBezTo>
                      <a:cubicBezTo>
                        <a:pt x="5619688" y="3360307"/>
                        <a:pt x="5618726" y="3355803"/>
                        <a:pt x="5618726" y="3355803"/>
                      </a:cubicBezTo>
                      <a:cubicBezTo>
                        <a:pt x="5622267" y="3350336"/>
                        <a:pt x="5617764" y="3351299"/>
                        <a:pt x="5617764" y="3351299"/>
                      </a:cubicBezTo>
                      <a:cubicBezTo>
                        <a:pt x="5618726" y="3355803"/>
                        <a:pt x="5614222" y="3356765"/>
                        <a:pt x="5614222" y="3356765"/>
                      </a:cubicBezTo>
                      <a:cubicBezTo>
                        <a:pt x="5613259" y="3352261"/>
                        <a:pt x="5615839" y="3342291"/>
                        <a:pt x="5611335" y="3343253"/>
                      </a:cubicBezTo>
                      <a:cubicBezTo>
                        <a:pt x="5607793" y="3348720"/>
                        <a:pt x="5610373" y="3338749"/>
                        <a:pt x="5605868" y="3339711"/>
                      </a:cubicBezTo>
                      <a:cubicBezTo>
                        <a:pt x="5603289" y="3349682"/>
                        <a:pt x="5604251" y="3354186"/>
                        <a:pt x="5601672" y="3364156"/>
                      </a:cubicBezTo>
                      <a:cubicBezTo>
                        <a:pt x="5600710" y="3359652"/>
                        <a:pt x="5600710" y="3359652"/>
                        <a:pt x="5600710" y="3359652"/>
                      </a:cubicBezTo>
                      <a:cubicBezTo>
                        <a:pt x="5599747" y="3355148"/>
                        <a:pt x="5598785" y="3350644"/>
                        <a:pt x="5594281" y="3351607"/>
                      </a:cubicBezTo>
                      <a:lnTo>
                        <a:pt x="5592057" y="3360201"/>
                      </a:lnTo>
                      <a:lnTo>
                        <a:pt x="5590783" y="3351765"/>
                      </a:lnTo>
                      <a:cubicBezTo>
                        <a:pt x="5591712" y="3345091"/>
                        <a:pt x="5593646" y="3337613"/>
                        <a:pt x="5593974" y="3328124"/>
                      </a:cubicBezTo>
                      <a:cubicBezTo>
                        <a:pt x="5581731" y="3358997"/>
                        <a:pt x="5588507" y="3324583"/>
                        <a:pt x="5577575" y="3317498"/>
                      </a:cubicBezTo>
                      <a:cubicBezTo>
                        <a:pt x="5581116" y="3312032"/>
                        <a:pt x="5583041" y="3321040"/>
                        <a:pt x="5583041" y="3321040"/>
                      </a:cubicBezTo>
                      <a:cubicBezTo>
                        <a:pt x="5587545" y="3320078"/>
                        <a:pt x="5587545" y="3320078"/>
                        <a:pt x="5587545" y="3320078"/>
                      </a:cubicBezTo>
                      <a:cubicBezTo>
                        <a:pt x="5588507" y="3324583"/>
                        <a:pt x="5588507" y="3324583"/>
                        <a:pt x="5592049" y="3319116"/>
                      </a:cubicBezTo>
                      <a:cubicBezTo>
                        <a:pt x="5592049" y="3319116"/>
                        <a:pt x="5591087" y="3314611"/>
                        <a:pt x="5590125" y="3310107"/>
                      </a:cubicBezTo>
                      <a:cubicBezTo>
                        <a:pt x="5589163" y="3305604"/>
                        <a:pt x="5589163" y="3305604"/>
                        <a:pt x="5589163" y="3305604"/>
                      </a:cubicBezTo>
                      <a:cubicBezTo>
                        <a:pt x="5592704" y="3300137"/>
                        <a:pt x="5598170" y="3303679"/>
                        <a:pt x="5596246" y="3294671"/>
                      </a:cubicBezTo>
                      <a:cubicBezTo>
                        <a:pt x="5597208" y="3299175"/>
                        <a:pt x="5597208" y="3299175"/>
                        <a:pt x="5598170" y="3303679"/>
                      </a:cubicBezTo>
                      <a:cubicBezTo>
                        <a:pt x="5599132" y="3308183"/>
                        <a:pt x="5603637" y="3307220"/>
                        <a:pt x="5602675" y="3302717"/>
                      </a:cubicBezTo>
                      <a:cubicBezTo>
                        <a:pt x="5607179" y="3301755"/>
                        <a:pt x="5606217" y="3297250"/>
                        <a:pt x="5605254" y="3292746"/>
                      </a:cubicBezTo>
                      <a:cubicBezTo>
                        <a:pt x="5604292" y="3288243"/>
                        <a:pt x="5604292" y="3288243"/>
                        <a:pt x="5603330" y="3283738"/>
                      </a:cubicBezTo>
                      <a:cubicBezTo>
                        <a:pt x="5601405" y="3274731"/>
                        <a:pt x="5594976" y="3266684"/>
                        <a:pt x="5592397" y="3276655"/>
                      </a:cubicBezTo>
                      <a:cubicBezTo>
                        <a:pt x="5591434" y="3272151"/>
                        <a:pt x="5591434" y="3272151"/>
                        <a:pt x="5586930" y="3273113"/>
                      </a:cubicBezTo>
                      <a:cubicBezTo>
                        <a:pt x="5586930" y="3273113"/>
                        <a:pt x="5586930" y="3273113"/>
                        <a:pt x="5583389" y="3278580"/>
                      </a:cubicBezTo>
                      <a:cubicBezTo>
                        <a:pt x="5582427" y="3274075"/>
                        <a:pt x="5585006" y="3264105"/>
                        <a:pt x="5583081" y="3255097"/>
                      </a:cubicBezTo>
                      <a:cubicBezTo>
                        <a:pt x="5585006" y="3264105"/>
                        <a:pt x="5582427" y="3274075"/>
                        <a:pt x="5585968" y="3268609"/>
                      </a:cubicBezTo>
                      <a:cubicBezTo>
                        <a:pt x="5594014" y="3262181"/>
                        <a:pt x="5583081" y="3255097"/>
                        <a:pt x="5591127" y="3248668"/>
                      </a:cubicBezTo>
                      <a:cubicBezTo>
                        <a:pt x="5595632" y="3247705"/>
                        <a:pt x="5595632" y="3247705"/>
                        <a:pt x="5595632" y="3247705"/>
                      </a:cubicBezTo>
                      <a:cubicBezTo>
                        <a:pt x="5595632" y="3247705"/>
                        <a:pt x="5595632" y="3247705"/>
                        <a:pt x="5594669" y="3243202"/>
                      </a:cubicBezTo>
                      <a:cubicBezTo>
                        <a:pt x="5594669" y="3243202"/>
                        <a:pt x="5594669" y="3243202"/>
                        <a:pt x="5593707" y="3238698"/>
                      </a:cubicBezTo>
                      <a:cubicBezTo>
                        <a:pt x="5589203" y="3239660"/>
                        <a:pt x="5589203" y="3239660"/>
                        <a:pt x="5589203" y="3239660"/>
                      </a:cubicBezTo>
                      <a:cubicBezTo>
                        <a:pt x="5592745" y="3234193"/>
                        <a:pt x="5592745" y="3234193"/>
                        <a:pt x="5596286" y="3228728"/>
                      </a:cubicBezTo>
                      <a:cubicBezTo>
                        <a:pt x="5589858" y="3220681"/>
                        <a:pt x="5592437" y="3210711"/>
                        <a:pt x="5590512" y="3201704"/>
                      </a:cubicBezTo>
                      <a:cubicBezTo>
                        <a:pt x="5591475" y="3206207"/>
                        <a:pt x="5592437" y="3210711"/>
                        <a:pt x="5592437" y="3210711"/>
                      </a:cubicBezTo>
                      <a:cubicBezTo>
                        <a:pt x="5593092" y="3191733"/>
                        <a:pt x="5589550" y="3197199"/>
                        <a:pt x="5595672" y="3181763"/>
                      </a:cubicBezTo>
                      <a:cubicBezTo>
                        <a:pt x="5596634" y="3186266"/>
                        <a:pt x="5601139" y="3185304"/>
                        <a:pt x="5601139" y="3185304"/>
                      </a:cubicBezTo>
                      <a:cubicBezTo>
                        <a:pt x="5601139" y="3185304"/>
                        <a:pt x="5600176" y="3180800"/>
                        <a:pt x="5600176" y="3180800"/>
                      </a:cubicBezTo>
                      <a:cubicBezTo>
                        <a:pt x="5604680" y="3179838"/>
                        <a:pt x="5604680" y="3179838"/>
                        <a:pt x="5604680" y="3179838"/>
                      </a:cubicBezTo>
                      <a:cubicBezTo>
                        <a:pt x="5601446" y="3208787"/>
                        <a:pt x="5605642" y="3184342"/>
                        <a:pt x="5610146" y="3183379"/>
                      </a:cubicBezTo>
                      <a:cubicBezTo>
                        <a:pt x="5608529" y="3197855"/>
                        <a:pt x="5606912" y="3212329"/>
                        <a:pt x="5609799" y="3225841"/>
                      </a:cubicBezTo>
                      <a:cubicBezTo>
                        <a:pt x="5605295" y="3226803"/>
                        <a:pt x="5605295" y="3226803"/>
                        <a:pt x="5605295" y="3226803"/>
                      </a:cubicBezTo>
                      <a:cubicBezTo>
                        <a:pt x="5602715" y="3236773"/>
                        <a:pt x="5603677" y="3241278"/>
                        <a:pt x="5604639" y="3245781"/>
                      </a:cubicBezTo>
                      <a:cubicBezTo>
                        <a:pt x="5607219" y="3235811"/>
                        <a:pt x="5606257" y="3231307"/>
                        <a:pt x="5610761" y="3230344"/>
                      </a:cubicBezTo>
                      <a:cubicBezTo>
                        <a:pt x="5609144" y="3244819"/>
                        <a:pt x="5613648" y="3243856"/>
                        <a:pt x="5611068" y="3253827"/>
                      </a:cubicBezTo>
                      <a:cubicBezTo>
                        <a:pt x="5611068" y="3253827"/>
                        <a:pt x="5612031" y="3258332"/>
                        <a:pt x="5607526" y="3259294"/>
                      </a:cubicBezTo>
                      <a:cubicBezTo>
                        <a:pt x="5608488" y="3263797"/>
                        <a:pt x="5608488" y="3263797"/>
                        <a:pt x="5608488" y="3263797"/>
                      </a:cubicBezTo>
                      <a:cubicBezTo>
                        <a:pt x="5609451" y="3268302"/>
                        <a:pt x="5610413" y="3272806"/>
                        <a:pt x="5613955" y="3267339"/>
                      </a:cubicBezTo>
                      <a:cubicBezTo>
                        <a:pt x="5617497" y="3261873"/>
                        <a:pt x="5617497" y="3261873"/>
                        <a:pt x="5617497" y="3261873"/>
                      </a:cubicBezTo>
                      <a:cubicBezTo>
                        <a:pt x="5622000" y="3260911"/>
                        <a:pt x="5621038" y="3256407"/>
                        <a:pt x="5620076" y="3251903"/>
                      </a:cubicBezTo>
                      <a:cubicBezTo>
                        <a:pt x="5619114" y="3247399"/>
                        <a:pt x="5619114" y="3247399"/>
                        <a:pt x="5619114" y="3247399"/>
                      </a:cubicBezTo>
                      <a:cubicBezTo>
                        <a:pt x="5614610" y="3248361"/>
                        <a:pt x="5614610" y="3248361"/>
                        <a:pt x="5614610" y="3248361"/>
                      </a:cubicBezTo>
                      <a:cubicBezTo>
                        <a:pt x="5611724" y="3234849"/>
                        <a:pt x="5618500" y="3200433"/>
                        <a:pt x="5614651" y="3182417"/>
                      </a:cubicBezTo>
                      <a:cubicBezTo>
                        <a:pt x="5618192" y="3176951"/>
                        <a:pt x="5618192" y="3176951"/>
                        <a:pt x="5618192" y="3176951"/>
                      </a:cubicBezTo>
                      <a:cubicBezTo>
                        <a:pt x="5618192" y="3176951"/>
                        <a:pt x="5618192" y="3176951"/>
                        <a:pt x="5617229" y="3172447"/>
                      </a:cubicBezTo>
                      <a:cubicBezTo>
                        <a:pt x="5617229" y="3172447"/>
                        <a:pt x="5616267" y="3167943"/>
                        <a:pt x="5616267" y="3167943"/>
                      </a:cubicBezTo>
                      <a:cubicBezTo>
                        <a:pt x="5614343" y="3158935"/>
                        <a:pt x="5615960" y="3144461"/>
                        <a:pt x="5619502" y="3138994"/>
                      </a:cubicBezTo>
                      <a:cubicBezTo>
                        <a:pt x="5614998" y="3139956"/>
                        <a:pt x="5614998" y="3139956"/>
                        <a:pt x="5614998" y="3139956"/>
                      </a:cubicBezTo>
                      <a:cubicBezTo>
                        <a:pt x="5618540" y="3134491"/>
                        <a:pt x="5618540" y="3134491"/>
                        <a:pt x="5618540" y="3134491"/>
                      </a:cubicBezTo>
                      <a:cubicBezTo>
                        <a:pt x="5618540" y="3134491"/>
                        <a:pt x="5622082" y="3129024"/>
                        <a:pt x="5621120" y="3124519"/>
                      </a:cubicBezTo>
                      <a:cubicBezTo>
                        <a:pt x="5621120" y="3124519"/>
                        <a:pt x="5620158" y="3120015"/>
                        <a:pt x="5615653" y="3120977"/>
                      </a:cubicBezTo>
                      <a:cubicBezTo>
                        <a:pt x="5610535" y="3074976"/>
                        <a:pt x="5619236" y="3049568"/>
                        <a:pt x="5607995" y="3019002"/>
                      </a:cubicBezTo>
                      <a:cubicBezTo>
                        <a:pt x="5612500" y="3018040"/>
                        <a:pt x="5611538" y="3013536"/>
                        <a:pt x="5610575" y="3009032"/>
                      </a:cubicBezTo>
                      <a:cubicBezTo>
                        <a:pt x="5610575" y="3009032"/>
                        <a:pt x="5609613" y="3004527"/>
                        <a:pt x="5609613" y="3004527"/>
                      </a:cubicBezTo>
                      <a:cubicBezTo>
                        <a:pt x="5605109" y="3005490"/>
                        <a:pt x="5605109" y="3005490"/>
                        <a:pt x="5605109" y="3005490"/>
                      </a:cubicBezTo>
                      <a:cubicBezTo>
                        <a:pt x="5613154" y="2999061"/>
                        <a:pt x="5610267" y="2985549"/>
                        <a:pt x="5608343" y="2976541"/>
                      </a:cubicBezTo>
                      <a:cubicBezTo>
                        <a:pt x="5608343" y="2976541"/>
                        <a:pt x="5607380" y="2972037"/>
                        <a:pt x="5607380" y="2972037"/>
                      </a:cubicBezTo>
                      <a:cubicBezTo>
                        <a:pt x="5610923" y="2966571"/>
                        <a:pt x="5610923" y="2966571"/>
                        <a:pt x="5605456" y="2963029"/>
                      </a:cubicBezTo>
                      <a:cubicBezTo>
                        <a:pt x="5604494" y="2958525"/>
                        <a:pt x="5604494" y="2958525"/>
                        <a:pt x="5604494" y="2958525"/>
                      </a:cubicBezTo>
                      <a:cubicBezTo>
                        <a:pt x="5604494" y="2958525"/>
                        <a:pt x="5608998" y="2957562"/>
                        <a:pt x="5608036" y="2953059"/>
                      </a:cubicBezTo>
                      <a:cubicBezTo>
                        <a:pt x="5608036" y="2953059"/>
                        <a:pt x="5608036" y="2953059"/>
                        <a:pt x="5607073" y="2948555"/>
                      </a:cubicBezTo>
                      <a:cubicBezTo>
                        <a:pt x="5600644" y="2940508"/>
                        <a:pt x="5610309" y="2919606"/>
                        <a:pt x="5601300" y="2921531"/>
                      </a:cubicBezTo>
                      <a:cubicBezTo>
                        <a:pt x="5601300" y="2921531"/>
                        <a:pt x="5601300" y="2921531"/>
                        <a:pt x="5600338" y="2917026"/>
                      </a:cubicBezTo>
                      <a:cubicBezTo>
                        <a:pt x="5599375" y="2912522"/>
                        <a:pt x="5598413" y="2908019"/>
                        <a:pt x="5598413" y="2908019"/>
                      </a:cubicBezTo>
                      <a:cubicBezTo>
                        <a:pt x="5598413" y="2908019"/>
                        <a:pt x="5597451" y="2903514"/>
                        <a:pt x="5597451" y="2903514"/>
                      </a:cubicBezTo>
                      <a:cubicBezTo>
                        <a:pt x="5605497" y="2897085"/>
                        <a:pt x="5592639" y="2880993"/>
                        <a:pt x="5590715" y="2871986"/>
                      </a:cubicBezTo>
                      <a:cubicBezTo>
                        <a:pt x="5587828" y="2858474"/>
                        <a:pt x="5598761" y="2865557"/>
                        <a:pt x="5595874" y="2852045"/>
                      </a:cubicBezTo>
                      <a:cubicBezTo>
                        <a:pt x="5595874" y="2852045"/>
                        <a:pt x="5594912" y="2847541"/>
                        <a:pt x="5599416" y="2846579"/>
                      </a:cubicBezTo>
                      <a:cubicBezTo>
                        <a:pt x="5599416" y="2846579"/>
                        <a:pt x="5598453" y="2842075"/>
                        <a:pt x="5598453" y="2842075"/>
                      </a:cubicBezTo>
                      <a:cubicBezTo>
                        <a:pt x="5597491" y="2837570"/>
                        <a:pt x="5597491" y="2837570"/>
                        <a:pt x="5593950" y="2843037"/>
                      </a:cubicBezTo>
                      <a:cubicBezTo>
                        <a:pt x="5593950" y="2843037"/>
                        <a:pt x="5593950" y="2843037"/>
                        <a:pt x="5594912" y="2847541"/>
                      </a:cubicBezTo>
                      <a:cubicBezTo>
                        <a:pt x="5588483" y="2839495"/>
                        <a:pt x="5591063" y="2829525"/>
                        <a:pt x="5586559" y="2830487"/>
                      </a:cubicBezTo>
                      <a:cubicBezTo>
                        <a:pt x="5588176" y="2816013"/>
                        <a:pt x="5591063" y="2829525"/>
                        <a:pt x="5595567" y="2828563"/>
                      </a:cubicBezTo>
                      <a:lnTo>
                        <a:pt x="5600701" y="2831889"/>
                      </a:lnTo>
                      <a:lnTo>
                        <a:pt x="5604441" y="2857353"/>
                      </a:lnTo>
                      <a:cubicBezTo>
                        <a:pt x="5609265" y="2883035"/>
                        <a:pt x="5615227" y="2898539"/>
                        <a:pt x="5620278" y="2922185"/>
                      </a:cubicBezTo>
                      <a:cubicBezTo>
                        <a:pt x="5620278" y="2922185"/>
                        <a:pt x="5615774" y="2923147"/>
                        <a:pt x="5616736" y="2927652"/>
                      </a:cubicBezTo>
                      <a:cubicBezTo>
                        <a:pt x="5616736" y="2927652"/>
                        <a:pt x="5617699" y="2932156"/>
                        <a:pt x="5617699" y="2932156"/>
                      </a:cubicBezTo>
                      <a:cubicBezTo>
                        <a:pt x="5620586" y="2945668"/>
                        <a:pt x="5621548" y="2950172"/>
                        <a:pt x="5627014" y="2953713"/>
                      </a:cubicBezTo>
                      <a:cubicBezTo>
                        <a:pt x="5623165" y="2935697"/>
                        <a:pt x="5623165" y="2935697"/>
                        <a:pt x="5623165" y="2935697"/>
                      </a:cubicBezTo>
                      <a:cubicBezTo>
                        <a:pt x="5623165" y="2935697"/>
                        <a:pt x="5624128" y="2940201"/>
                        <a:pt x="5628632" y="2939239"/>
                      </a:cubicBezTo>
                      <a:cubicBezTo>
                        <a:pt x="5628632" y="2939239"/>
                        <a:pt x="5627670" y="2934735"/>
                        <a:pt x="5627670" y="2934735"/>
                      </a:cubicBezTo>
                      <a:cubicBezTo>
                        <a:pt x="5626707" y="2930231"/>
                        <a:pt x="5626707" y="2930231"/>
                        <a:pt x="5626707" y="2930231"/>
                      </a:cubicBezTo>
                      <a:cubicBezTo>
                        <a:pt x="5625745" y="2925727"/>
                        <a:pt x="5625745" y="2925727"/>
                        <a:pt x="5625745" y="2925727"/>
                      </a:cubicBezTo>
                      <a:cubicBezTo>
                        <a:pt x="5632828" y="2914795"/>
                        <a:pt x="5640875" y="2908366"/>
                        <a:pt x="5638642" y="2875875"/>
                      </a:cubicBezTo>
                      <a:cubicBezTo>
                        <a:pt x="5651847" y="2849506"/>
                        <a:pt x="5655738" y="2801579"/>
                        <a:pt x="5658009" y="2768126"/>
                      </a:cubicBezTo>
                      <a:cubicBezTo>
                        <a:pt x="5657046" y="2763622"/>
                        <a:pt x="5661551" y="2762659"/>
                        <a:pt x="5661551" y="2762659"/>
                      </a:cubicBezTo>
                      <a:cubicBezTo>
                        <a:pt x="5661551" y="2762659"/>
                        <a:pt x="5666055" y="2761697"/>
                        <a:pt x="5665093" y="2757194"/>
                      </a:cubicBezTo>
                      <a:cubicBezTo>
                        <a:pt x="5665093" y="2757194"/>
                        <a:pt x="5666055" y="2761697"/>
                        <a:pt x="5670559" y="2760735"/>
                      </a:cubicBezTo>
                      <a:cubicBezTo>
                        <a:pt x="5668635" y="2751727"/>
                        <a:pt x="5667672" y="2747222"/>
                        <a:pt x="5667672" y="2747222"/>
                      </a:cubicBezTo>
                      <a:cubicBezTo>
                        <a:pt x="5670908" y="2718274"/>
                        <a:pt x="5667713" y="2681279"/>
                        <a:pt x="5667406" y="2657797"/>
                      </a:cubicBezTo>
                      <a:cubicBezTo>
                        <a:pt x="5670947" y="2652330"/>
                        <a:pt x="5672872" y="2661339"/>
                        <a:pt x="5673834" y="2665842"/>
                      </a:cubicBezTo>
                      <a:cubicBezTo>
                        <a:pt x="5675451" y="2651368"/>
                        <a:pt x="5672913" y="2595395"/>
                        <a:pt x="5689312" y="2606020"/>
                      </a:cubicBezTo>
                      <a:cubicBezTo>
                        <a:pt x="5691236" y="2615028"/>
                        <a:pt x="5691236" y="2615028"/>
                        <a:pt x="5691236" y="2615028"/>
                      </a:cubicBezTo>
                      <a:cubicBezTo>
                        <a:pt x="5692198" y="2619532"/>
                        <a:pt x="5692198" y="2619532"/>
                        <a:pt x="5692198" y="2619532"/>
                      </a:cubicBezTo>
                      <a:cubicBezTo>
                        <a:pt x="5692198" y="2619532"/>
                        <a:pt x="5696702" y="2618570"/>
                        <a:pt x="5695739" y="2614066"/>
                      </a:cubicBezTo>
                      <a:cubicBezTo>
                        <a:pt x="5693815" y="2605058"/>
                        <a:pt x="5693815" y="2605058"/>
                        <a:pt x="5693815" y="2605058"/>
                      </a:cubicBezTo>
                      <a:cubicBezTo>
                        <a:pt x="5702168" y="2622112"/>
                        <a:pt x="5703438" y="2650099"/>
                        <a:pt x="5709211" y="2677123"/>
                      </a:cubicBezTo>
                      <a:cubicBezTo>
                        <a:pt x="5736544" y="2694832"/>
                        <a:pt x="5738201" y="2614414"/>
                        <a:pt x="5729234" y="2550395"/>
                      </a:cubicBezTo>
                      <a:cubicBezTo>
                        <a:pt x="5732776" y="2544928"/>
                        <a:pt x="5738243" y="2548470"/>
                        <a:pt x="5744362" y="2533034"/>
                      </a:cubicBezTo>
                      <a:close/>
                      <a:moveTo>
                        <a:pt x="5538793" y="2562824"/>
                      </a:moveTo>
                      <a:cubicBezTo>
                        <a:pt x="5546491" y="2598857"/>
                        <a:pt x="5549378" y="2612369"/>
                        <a:pt x="5560618" y="2642934"/>
                      </a:cubicBezTo>
                      <a:cubicBezTo>
                        <a:pt x="5568664" y="2636506"/>
                        <a:pt x="5577017" y="2653560"/>
                        <a:pt x="5581828" y="2676080"/>
                      </a:cubicBezTo>
                      <a:cubicBezTo>
                        <a:pt x="5586639" y="2698600"/>
                        <a:pt x="5591451" y="2721120"/>
                        <a:pt x="5595955" y="2720158"/>
                      </a:cubicBezTo>
                      <a:cubicBezTo>
                        <a:pt x="5605271" y="2741716"/>
                        <a:pt x="5602998" y="2775169"/>
                        <a:pt x="5603306" y="2798652"/>
                      </a:cubicBezTo>
                      <a:cubicBezTo>
                        <a:pt x="5602344" y="2794147"/>
                        <a:pt x="5602344" y="2794147"/>
                        <a:pt x="5597839" y="2795110"/>
                      </a:cubicBezTo>
                      <a:cubicBezTo>
                        <a:pt x="5597839" y="2795110"/>
                        <a:pt x="5598802" y="2799614"/>
                        <a:pt x="5598802" y="2799614"/>
                      </a:cubicBezTo>
                      <a:cubicBezTo>
                        <a:pt x="5598146" y="2818592"/>
                        <a:pt x="5598146" y="2818592"/>
                        <a:pt x="5598146" y="2818592"/>
                      </a:cubicBezTo>
                      <a:cubicBezTo>
                        <a:pt x="5599109" y="2823096"/>
                        <a:pt x="5599109" y="2823096"/>
                        <a:pt x="5599109" y="2823096"/>
                      </a:cubicBezTo>
                      <a:lnTo>
                        <a:pt x="5594817" y="2824013"/>
                      </a:lnTo>
                      <a:lnTo>
                        <a:pt x="5593589" y="2816549"/>
                      </a:lnTo>
                      <a:cubicBezTo>
                        <a:pt x="5590231" y="2809098"/>
                        <a:pt x="5583835" y="2812230"/>
                        <a:pt x="5584327" y="2797996"/>
                      </a:cubicBezTo>
                      <a:cubicBezTo>
                        <a:pt x="5588831" y="2797034"/>
                        <a:pt x="5588831" y="2797034"/>
                        <a:pt x="5587868" y="2792530"/>
                      </a:cubicBezTo>
                      <a:cubicBezTo>
                        <a:pt x="5586906" y="2788027"/>
                        <a:pt x="5586906" y="2788027"/>
                        <a:pt x="5586906" y="2788027"/>
                      </a:cubicBezTo>
                      <a:cubicBezTo>
                        <a:pt x="5591411" y="2787064"/>
                        <a:pt x="5591411" y="2787064"/>
                        <a:pt x="5590448" y="2782560"/>
                      </a:cubicBezTo>
                      <a:cubicBezTo>
                        <a:pt x="5590448" y="2782560"/>
                        <a:pt x="5590448" y="2782560"/>
                        <a:pt x="5589486" y="2778056"/>
                      </a:cubicBezTo>
                      <a:cubicBezTo>
                        <a:pt x="5584982" y="2779018"/>
                        <a:pt x="5585944" y="2783522"/>
                        <a:pt x="5584982" y="2779018"/>
                      </a:cubicBezTo>
                      <a:cubicBezTo>
                        <a:pt x="5582095" y="2765506"/>
                        <a:pt x="5583712" y="2751031"/>
                        <a:pt x="5572780" y="2743948"/>
                      </a:cubicBezTo>
                      <a:cubicBezTo>
                        <a:pt x="5578246" y="2747489"/>
                        <a:pt x="5578246" y="2747489"/>
                        <a:pt x="5577284" y="2742986"/>
                      </a:cubicBezTo>
                      <a:cubicBezTo>
                        <a:pt x="5580826" y="2737519"/>
                        <a:pt x="5575359" y="2733977"/>
                        <a:pt x="5575359" y="2733977"/>
                      </a:cubicBezTo>
                      <a:cubicBezTo>
                        <a:pt x="5575359" y="2733977"/>
                        <a:pt x="5575359" y="2733977"/>
                        <a:pt x="5574397" y="2729474"/>
                      </a:cubicBezTo>
                      <a:cubicBezTo>
                        <a:pt x="5580519" y="2714037"/>
                        <a:pt x="5564120" y="2703411"/>
                        <a:pt x="5569278" y="2683471"/>
                      </a:cubicBezTo>
                      <a:cubicBezTo>
                        <a:pt x="5564774" y="2684433"/>
                        <a:pt x="5564774" y="2684433"/>
                        <a:pt x="5564774" y="2684433"/>
                      </a:cubicBezTo>
                      <a:cubicBezTo>
                        <a:pt x="5569278" y="2683471"/>
                        <a:pt x="5568316" y="2678967"/>
                        <a:pt x="5568316" y="2678967"/>
                      </a:cubicBezTo>
                      <a:cubicBezTo>
                        <a:pt x="5567354" y="2674462"/>
                        <a:pt x="5567354" y="2674462"/>
                        <a:pt x="5562849" y="2675425"/>
                      </a:cubicBezTo>
                      <a:cubicBezTo>
                        <a:pt x="5559963" y="2661913"/>
                        <a:pt x="5557076" y="2648401"/>
                        <a:pt x="5557076" y="2648401"/>
                      </a:cubicBezTo>
                      <a:cubicBezTo>
                        <a:pt x="5554189" y="2634888"/>
                        <a:pt x="5554497" y="2658371"/>
                        <a:pt x="5549686" y="2635851"/>
                      </a:cubicBezTo>
                      <a:cubicBezTo>
                        <a:pt x="5555151" y="2639393"/>
                        <a:pt x="5558693" y="2633926"/>
                        <a:pt x="5553227" y="2630384"/>
                      </a:cubicBezTo>
                      <a:cubicBezTo>
                        <a:pt x="5547761" y="2626843"/>
                        <a:pt x="5548068" y="2650325"/>
                        <a:pt x="5543257" y="2627805"/>
                      </a:cubicBezTo>
                      <a:cubicBezTo>
                        <a:pt x="5543257" y="2627805"/>
                        <a:pt x="5543257" y="2627805"/>
                        <a:pt x="5547761" y="2626843"/>
                      </a:cubicBezTo>
                      <a:cubicBezTo>
                        <a:pt x="5547761" y="2626843"/>
                        <a:pt x="5547761" y="2626843"/>
                        <a:pt x="5546799" y="2622339"/>
                      </a:cubicBezTo>
                      <a:cubicBezTo>
                        <a:pt x="5546799" y="2622339"/>
                        <a:pt x="5545837" y="2617834"/>
                        <a:pt x="5545837" y="2617834"/>
                      </a:cubicBezTo>
                      <a:cubicBezTo>
                        <a:pt x="5544874" y="2613331"/>
                        <a:pt x="5544874" y="2613331"/>
                        <a:pt x="5544874" y="2613331"/>
                      </a:cubicBezTo>
                      <a:cubicBezTo>
                        <a:pt x="5543912" y="2608826"/>
                        <a:pt x="5543912" y="2608826"/>
                        <a:pt x="5543912" y="2608826"/>
                      </a:cubicBezTo>
                      <a:cubicBezTo>
                        <a:pt x="5548415" y="2607864"/>
                        <a:pt x="5547453" y="2603360"/>
                        <a:pt x="5546491" y="2598857"/>
                      </a:cubicBezTo>
                      <a:cubicBezTo>
                        <a:pt x="5541988" y="2599819"/>
                        <a:pt x="5541025" y="2595314"/>
                        <a:pt x="5540063" y="2590810"/>
                      </a:cubicBezTo>
                      <a:cubicBezTo>
                        <a:pt x="5543604" y="2585344"/>
                        <a:pt x="5540717" y="2571832"/>
                        <a:pt x="5538793" y="2562824"/>
                      </a:cubicBezTo>
                      <a:close/>
                      <a:moveTo>
                        <a:pt x="665421" y="3538061"/>
                      </a:moveTo>
                      <a:lnTo>
                        <a:pt x="668307" y="3551573"/>
                      </a:lnTo>
                      <a:cubicBezTo>
                        <a:pt x="668307" y="3551573"/>
                        <a:pt x="662842" y="3548032"/>
                        <a:pt x="661880" y="3543528"/>
                      </a:cubicBezTo>
                      <a:cubicBezTo>
                        <a:pt x="666383" y="3542566"/>
                        <a:pt x="665421" y="3538061"/>
                        <a:pt x="665421" y="3538061"/>
                      </a:cubicBezTo>
                      <a:close/>
                      <a:moveTo>
                        <a:pt x="727864" y="3477624"/>
                      </a:moveTo>
                      <a:cubicBezTo>
                        <a:pt x="727864" y="3477624"/>
                        <a:pt x="728826" y="3482129"/>
                        <a:pt x="733330" y="3481166"/>
                      </a:cubicBezTo>
                      <a:cubicBezTo>
                        <a:pt x="728826" y="3482129"/>
                        <a:pt x="733637" y="3504648"/>
                        <a:pt x="729788" y="3486633"/>
                      </a:cubicBezTo>
                      <a:cubicBezTo>
                        <a:pt x="728826" y="3482129"/>
                        <a:pt x="728826" y="3482129"/>
                        <a:pt x="727864" y="3477624"/>
                      </a:cubicBezTo>
                      <a:close/>
                      <a:moveTo>
                        <a:pt x="5425431" y="2252659"/>
                      </a:moveTo>
                      <a:cubicBezTo>
                        <a:pt x="5430898" y="2256200"/>
                        <a:pt x="5431860" y="2260705"/>
                        <a:pt x="5432822" y="2265209"/>
                      </a:cubicBezTo>
                      <a:cubicBezTo>
                        <a:pt x="5432822" y="2265209"/>
                        <a:pt x="5432822" y="2265209"/>
                        <a:pt x="5433785" y="2269713"/>
                      </a:cubicBezTo>
                      <a:cubicBezTo>
                        <a:pt x="5434747" y="2274217"/>
                        <a:pt x="5434747" y="2274217"/>
                        <a:pt x="5434747" y="2274217"/>
                      </a:cubicBezTo>
                      <a:lnTo>
                        <a:pt x="5435709" y="2278721"/>
                      </a:lnTo>
                      <a:cubicBezTo>
                        <a:pt x="5435709" y="2278721"/>
                        <a:pt x="5434747" y="2274217"/>
                        <a:pt x="5429280" y="2270676"/>
                      </a:cubicBezTo>
                      <a:cubicBezTo>
                        <a:pt x="5427356" y="2261667"/>
                        <a:pt x="5426393" y="2257163"/>
                        <a:pt x="5425431" y="2252659"/>
                      </a:cubicBezTo>
                      <a:close/>
                      <a:moveTo>
                        <a:pt x="697152" y="3201608"/>
                      </a:moveTo>
                      <a:cubicBezTo>
                        <a:pt x="697152" y="3201608"/>
                        <a:pt x="701656" y="3200646"/>
                        <a:pt x="701656" y="3200646"/>
                      </a:cubicBezTo>
                      <a:cubicBezTo>
                        <a:pt x="702618" y="3205149"/>
                        <a:pt x="702618" y="3205149"/>
                        <a:pt x="702618" y="3205149"/>
                      </a:cubicBezTo>
                      <a:cubicBezTo>
                        <a:pt x="698114" y="3206112"/>
                        <a:pt x="697152" y="3201608"/>
                        <a:pt x="697152" y="3201608"/>
                      </a:cubicBezTo>
                      <a:close/>
                      <a:moveTo>
                        <a:pt x="23704" y="3000785"/>
                      </a:moveTo>
                      <a:cubicBezTo>
                        <a:pt x="25950" y="3003797"/>
                        <a:pt x="25950" y="3003797"/>
                        <a:pt x="25950" y="3003797"/>
                      </a:cubicBezTo>
                      <a:cubicBezTo>
                        <a:pt x="25950" y="3003797"/>
                        <a:pt x="28196" y="3006809"/>
                        <a:pt x="28196" y="3006809"/>
                      </a:cubicBezTo>
                      <a:cubicBezTo>
                        <a:pt x="25181" y="3009057"/>
                        <a:pt x="25181" y="3009057"/>
                        <a:pt x="22935" y="3006044"/>
                      </a:cubicBezTo>
                      <a:cubicBezTo>
                        <a:pt x="22935" y="3006044"/>
                        <a:pt x="20690" y="3003032"/>
                        <a:pt x="23704" y="3000785"/>
                      </a:cubicBezTo>
                      <a:close/>
                      <a:moveTo>
                        <a:pt x="5144618" y="1709820"/>
                      </a:moveTo>
                      <a:cubicBezTo>
                        <a:pt x="5157475" y="1725913"/>
                        <a:pt x="5165829" y="1742966"/>
                        <a:pt x="5178685" y="1759057"/>
                      </a:cubicBezTo>
                      <a:cubicBezTo>
                        <a:pt x="5174182" y="1760019"/>
                        <a:pt x="5174182" y="1760019"/>
                        <a:pt x="5174182" y="1760019"/>
                      </a:cubicBezTo>
                      <a:cubicBezTo>
                        <a:pt x="5173220" y="1755516"/>
                        <a:pt x="5166791" y="1747470"/>
                        <a:pt x="5165829" y="1742966"/>
                      </a:cubicBezTo>
                      <a:cubicBezTo>
                        <a:pt x="5160362" y="1739424"/>
                        <a:pt x="5153934" y="1731379"/>
                        <a:pt x="5152972" y="1726875"/>
                      </a:cubicBezTo>
                      <a:cubicBezTo>
                        <a:pt x="5152972" y="1726875"/>
                        <a:pt x="5147505" y="1723332"/>
                        <a:pt x="5147505" y="1723332"/>
                      </a:cubicBezTo>
                      <a:cubicBezTo>
                        <a:pt x="5142039" y="1719791"/>
                        <a:pt x="5142039" y="1719791"/>
                        <a:pt x="5141076" y="1715287"/>
                      </a:cubicBezTo>
                      <a:cubicBezTo>
                        <a:pt x="5140114" y="1710783"/>
                        <a:pt x="5140114" y="1710783"/>
                        <a:pt x="5144618" y="1709820"/>
                      </a:cubicBezTo>
                      <a:close/>
                      <a:moveTo>
                        <a:pt x="726773" y="2634833"/>
                      </a:moveTo>
                      <a:cubicBezTo>
                        <a:pt x="727736" y="2639338"/>
                        <a:pt x="727736" y="2639338"/>
                        <a:pt x="727736" y="2639338"/>
                      </a:cubicBezTo>
                      <a:cubicBezTo>
                        <a:pt x="727736" y="2639338"/>
                        <a:pt x="723231" y="2640300"/>
                        <a:pt x="723231" y="2640300"/>
                      </a:cubicBezTo>
                      <a:cubicBezTo>
                        <a:pt x="726773" y="2634833"/>
                        <a:pt x="726773" y="2634833"/>
                        <a:pt x="726773" y="2634833"/>
                      </a:cubicBezTo>
                      <a:close/>
                      <a:moveTo>
                        <a:pt x="760478" y="2435480"/>
                      </a:moveTo>
                      <a:lnTo>
                        <a:pt x="760347" y="2439276"/>
                      </a:lnTo>
                      <a:cubicBezTo>
                        <a:pt x="760347" y="2439276"/>
                        <a:pt x="760347" y="2439276"/>
                        <a:pt x="756805" y="2444741"/>
                      </a:cubicBezTo>
                      <a:close/>
                      <a:moveTo>
                        <a:pt x="779150" y="2373847"/>
                      </a:moveTo>
                      <a:lnTo>
                        <a:pt x="779366" y="2373987"/>
                      </a:lnTo>
                      <a:lnTo>
                        <a:pt x="778898" y="2374800"/>
                      </a:lnTo>
                      <a:close/>
                      <a:moveTo>
                        <a:pt x="82769" y="2413119"/>
                      </a:moveTo>
                      <a:cubicBezTo>
                        <a:pt x="66034" y="2472459"/>
                        <a:pt x="66557" y="2542367"/>
                        <a:pt x="52067" y="2604720"/>
                      </a:cubicBezTo>
                      <a:cubicBezTo>
                        <a:pt x="46746" y="2622747"/>
                        <a:pt x="55790" y="2616005"/>
                        <a:pt x="56497" y="2629537"/>
                      </a:cubicBezTo>
                      <a:cubicBezTo>
                        <a:pt x="52652" y="2655836"/>
                        <a:pt x="48099" y="2668603"/>
                        <a:pt x="43546" y="2681370"/>
                      </a:cubicBezTo>
                      <a:cubicBezTo>
                        <a:pt x="40470" y="2702410"/>
                        <a:pt x="47976" y="2706187"/>
                        <a:pt x="47915" y="2724979"/>
                      </a:cubicBezTo>
                      <a:cubicBezTo>
                        <a:pt x="42593" y="2743006"/>
                        <a:pt x="37271" y="2761032"/>
                        <a:pt x="31949" y="2779060"/>
                      </a:cubicBezTo>
                      <a:cubicBezTo>
                        <a:pt x="31949" y="2779060"/>
                        <a:pt x="31949" y="2779060"/>
                        <a:pt x="21428" y="2777530"/>
                      </a:cubicBezTo>
                      <a:cubicBezTo>
                        <a:pt x="19890" y="2788050"/>
                        <a:pt x="17583" y="2803829"/>
                        <a:pt x="18290" y="2817361"/>
                      </a:cubicBezTo>
                      <a:cubicBezTo>
                        <a:pt x="18290" y="2817361"/>
                        <a:pt x="18290" y="2817361"/>
                        <a:pt x="21305" y="2815114"/>
                      </a:cubicBezTo>
                      <a:cubicBezTo>
                        <a:pt x="19059" y="2812101"/>
                        <a:pt x="19828" y="2806841"/>
                        <a:pt x="22074" y="2809854"/>
                      </a:cubicBezTo>
                      <a:cubicBezTo>
                        <a:pt x="22074" y="2809854"/>
                        <a:pt x="24320" y="2812866"/>
                        <a:pt x="24320" y="2812866"/>
                      </a:cubicBezTo>
                      <a:cubicBezTo>
                        <a:pt x="27334" y="2810619"/>
                        <a:pt x="26627" y="2797087"/>
                        <a:pt x="31118" y="2803112"/>
                      </a:cubicBezTo>
                      <a:cubicBezTo>
                        <a:pt x="34072" y="2819656"/>
                        <a:pt x="28811" y="2818891"/>
                        <a:pt x="29518" y="2832423"/>
                      </a:cubicBezTo>
                      <a:cubicBezTo>
                        <a:pt x="29518" y="2832423"/>
                        <a:pt x="29518" y="2832423"/>
                        <a:pt x="31764" y="2835435"/>
                      </a:cubicBezTo>
                      <a:cubicBezTo>
                        <a:pt x="31764" y="2835435"/>
                        <a:pt x="31764" y="2835435"/>
                        <a:pt x="28750" y="2837683"/>
                      </a:cubicBezTo>
                      <a:cubicBezTo>
                        <a:pt x="30995" y="2840695"/>
                        <a:pt x="30226" y="2845955"/>
                        <a:pt x="30226" y="2845955"/>
                      </a:cubicBezTo>
                      <a:cubicBezTo>
                        <a:pt x="27211" y="2848202"/>
                        <a:pt x="27211" y="2848202"/>
                        <a:pt x="27211" y="2848202"/>
                      </a:cubicBezTo>
                      <a:cubicBezTo>
                        <a:pt x="30934" y="2859487"/>
                        <a:pt x="33118" y="2881291"/>
                        <a:pt x="33057" y="2900083"/>
                      </a:cubicBezTo>
                      <a:cubicBezTo>
                        <a:pt x="29980" y="2921122"/>
                        <a:pt x="27673" y="2936902"/>
                        <a:pt x="21643" y="2941397"/>
                      </a:cubicBezTo>
                      <a:cubicBezTo>
                        <a:pt x="23889" y="2944409"/>
                        <a:pt x="20874" y="2946657"/>
                        <a:pt x="20874" y="2946657"/>
                      </a:cubicBezTo>
                      <a:cubicBezTo>
                        <a:pt x="23120" y="2949669"/>
                        <a:pt x="22351" y="2954929"/>
                        <a:pt x="19336" y="2957176"/>
                      </a:cubicBezTo>
                      <a:cubicBezTo>
                        <a:pt x="19336" y="2957176"/>
                        <a:pt x="19336" y="2957176"/>
                        <a:pt x="17091" y="2954164"/>
                      </a:cubicBezTo>
                      <a:cubicBezTo>
                        <a:pt x="17860" y="2948904"/>
                        <a:pt x="17860" y="2948904"/>
                        <a:pt x="17860" y="2948904"/>
                      </a:cubicBezTo>
                      <a:cubicBezTo>
                        <a:pt x="17860" y="2948904"/>
                        <a:pt x="17860" y="2948904"/>
                        <a:pt x="15614" y="2945892"/>
                      </a:cubicBezTo>
                      <a:cubicBezTo>
                        <a:pt x="15552" y="2964684"/>
                        <a:pt x="18567" y="2962436"/>
                        <a:pt x="19275" y="2975968"/>
                      </a:cubicBezTo>
                      <a:cubicBezTo>
                        <a:pt x="19275" y="2975968"/>
                        <a:pt x="20044" y="2970708"/>
                        <a:pt x="20044" y="2970708"/>
                      </a:cubicBezTo>
                      <a:cubicBezTo>
                        <a:pt x="20044" y="2970708"/>
                        <a:pt x="20044" y="2970708"/>
                        <a:pt x="22290" y="2973720"/>
                      </a:cubicBezTo>
                      <a:cubicBezTo>
                        <a:pt x="22290" y="2973720"/>
                        <a:pt x="22290" y="2973720"/>
                        <a:pt x="24535" y="2976733"/>
                      </a:cubicBezTo>
                      <a:cubicBezTo>
                        <a:pt x="24535" y="2976733"/>
                        <a:pt x="23059" y="2968461"/>
                        <a:pt x="28319" y="2969225"/>
                      </a:cubicBezTo>
                      <a:cubicBezTo>
                        <a:pt x="29027" y="2982757"/>
                        <a:pt x="29734" y="2996289"/>
                        <a:pt x="24474" y="2995525"/>
                      </a:cubicBezTo>
                      <a:cubicBezTo>
                        <a:pt x="24474" y="2995525"/>
                        <a:pt x="26720" y="2998537"/>
                        <a:pt x="23704" y="3000785"/>
                      </a:cubicBezTo>
                      <a:cubicBezTo>
                        <a:pt x="13830" y="3031579"/>
                        <a:pt x="13707" y="3069162"/>
                        <a:pt x="21090" y="3110523"/>
                      </a:cubicBezTo>
                      <a:cubicBezTo>
                        <a:pt x="21090" y="3110523"/>
                        <a:pt x="23336" y="3113535"/>
                        <a:pt x="20321" y="3115783"/>
                      </a:cubicBezTo>
                      <a:cubicBezTo>
                        <a:pt x="22567" y="3118795"/>
                        <a:pt x="21797" y="3124055"/>
                        <a:pt x="21797" y="3124055"/>
                      </a:cubicBezTo>
                      <a:cubicBezTo>
                        <a:pt x="21797" y="3124055"/>
                        <a:pt x="21797" y="3124055"/>
                        <a:pt x="19552" y="3121043"/>
                      </a:cubicBezTo>
                      <a:cubicBezTo>
                        <a:pt x="23274" y="3132328"/>
                        <a:pt x="28473" y="3151884"/>
                        <a:pt x="32964" y="3157909"/>
                      </a:cubicBezTo>
                      <a:cubicBezTo>
                        <a:pt x="30719" y="3154896"/>
                        <a:pt x="30719" y="3154896"/>
                        <a:pt x="31488" y="3149636"/>
                      </a:cubicBezTo>
                      <a:cubicBezTo>
                        <a:pt x="31488" y="3149636"/>
                        <a:pt x="34503" y="3147389"/>
                        <a:pt x="34503" y="3147389"/>
                      </a:cubicBezTo>
                      <a:cubicBezTo>
                        <a:pt x="36748" y="3150401"/>
                        <a:pt x="36748" y="3150401"/>
                        <a:pt x="35979" y="3155661"/>
                      </a:cubicBezTo>
                      <a:lnTo>
                        <a:pt x="36796" y="3156756"/>
                      </a:lnTo>
                      <a:lnTo>
                        <a:pt x="36814" y="3159140"/>
                      </a:lnTo>
                      <a:cubicBezTo>
                        <a:pt x="36525" y="3161112"/>
                        <a:pt x="36333" y="3162427"/>
                        <a:pt x="37456" y="3163933"/>
                      </a:cubicBezTo>
                      <a:cubicBezTo>
                        <a:pt x="35210" y="3160921"/>
                        <a:pt x="38225" y="3158673"/>
                        <a:pt x="38225" y="3158673"/>
                      </a:cubicBezTo>
                      <a:lnTo>
                        <a:pt x="36796" y="3156756"/>
                      </a:lnTo>
                      <a:lnTo>
                        <a:pt x="36748" y="3150401"/>
                      </a:lnTo>
                      <a:cubicBezTo>
                        <a:pt x="53883" y="3198551"/>
                        <a:pt x="52161" y="3265447"/>
                        <a:pt x="66281" y="3315844"/>
                      </a:cubicBezTo>
                      <a:cubicBezTo>
                        <a:pt x="63266" y="3318092"/>
                        <a:pt x="66219" y="3334636"/>
                        <a:pt x="65450" y="3339896"/>
                      </a:cubicBezTo>
                      <a:cubicBezTo>
                        <a:pt x="68465" y="3337649"/>
                        <a:pt x="68465" y="3337649"/>
                        <a:pt x="72956" y="3343673"/>
                      </a:cubicBezTo>
                      <a:cubicBezTo>
                        <a:pt x="72956" y="3343673"/>
                        <a:pt x="69942" y="3345921"/>
                        <a:pt x="72187" y="3348933"/>
                      </a:cubicBezTo>
                      <a:cubicBezTo>
                        <a:pt x="74433" y="3351945"/>
                        <a:pt x="71418" y="3354193"/>
                        <a:pt x="73664" y="3357205"/>
                      </a:cubicBezTo>
                      <a:cubicBezTo>
                        <a:pt x="84062" y="3396318"/>
                        <a:pt x="79509" y="3409086"/>
                        <a:pt x="81694" y="3430890"/>
                      </a:cubicBezTo>
                      <a:cubicBezTo>
                        <a:pt x="81694" y="3430890"/>
                        <a:pt x="79448" y="3427877"/>
                        <a:pt x="82462" y="3425630"/>
                      </a:cubicBezTo>
                      <a:cubicBezTo>
                        <a:pt x="82462" y="3425630"/>
                        <a:pt x="85477" y="3423382"/>
                        <a:pt x="87723" y="3426395"/>
                      </a:cubicBezTo>
                      <a:cubicBezTo>
                        <a:pt x="87723" y="3426395"/>
                        <a:pt x="86954" y="3431654"/>
                        <a:pt x="86954" y="3431654"/>
                      </a:cubicBezTo>
                      <a:cubicBezTo>
                        <a:pt x="89199" y="3434667"/>
                        <a:pt x="89199" y="3434667"/>
                        <a:pt x="89199" y="3434667"/>
                      </a:cubicBezTo>
                      <a:cubicBezTo>
                        <a:pt x="100428" y="3449728"/>
                        <a:pt x="109288" y="3499361"/>
                        <a:pt x="97998" y="3503092"/>
                      </a:cubicBezTo>
                      <a:cubicBezTo>
                        <a:pt x="107688" y="3528673"/>
                        <a:pt x="123346" y="3568551"/>
                        <a:pt x="124762" y="3595615"/>
                      </a:cubicBezTo>
                      <a:cubicBezTo>
                        <a:pt x="116548" y="3578306"/>
                        <a:pt x="101597" y="3551960"/>
                        <a:pt x="92676" y="3521119"/>
                      </a:cubicBezTo>
                      <a:cubicBezTo>
                        <a:pt x="83754" y="3490278"/>
                        <a:pt x="79324" y="3465461"/>
                        <a:pt x="86123" y="3455706"/>
                      </a:cubicBezTo>
                      <a:cubicBezTo>
                        <a:pt x="83109" y="3457954"/>
                        <a:pt x="83109" y="3457954"/>
                        <a:pt x="80863" y="3454941"/>
                      </a:cubicBezTo>
                      <a:cubicBezTo>
                        <a:pt x="81632" y="3449682"/>
                        <a:pt x="77140" y="3443657"/>
                        <a:pt x="80155" y="3441409"/>
                      </a:cubicBezTo>
                      <a:cubicBezTo>
                        <a:pt x="80155" y="3441409"/>
                        <a:pt x="77909" y="3438397"/>
                        <a:pt x="80924" y="3436150"/>
                      </a:cubicBezTo>
                      <a:cubicBezTo>
                        <a:pt x="80924" y="3436150"/>
                        <a:pt x="80924" y="3436150"/>
                        <a:pt x="77909" y="3438397"/>
                      </a:cubicBezTo>
                      <a:cubicBezTo>
                        <a:pt x="67389" y="3436867"/>
                        <a:pt x="65973" y="3409804"/>
                        <a:pt x="62313" y="3379727"/>
                      </a:cubicBezTo>
                      <a:cubicBezTo>
                        <a:pt x="62313" y="3379727"/>
                        <a:pt x="62313" y="3379727"/>
                        <a:pt x="60067" y="3376715"/>
                      </a:cubicBezTo>
                      <a:cubicBezTo>
                        <a:pt x="57052" y="3378962"/>
                        <a:pt x="57052" y="3378962"/>
                        <a:pt x="57821" y="3373703"/>
                      </a:cubicBezTo>
                      <a:cubicBezTo>
                        <a:pt x="57821" y="3373703"/>
                        <a:pt x="55576" y="3370690"/>
                        <a:pt x="55576" y="3370690"/>
                      </a:cubicBezTo>
                      <a:cubicBezTo>
                        <a:pt x="58590" y="3368443"/>
                        <a:pt x="58590" y="3368443"/>
                        <a:pt x="58590" y="3368443"/>
                      </a:cubicBezTo>
                      <a:cubicBezTo>
                        <a:pt x="58590" y="3368443"/>
                        <a:pt x="58590" y="3368443"/>
                        <a:pt x="53330" y="3367678"/>
                      </a:cubicBezTo>
                      <a:cubicBezTo>
                        <a:pt x="51853" y="3359406"/>
                        <a:pt x="46593" y="3358641"/>
                        <a:pt x="41394" y="3339084"/>
                      </a:cubicBezTo>
                      <a:cubicBezTo>
                        <a:pt x="35364" y="3343579"/>
                        <a:pt x="42809" y="3366148"/>
                        <a:pt x="33057" y="3359359"/>
                      </a:cubicBezTo>
                      <a:cubicBezTo>
                        <a:pt x="32319" y="3355223"/>
                        <a:pt x="31196" y="3353717"/>
                        <a:pt x="30073" y="3352210"/>
                      </a:cubicBezTo>
                      <a:lnTo>
                        <a:pt x="28581" y="3348636"/>
                      </a:lnTo>
                      <a:lnTo>
                        <a:pt x="29335" y="3348074"/>
                      </a:lnTo>
                      <a:cubicBezTo>
                        <a:pt x="27089" y="3345062"/>
                        <a:pt x="27089" y="3345062"/>
                        <a:pt x="27089" y="3345062"/>
                      </a:cubicBezTo>
                      <a:lnTo>
                        <a:pt x="28581" y="3348636"/>
                      </a:lnTo>
                      <a:lnTo>
                        <a:pt x="26320" y="3350322"/>
                      </a:lnTo>
                      <a:cubicBezTo>
                        <a:pt x="26320" y="3350322"/>
                        <a:pt x="24074" y="3347310"/>
                        <a:pt x="24074" y="3347310"/>
                      </a:cubicBezTo>
                      <a:cubicBezTo>
                        <a:pt x="21828" y="3344297"/>
                        <a:pt x="21828" y="3344297"/>
                        <a:pt x="21828" y="3344297"/>
                      </a:cubicBezTo>
                      <a:cubicBezTo>
                        <a:pt x="22598" y="3339037"/>
                        <a:pt x="21121" y="3330765"/>
                        <a:pt x="19644" y="3322493"/>
                      </a:cubicBezTo>
                      <a:cubicBezTo>
                        <a:pt x="19644" y="3322493"/>
                        <a:pt x="20413" y="3317233"/>
                        <a:pt x="20413" y="3317233"/>
                      </a:cubicBezTo>
                      <a:cubicBezTo>
                        <a:pt x="20413" y="3317233"/>
                        <a:pt x="18168" y="3314221"/>
                        <a:pt x="18937" y="3308961"/>
                      </a:cubicBezTo>
                      <a:cubicBezTo>
                        <a:pt x="18937" y="3308961"/>
                        <a:pt x="16691" y="3305949"/>
                        <a:pt x="19706" y="3303701"/>
                      </a:cubicBezTo>
                      <a:cubicBezTo>
                        <a:pt x="21952" y="3306713"/>
                        <a:pt x="21952" y="3306713"/>
                        <a:pt x="21182" y="3311973"/>
                      </a:cubicBezTo>
                      <a:cubicBezTo>
                        <a:pt x="21182" y="3311973"/>
                        <a:pt x="23428" y="3314986"/>
                        <a:pt x="22659" y="3320245"/>
                      </a:cubicBezTo>
                      <a:cubicBezTo>
                        <a:pt x="24197" y="3309726"/>
                        <a:pt x="22721" y="3301454"/>
                        <a:pt x="26504" y="3293946"/>
                      </a:cubicBezTo>
                      <a:cubicBezTo>
                        <a:pt x="31765" y="3294711"/>
                        <a:pt x="35487" y="3305996"/>
                        <a:pt x="42286" y="3296241"/>
                      </a:cubicBezTo>
                      <a:cubicBezTo>
                        <a:pt x="29704" y="3235323"/>
                        <a:pt x="17829" y="3187938"/>
                        <a:pt x="16537" y="3123291"/>
                      </a:cubicBezTo>
                      <a:cubicBezTo>
                        <a:pt x="14291" y="3120278"/>
                        <a:pt x="14291" y="3120278"/>
                        <a:pt x="15060" y="3115018"/>
                      </a:cubicBezTo>
                      <a:cubicBezTo>
                        <a:pt x="12815" y="3112006"/>
                        <a:pt x="15829" y="3109758"/>
                        <a:pt x="15829" y="3109758"/>
                      </a:cubicBezTo>
                      <a:cubicBezTo>
                        <a:pt x="10630" y="3090202"/>
                        <a:pt x="9215" y="3063138"/>
                        <a:pt x="10046" y="3039086"/>
                      </a:cubicBezTo>
                      <a:cubicBezTo>
                        <a:pt x="4847" y="3019529"/>
                        <a:pt x="-1059" y="2986441"/>
                        <a:pt x="1309" y="2951870"/>
                      </a:cubicBezTo>
                      <a:cubicBezTo>
                        <a:pt x="-1583" y="2916533"/>
                        <a:pt x="786" y="2881962"/>
                        <a:pt x="3862" y="2860923"/>
                      </a:cubicBezTo>
                      <a:cubicBezTo>
                        <a:pt x="4755" y="2818079"/>
                        <a:pt x="6416" y="2769976"/>
                        <a:pt x="7308" y="2727132"/>
                      </a:cubicBezTo>
                      <a:cubicBezTo>
                        <a:pt x="10445" y="2687301"/>
                        <a:pt x="15829" y="2650482"/>
                        <a:pt x="30195" y="2625713"/>
                      </a:cubicBezTo>
                      <a:cubicBezTo>
                        <a:pt x="29426" y="2630973"/>
                        <a:pt x="28657" y="2636232"/>
                        <a:pt x="27888" y="2641492"/>
                      </a:cubicBezTo>
                      <a:cubicBezTo>
                        <a:pt x="27888" y="2641492"/>
                        <a:pt x="27888" y="2641492"/>
                        <a:pt x="31672" y="2633985"/>
                      </a:cubicBezTo>
                      <a:cubicBezTo>
                        <a:pt x="29426" y="2630973"/>
                        <a:pt x="32441" y="2628725"/>
                        <a:pt x="32441" y="2628725"/>
                      </a:cubicBezTo>
                      <a:cubicBezTo>
                        <a:pt x="34687" y="2631737"/>
                        <a:pt x="34687" y="2631737"/>
                        <a:pt x="33917" y="2636997"/>
                      </a:cubicBezTo>
                      <a:cubicBezTo>
                        <a:pt x="33917" y="2636997"/>
                        <a:pt x="33917" y="2636997"/>
                        <a:pt x="36163" y="2640009"/>
                      </a:cubicBezTo>
                      <a:cubicBezTo>
                        <a:pt x="41547" y="2603191"/>
                        <a:pt x="47699" y="2561112"/>
                        <a:pt x="47822" y="2523528"/>
                      </a:cubicBezTo>
                      <a:cubicBezTo>
                        <a:pt x="62188" y="2498759"/>
                        <a:pt x="69110" y="2451420"/>
                        <a:pt x="82769" y="2413119"/>
                      </a:cubicBezTo>
                      <a:close/>
                      <a:moveTo>
                        <a:pt x="842852" y="2186167"/>
                      </a:moveTo>
                      <a:cubicBezTo>
                        <a:pt x="843814" y="2190672"/>
                        <a:pt x="843814" y="2190672"/>
                        <a:pt x="844776" y="2195175"/>
                      </a:cubicBezTo>
                      <a:cubicBezTo>
                        <a:pt x="833189" y="2207070"/>
                        <a:pt x="824795" y="2255960"/>
                        <a:pt x="807086" y="2283291"/>
                      </a:cubicBezTo>
                      <a:cubicBezTo>
                        <a:pt x="809819" y="2285062"/>
                        <a:pt x="807481" y="2296159"/>
                        <a:pt x="802365" y="2310792"/>
                      </a:cubicBezTo>
                      <a:lnTo>
                        <a:pt x="785915" y="2348273"/>
                      </a:lnTo>
                      <a:lnTo>
                        <a:pt x="807499" y="2266692"/>
                      </a:lnTo>
                      <a:lnTo>
                        <a:pt x="823460" y="2218568"/>
                      </a:lnTo>
                      <a:lnTo>
                        <a:pt x="830609" y="2217040"/>
                      </a:lnTo>
                      <a:cubicBezTo>
                        <a:pt x="833189" y="2207070"/>
                        <a:pt x="835769" y="2197099"/>
                        <a:pt x="839310" y="2191634"/>
                      </a:cubicBezTo>
                      <a:cubicBezTo>
                        <a:pt x="839310" y="2191634"/>
                        <a:pt x="842852" y="2186167"/>
                        <a:pt x="842852" y="2186167"/>
                      </a:cubicBezTo>
                      <a:close/>
                      <a:moveTo>
                        <a:pt x="840927" y="2177159"/>
                      </a:moveTo>
                      <a:cubicBezTo>
                        <a:pt x="841889" y="2181663"/>
                        <a:pt x="837385" y="2182625"/>
                        <a:pt x="838347" y="2187130"/>
                      </a:cubicBezTo>
                      <a:cubicBezTo>
                        <a:pt x="833844" y="2188092"/>
                        <a:pt x="834806" y="2192596"/>
                        <a:pt x="834806" y="2192596"/>
                      </a:cubicBezTo>
                      <a:lnTo>
                        <a:pt x="827275" y="2207064"/>
                      </a:lnTo>
                      <a:lnTo>
                        <a:pt x="834303" y="2185873"/>
                      </a:lnTo>
                      <a:lnTo>
                        <a:pt x="837385" y="2182625"/>
                      </a:lnTo>
                      <a:lnTo>
                        <a:pt x="836151" y="2180302"/>
                      </a:lnTo>
                      <a:lnTo>
                        <a:pt x="836748" y="2178498"/>
                      </a:lnTo>
                      <a:close/>
                      <a:moveTo>
                        <a:pt x="839464" y="2170309"/>
                      </a:moveTo>
                      <a:lnTo>
                        <a:pt x="839965" y="2172655"/>
                      </a:lnTo>
                      <a:lnTo>
                        <a:pt x="838208" y="2174097"/>
                      </a:lnTo>
                      <a:close/>
                      <a:moveTo>
                        <a:pt x="845313" y="2152674"/>
                      </a:moveTo>
                      <a:lnTo>
                        <a:pt x="849628" y="2151752"/>
                      </a:lnTo>
                      <a:cubicBezTo>
                        <a:pt x="849628" y="2151752"/>
                        <a:pt x="846087" y="2157218"/>
                        <a:pt x="847050" y="2161723"/>
                      </a:cubicBezTo>
                      <a:cubicBezTo>
                        <a:pt x="847050" y="2161723"/>
                        <a:pt x="847050" y="2161723"/>
                        <a:pt x="846087" y="2157218"/>
                      </a:cubicBezTo>
                      <a:lnTo>
                        <a:pt x="843632" y="2157743"/>
                      </a:lnTo>
                      <a:close/>
                      <a:moveTo>
                        <a:pt x="875203" y="2077877"/>
                      </a:moveTo>
                      <a:lnTo>
                        <a:pt x="874366" y="2081194"/>
                      </a:lnTo>
                      <a:cubicBezTo>
                        <a:pt x="872203" y="2090708"/>
                        <a:pt x="875163" y="2083894"/>
                        <a:pt x="881198" y="2079073"/>
                      </a:cubicBezTo>
                      <a:cubicBezTo>
                        <a:pt x="865413" y="2115412"/>
                        <a:pt x="866375" y="2119916"/>
                        <a:pt x="852208" y="2141782"/>
                      </a:cubicBezTo>
                      <a:lnTo>
                        <a:pt x="848676" y="2142537"/>
                      </a:lnTo>
                      <a:lnTo>
                        <a:pt x="849759" y="2139271"/>
                      </a:lnTo>
                      <a:close/>
                      <a:moveTo>
                        <a:pt x="4931467" y="1175063"/>
                      </a:moveTo>
                      <a:lnTo>
                        <a:pt x="4937140" y="1179573"/>
                      </a:lnTo>
                      <a:cubicBezTo>
                        <a:pt x="4937140" y="1179573"/>
                        <a:pt x="4931674" y="1176031"/>
                        <a:pt x="4931674" y="1176031"/>
                      </a:cubicBezTo>
                      <a:close/>
                      <a:moveTo>
                        <a:pt x="561352" y="2088239"/>
                      </a:moveTo>
                      <a:cubicBezTo>
                        <a:pt x="564202" y="2086988"/>
                        <a:pt x="568184" y="2086749"/>
                        <a:pt x="573826" y="2087987"/>
                      </a:cubicBezTo>
                      <a:lnTo>
                        <a:pt x="582872" y="2092891"/>
                      </a:lnTo>
                      <a:lnTo>
                        <a:pt x="578185" y="2103852"/>
                      </a:lnTo>
                      <a:cubicBezTo>
                        <a:pt x="463551" y="2408874"/>
                        <a:pt x="402676" y="2736722"/>
                        <a:pt x="404548" y="3073332"/>
                      </a:cubicBezTo>
                      <a:lnTo>
                        <a:pt x="414356" y="3260413"/>
                      </a:lnTo>
                      <a:lnTo>
                        <a:pt x="410289" y="3235547"/>
                      </a:lnTo>
                      <a:cubicBezTo>
                        <a:pt x="391018" y="3081276"/>
                        <a:pt x="385239" y="2926080"/>
                        <a:pt x="403101" y="2771698"/>
                      </a:cubicBezTo>
                      <a:cubicBezTo>
                        <a:pt x="408745" y="2715741"/>
                        <a:pt x="400500" y="2658840"/>
                        <a:pt x="408415" y="2604354"/>
                      </a:cubicBezTo>
                      <a:cubicBezTo>
                        <a:pt x="409757" y="2592334"/>
                        <a:pt x="403764" y="2564285"/>
                        <a:pt x="435141" y="2583001"/>
                      </a:cubicBezTo>
                      <a:cubicBezTo>
                        <a:pt x="448360" y="2589954"/>
                        <a:pt x="447033" y="2574594"/>
                        <a:pt x="449176" y="2566314"/>
                      </a:cubicBezTo>
                      <a:cubicBezTo>
                        <a:pt x="467037" y="2411933"/>
                        <a:pt x="511608" y="2263578"/>
                        <a:pt x="552039" y="2114152"/>
                      </a:cubicBezTo>
                      <a:cubicBezTo>
                        <a:pt x="554449" y="2104837"/>
                        <a:pt x="552804" y="2091989"/>
                        <a:pt x="561352" y="2088239"/>
                      </a:cubicBezTo>
                      <a:close/>
                      <a:moveTo>
                        <a:pt x="5705773" y="955466"/>
                      </a:moveTo>
                      <a:cubicBezTo>
                        <a:pt x="5709740" y="959433"/>
                        <a:pt x="5713706" y="967367"/>
                        <a:pt x="5709740" y="967367"/>
                      </a:cubicBezTo>
                      <a:cubicBezTo>
                        <a:pt x="5705774" y="959433"/>
                        <a:pt x="5701808" y="955466"/>
                        <a:pt x="5705773" y="955466"/>
                      </a:cubicBezTo>
                      <a:close/>
                      <a:moveTo>
                        <a:pt x="968004" y="1863229"/>
                      </a:moveTo>
                      <a:lnTo>
                        <a:pt x="968776" y="1863422"/>
                      </a:lnTo>
                      <a:lnTo>
                        <a:pt x="957715" y="1886114"/>
                      </a:lnTo>
                      <a:cubicBezTo>
                        <a:pt x="948937" y="1905650"/>
                        <a:pt x="941930" y="1922454"/>
                        <a:pt x="938869" y="1930172"/>
                      </a:cubicBezTo>
                      <a:cubicBezTo>
                        <a:pt x="937252" y="1944646"/>
                        <a:pt x="905376" y="1993844"/>
                        <a:pt x="906645" y="2021830"/>
                      </a:cubicBezTo>
                      <a:cubicBezTo>
                        <a:pt x="898600" y="2028259"/>
                        <a:pt x="901179" y="2018288"/>
                        <a:pt x="901179" y="2018288"/>
                      </a:cubicBezTo>
                      <a:cubicBezTo>
                        <a:pt x="900371" y="2025526"/>
                        <a:pt x="895779" y="2037103"/>
                        <a:pt x="890505" y="2048238"/>
                      </a:cubicBezTo>
                      <a:lnTo>
                        <a:pt x="877626" y="2072031"/>
                      </a:lnTo>
                      <a:lnTo>
                        <a:pt x="952342" y="1891751"/>
                      </a:lnTo>
                      <a:cubicBezTo>
                        <a:pt x="954884" y="1885341"/>
                        <a:pt x="957426" y="1878932"/>
                        <a:pt x="959967" y="1872523"/>
                      </a:cubicBezTo>
                      <a:cubicBezTo>
                        <a:pt x="961973" y="1868183"/>
                        <a:pt x="964647" y="1864679"/>
                        <a:pt x="968004" y="1863229"/>
                      </a:cubicBezTo>
                      <a:close/>
                      <a:moveTo>
                        <a:pt x="4343712" y="1135297"/>
                      </a:moveTo>
                      <a:cubicBezTo>
                        <a:pt x="4338942" y="1143968"/>
                        <a:pt x="4368028" y="1158847"/>
                        <a:pt x="4388447" y="1168954"/>
                      </a:cubicBezTo>
                      <a:cubicBezTo>
                        <a:pt x="4409120" y="1195019"/>
                        <a:pt x="4443799" y="1214105"/>
                        <a:pt x="4474271" y="1238784"/>
                      </a:cubicBezTo>
                      <a:cubicBezTo>
                        <a:pt x="4471193" y="1238219"/>
                        <a:pt x="4471193" y="1238219"/>
                        <a:pt x="4471193" y="1238219"/>
                      </a:cubicBezTo>
                      <a:cubicBezTo>
                        <a:pt x="4468680" y="1234576"/>
                        <a:pt x="4465601" y="1234012"/>
                        <a:pt x="4461959" y="1236526"/>
                      </a:cubicBezTo>
                      <a:cubicBezTo>
                        <a:pt x="4461959" y="1236526"/>
                        <a:pt x="4464473" y="1240170"/>
                        <a:pt x="4467551" y="1240734"/>
                      </a:cubicBezTo>
                      <a:cubicBezTo>
                        <a:pt x="4435949" y="1222212"/>
                        <a:pt x="4393165" y="1195276"/>
                        <a:pt x="4368285" y="1174804"/>
                      </a:cubicBezTo>
                      <a:cubicBezTo>
                        <a:pt x="4344789" y="1164132"/>
                        <a:pt x="4321858" y="1150383"/>
                        <a:pt x="4302825" y="1150076"/>
                      </a:cubicBezTo>
                      <a:cubicBezTo>
                        <a:pt x="4377211" y="1195533"/>
                        <a:pt x="4431179" y="1230884"/>
                        <a:pt x="4474219" y="1273777"/>
                      </a:cubicBezTo>
                      <a:cubicBezTo>
                        <a:pt x="4492123" y="1280242"/>
                        <a:pt x="4520081" y="1301278"/>
                        <a:pt x="4527622" y="1312207"/>
                      </a:cubicBezTo>
                      <a:cubicBezTo>
                        <a:pt x="4515310" y="1309949"/>
                        <a:pt x="4525929" y="1321442"/>
                        <a:pt x="4519208" y="1323392"/>
                      </a:cubicBezTo>
                      <a:cubicBezTo>
                        <a:pt x="4527314" y="1331242"/>
                        <a:pt x="4530957" y="1328729"/>
                        <a:pt x="4535984" y="1336014"/>
                      </a:cubicBezTo>
                      <a:cubicBezTo>
                        <a:pt x="4550810" y="1341915"/>
                        <a:pt x="4526493" y="1318363"/>
                        <a:pt x="4543833" y="1327907"/>
                      </a:cubicBezTo>
                      <a:cubicBezTo>
                        <a:pt x="4576819" y="1356228"/>
                        <a:pt x="4594979" y="1378650"/>
                        <a:pt x="4631607" y="1404458"/>
                      </a:cubicBezTo>
                      <a:cubicBezTo>
                        <a:pt x="4638584" y="1418466"/>
                        <a:pt x="4654795" y="1434166"/>
                        <a:pt x="4674083" y="1450430"/>
                      </a:cubicBezTo>
                      <a:cubicBezTo>
                        <a:pt x="4690294" y="1466130"/>
                        <a:pt x="4709018" y="1485474"/>
                        <a:pt x="4719073" y="1500045"/>
                      </a:cubicBezTo>
                      <a:cubicBezTo>
                        <a:pt x="4708454" y="1488552"/>
                        <a:pt x="4704812" y="1491066"/>
                        <a:pt x="4701734" y="1490503"/>
                      </a:cubicBezTo>
                      <a:cubicBezTo>
                        <a:pt x="4704248" y="1494146"/>
                        <a:pt x="4701169" y="1493581"/>
                        <a:pt x="4700605" y="1496660"/>
                      </a:cubicBezTo>
                      <a:cubicBezTo>
                        <a:pt x="4716815" y="1512360"/>
                        <a:pt x="4718765" y="1519082"/>
                        <a:pt x="4734976" y="1534781"/>
                      </a:cubicBezTo>
                      <a:cubicBezTo>
                        <a:pt x="4738054" y="1535345"/>
                        <a:pt x="4738054" y="1535345"/>
                        <a:pt x="4743645" y="1539553"/>
                      </a:cubicBezTo>
                      <a:cubicBezTo>
                        <a:pt x="4747852" y="1533960"/>
                        <a:pt x="4740312" y="1523031"/>
                        <a:pt x="4748981" y="1527803"/>
                      </a:cubicBezTo>
                      <a:cubicBezTo>
                        <a:pt x="4764628" y="1546581"/>
                        <a:pt x="4774682" y="1561153"/>
                        <a:pt x="4787814" y="1576290"/>
                      </a:cubicBezTo>
                      <a:cubicBezTo>
                        <a:pt x="4800947" y="1591426"/>
                        <a:pt x="4814080" y="1606562"/>
                        <a:pt x="4835318" y="1629548"/>
                      </a:cubicBezTo>
                      <a:cubicBezTo>
                        <a:pt x="4835882" y="1626469"/>
                        <a:pt x="4838961" y="1627033"/>
                        <a:pt x="4841474" y="1630676"/>
                      </a:cubicBezTo>
                      <a:cubicBezTo>
                        <a:pt x="4857120" y="1649455"/>
                        <a:pt x="4854607" y="1645812"/>
                        <a:pt x="4867175" y="1664027"/>
                      </a:cubicBezTo>
                      <a:cubicBezTo>
                        <a:pt x="4872202" y="1671313"/>
                        <a:pt x="4880308" y="1679162"/>
                        <a:pt x="4885335" y="1686449"/>
                      </a:cubicBezTo>
                      <a:cubicBezTo>
                        <a:pt x="4911292" y="1735757"/>
                        <a:pt x="4949869" y="1768286"/>
                        <a:pt x="4983932" y="1825444"/>
                      </a:cubicBezTo>
                      <a:cubicBezTo>
                        <a:pt x="4987010" y="1826008"/>
                        <a:pt x="4991473" y="1836373"/>
                        <a:pt x="4997064" y="1840580"/>
                      </a:cubicBezTo>
                      <a:cubicBezTo>
                        <a:pt x="4996500" y="1843658"/>
                        <a:pt x="5007119" y="1855152"/>
                        <a:pt x="5000399" y="1857102"/>
                      </a:cubicBezTo>
                      <a:cubicBezTo>
                        <a:pt x="4994807" y="1852894"/>
                        <a:pt x="4982239" y="1834680"/>
                        <a:pt x="4978032" y="1840273"/>
                      </a:cubicBezTo>
                      <a:cubicBezTo>
                        <a:pt x="4985009" y="1854280"/>
                        <a:pt x="4993114" y="1862131"/>
                        <a:pt x="4997577" y="1872495"/>
                      </a:cubicBezTo>
                      <a:cubicBezTo>
                        <a:pt x="4994499" y="1871930"/>
                        <a:pt x="4997012" y="1875573"/>
                        <a:pt x="4998962" y="1882295"/>
                      </a:cubicBezTo>
                      <a:cubicBezTo>
                        <a:pt x="5002040" y="1882859"/>
                        <a:pt x="5000090" y="1876137"/>
                        <a:pt x="4997577" y="1872495"/>
                      </a:cubicBezTo>
                      <a:cubicBezTo>
                        <a:pt x="5005118" y="1883424"/>
                        <a:pt x="5013223" y="1891273"/>
                        <a:pt x="5021329" y="1899124"/>
                      </a:cubicBezTo>
                      <a:cubicBezTo>
                        <a:pt x="5029434" y="1906974"/>
                        <a:pt x="5017430" y="1885681"/>
                        <a:pt x="5021072" y="1883167"/>
                      </a:cubicBezTo>
                      <a:cubicBezTo>
                        <a:pt x="5021072" y="1883167"/>
                        <a:pt x="5026100" y="1890452"/>
                        <a:pt x="5029742" y="1887937"/>
                      </a:cubicBezTo>
                      <a:cubicBezTo>
                        <a:pt x="5033384" y="1885424"/>
                        <a:pt x="5024458" y="1864694"/>
                        <a:pt x="5038977" y="1889630"/>
                      </a:cubicBezTo>
                      <a:cubicBezTo>
                        <a:pt x="5036463" y="1885988"/>
                        <a:pt x="5036463" y="1885988"/>
                        <a:pt x="5036463" y="1885988"/>
                      </a:cubicBezTo>
                      <a:cubicBezTo>
                        <a:pt x="5036463" y="1885988"/>
                        <a:pt x="5035898" y="1889066"/>
                        <a:pt x="5035898" y="1889066"/>
                      </a:cubicBezTo>
                      <a:cubicBezTo>
                        <a:pt x="5035334" y="1892145"/>
                        <a:pt x="5035334" y="1892145"/>
                        <a:pt x="5035334" y="1892145"/>
                      </a:cubicBezTo>
                      <a:cubicBezTo>
                        <a:pt x="5037847" y="1895788"/>
                        <a:pt x="5037847" y="1895788"/>
                        <a:pt x="5040926" y="1896352"/>
                      </a:cubicBezTo>
                      <a:cubicBezTo>
                        <a:pt x="5034769" y="1895224"/>
                        <a:pt x="5049287" y="1920160"/>
                        <a:pt x="5052930" y="1917645"/>
                      </a:cubicBezTo>
                      <a:cubicBezTo>
                        <a:pt x="5052366" y="1920724"/>
                        <a:pt x="5055443" y="1921289"/>
                        <a:pt x="5057957" y="1924931"/>
                      </a:cubicBezTo>
                      <a:cubicBezTo>
                        <a:pt x="5057957" y="1924931"/>
                        <a:pt x="5058521" y="1921853"/>
                        <a:pt x="5056008" y="1918210"/>
                      </a:cubicBezTo>
                      <a:cubicBezTo>
                        <a:pt x="5056008" y="1918210"/>
                        <a:pt x="5056008" y="1918210"/>
                        <a:pt x="5056572" y="1915131"/>
                      </a:cubicBezTo>
                      <a:cubicBezTo>
                        <a:pt x="5066062" y="1932782"/>
                        <a:pt x="5099868" y="1973982"/>
                        <a:pt x="5100125" y="1989940"/>
                      </a:cubicBezTo>
                      <a:cubicBezTo>
                        <a:pt x="5088941" y="1981525"/>
                        <a:pt x="5078322" y="1970033"/>
                        <a:pt x="5074115" y="1975625"/>
                      </a:cubicBezTo>
                      <a:cubicBezTo>
                        <a:pt x="5076064" y="1982347"/>
                        <a:pt x="5083605" y="1993276"/>
                        <a:pt x="5074372" y="1991583"/>
                      </a:cubicBezTo>
                      <a:cubicBezTo>
                        <a:pt x="5081348" y="2005590"/>
                        <a:pt x="5088325" y="2019597"/>
                        <a:pt x="5095301" y="2033605"/>
                      </a:cubicBezTo>
                      <a:cubicBezTo>
                        <a:pt x="5098379" y="2034169"/>
                        <a:pt x="5093916" y="2023804"/>
                        <a:pt x="5098943" y="2031091"/>
                      </a:cubicBezTo>
                      <a:cubicBezTo>
                        <a:pt x="5102842" y="2044534"/>
                        <a:pt x="5110383" y="2055462"/>
                        <a:pt x="5116231" y="2075627"/>
                      </a:cubicBezTo>
                      <a:cubicBezTo>
                        <a:pt x="5132441" y="2091327"/>
                        <a:pt x="5138289" y="2111491"/>
                        <a:pt x="5153627" y="2149306"/>
                      </a:cubicBezTo>
                      <a:cubicBezTo>
                        <a:pt x="5147471" y="2148178"/>
                        <a:pt x="5149420" y="2154900"/>
                        <a:pt x="5149420" y="2154900"/>
                      </a:cubicBezTo>
                      <a:cubicBezTo>
                        <a:pt x="5159731" y="2185428"/>
                        <a:pt x="5172555" y="2219600"/>
                        <a:pt x="5179788" y="2249565"/>
                      </a:cubicBezTo>
                      <a:cubicBezTo>
                        <a:pt x="5189534" y="2283173"/>
                        <a:pt x="5199844" y="2313703"/>
                        <a:pt x="5208206" y="2337510"/>
                      </a:cubicBezTo>
                      <a:cubicBezTo>
                        <a:pt x="5204307" y="2324067"/>
                        <a:pt x="5211849" y="2334995"/>
                        <a:pt x="5214363" y="2338638"/>
                      </a:cubicBezTo>
                      <a:cubicBezTo>
                        <a:pt x="5215747" y="2348439"/>
                        <a:pt x="5222159" y="2365525"/>
                        <a:pt x="5216568" y="2361317"/>
                      </a:cubicBezTo>
                      <a:cubicBezTo>
                        <a:pt x="5224929" y="2385125"/>
                        <a:pt x="5229392" y="2395489"/>
                        <a:pt x="5236624" y="2425454"/>
                      </a:cubicBezTo>
                      <a:cubicBezTo>
                        <a:pt x="5234932" y="2434690"/>
                        <a:pt x="5233802" y="2440848"/>
                        <a:pt x="5235187" y="2450647"/>
                      </a:cubicBezTo>
                      <a:cubicBezTo>
                        <a:pt x="5240215" y="2457934"/>
                        <a:pt x="5243549" y="2474455"/>
                        <a:pt x="5243805" y="2490413"/>
                      </a:cubicBezTo>
                      <a:cubicBezTo>
                        <a:pt x="5247139" y="2506934"/>
                        <a:pt x="5251038" y="2520377"/>
                        <a:pt x="5256629" y="2524584"/>
                      </a:cubicBezTo>
                      <a:cubicBezTo>
                        <a:pt x="5258887" y="2512270"/>
                        <a:pt x="5257245" y="2486513"/>
                        <a:pt x="5251963" y="2463269"/>
                      </a:cubicBezTo>
                      <a:cubicBezTo>
                        <a:pt x="5246679" y="2440026"/>
                        <a:pt x="5238882" y="2413140"/>
                        <a:pt x="5233034" y="2392975"/>
                      </a:cubicBezTo>
                      <a:cubicBezTo>
                        <a:pt x="5230521" y="2389332"/>
                        <a:pt x="5229136" y="2379532"/>
                        <a:pt x="5229701" y="2376453"/>
                      </a:cubicBezTo>
                      <a:cubicBezTo>
                        <a:pt x="5212413" y="2331917"/>
                        <a:pt x="5217493" y="2304210"/>
                        <a:pt x="5206362" y="2260801"/>
                      </a:cubicBezTo>
                      <a:cubicBezTo>
                        <a:pt x="5176198" y="2217087"/>
                        <a:pt x="5169838" y="2165007"/>
                        <a:pt x="5137469" y="2098614"/>
                      </a:cubicBezTo>
                      <a:cubicBezTo>
                        <a:pt x="5143625" y="2099741"/>
                        <a:pt x="5139726" y="2086298"/>
                        <a:pt x="5143369" y="2083784"/>
                      </a:cubicBezTo>
                      <a:cubicBezTo>
                        <a:pt x="5138906" y="2073419"/>
                        <a:pt x="5131929" y="2059412"/>
                        <a:pt x="5128031" y="2045969"/>
                      </a:cubicBezTo>
                      <a:cubicBezTo>
                        <a:pt x="5130544" y="2049612"/>
                        <a:pt x="5130544" y="2049612"/>
                        <a:pt x="5130544" y="2049612"/>
                      </a:cubicBezTo>
                      <a:cubicBezTo>
                        <a:pt x="5133058" y="2053255"/>
                        <a:pt x="5133058" y="2053255"/>
                        <a:pt x="5133058" y="2053255"/>
                      </a:cubicBezTo>
                      <a:cubicBezTo>
                        <a:pt x="5133622" y="2050176"/>
                        <a:pt x="5134186" y="2047097"/>
                        <a:pt x="5131109" y="2046534"/>
                      </a:cubicBezTo>
                      <a:cubicBezTo>
                        <a:pt x="5128595" y="2042891"/>
                        <a:pt x="5128595" y="2042891"/>
                        <a:pt x="5128595" y="2042891"/>
                      </a:cubicBezTo>
                      <a:cubicBezTo>
                        <a:pt x="5129159" y="2039812"/>
                        <a:pt x="5129159" y="2039812"/>
                        <a:pt x="5129159" y="2039812"/>
                      </a:cubicBezTo>
                      <a:cubicBezTo>
                        <a:pt x="5130853" y="2030576"/>
                        <a:pt x="5116335" y="2005640"/>
                        <a:pt x="5099868" y="1973982"/>
                      </a:cubicBezTo>
                      <a:cubicBezTo>
                        <a:pt x="5080324" y="1941760"/>
                        <a:pt x="5058830" y="1902816"/>
                        <a:pt x="5039284" y="1870595"/>
                      </a:cubicBezTo>
                      <a:cubicBezTo>
                        <a:pt x="5032308" y="1856587"/>
                        <a:pt x="5030358" y="1849865"/>
                        <a:pt x="5022818" y="1838937"/>
                      </a:cubicBezTo>
                      <a:cubicBezTo>
                        <a:pt x="5000759" y="1803072"/>
                        <a:pt x="4971981" y="1769157"/>
                        <a:pt x="4949357" y="1736371"/>
                      </a:cubicBezTo>
                      <a:cubicBezTo>
                        <a:pt x="4944330" y="1729085"/>
                        <a:pt x="4942945" y="1719285"/>
                        <a:pt x="4937353" y="1715077"/>
                      </a:cubicBezTo>
                      <a:cubicBezTo>
                        <a:pt x="4937353" y="1715077"/>
                        <a:pt x="4940431" y="1715642"/>
                        <a:pt x="4939867" y="1718720"/>
                      </a:cubicBezTo>
                      <a:cubicBezTo>
                        <a:pt x="4939867" y="1718720"/>
                        <a:pt x="4942945" y="1719285"/>
                        <a:pt x="4942945" y="1719285"/>
                      </a:cubicBezTo>
                      <a:cubicBezTo>
                        <a:pt x="4940431" y="1715642"/>
                        <a:pt x="4940431" y="1715642"/>
                        <a:pt x="4937918" y="1711999"/>
                      </a:cubicBezTo>
                      <a:cubicBezTo>
                        <a:pt x="4935404" y="1708356"/>
                        <a:pt x="4935404" y="1708356"/>
                        <a:pt x="4935404" y="1708356"/>
                      </a:cubicBezTo>
                      <a:cubicBezTo>
                        <a:pt x="4940996" y="1712564"/>
                        <a:pt x="4953565" y="1730778"/>
                        <a:pt x="4962234" y="1735550"/>
                      </a:cubicBezTo>
                      <a:cubicBezTo>
                        <a:pt x="4965877" y="1733035"/>
                        <a:pt x="4958336" y="1722107"/>
                        <a:pt x="4950794" y="1711178"/>
                      </a:cubicBezTo>
                      <a:cubicBezTo>
                        <a:pt x="4953873" y="1711742"/>
                        <a:pt x="4953873" y="1711742"/>
                        <a:pt x="4953873" y="1711742"/>
                      </a:cubicBezTo>
                      <a:cubicBezTo>
                        <a:pt x="4956387" y="1715384"/>
                        <a:pt x="4956387" y="1715384"/>
                        <a:pt x="4956387" y="1715384"/>
                      </a:cubicBezTo>
                      <a:cubicBezTo>
                        <a:pt x="4960029" y="1712871"/>
                        <a:pt x="4956951" y="1712307"/>
                        <a:pt x="4954437" y="1708663"/>
                      </a:cubicBezTo>
                      <a:cubicBezTo>
                        <a:pt x="4954437" y="1708663"/>
                        <a:pt x="4951924" y="1705020"/>
                        <a:pt x="4951924" y="1705020"/>
                      </a:cubicBezTo>
                      <a:cubicBezTo>
                        <a:pt x="4952488" y="1701941"/>
                        <a:pt x="4964492" y="1723235"/>
                        <a:pt x="4963107" y="1713436"/>
                      </a:cubicBezTo>
                      <a:cubicBezTo>
                        <a:pt x="4950539" y="1695220"/>
                        <a:pt x="4935457" y="1673363"/>
                        <a:pt x="4922888" y="1655149"/>
                      </a:cubicBezTo>
                      <a:cubicBezTo>
                        <a:pt x="4910320" y="1636934"/>
                        <a:pt x="4899701" y="1625441"/>
                        <a:pt x="4892416" y="1630469"/>
                      </a:cubicBezTo>
                      <a:cubicBezTo>
                        <a:pt x="4892981" y="1627391"/>
                        <a:pt x="4889903" y="1626826"/>
                        <a:pt x="4889903" y="1626826"/>
                      </a:cubicBezTo>
                      <a:cubicBezTo>
                        <a:pt x="4890467" y="1623748"/>
                        <a:pt x="4887954" y="1620104"/>
                        <a:pt x="4884876" y="1619540"/>
                      </a:cubicBezTo>
                      <a:cubicBezTo>
                        <a:pt x="4884876" y="1619540"/>
                        <a:pt x="4884876" y="1619540"/>
                        <a:pt x="4884310" y="1622619"/>
                      </a:cubicBezTo>
                      <a:cubicBezTo>
                        <a:pt x="4884310" y="1622619"/>
                        <a:pt x="4886824" y="1626263"/>
                        <a:pt x="4886824" y="1626263"/>
                      </a:cubicBezTo>
                      <a:cubicBezTo>
                        <a:pt x="4883746" y="1625698"/>
                        <a:pt x="4878155" y="1621490"/>
                        <a:pt x="4870050" y="1613640"/>
                      </a:cubicBezTo>
                      <a:cubicBezTo>
                        <a:pt x="4866407" y="1616155"/>
                        <a:pt x="4859687" y="1618104"/>
                        <a:pt x="4856608" y="1617541"/>
                      </a:cubicBezTo>
                      <a:cubicBezTo>
                        <a:pt x="4836499" y="1588397"/>
                        <a:pt x="4820288" y="1572697"/>
                        <a:pt x="4794023" y="1542425"/>
                      </a:cubicBezTo>
                      <a:cubicBezTo>
                        <a:pt x="4788996" y="1535139"/>
                        <a:pt x="4783404" y="1530932"/>
                        <a:pt x="4774734" y="1526160"/>
                      </a:cubicBezTo>
                      <a:cubicBezTo>
                        <a:pt x="4745955" y="1492246"/>
                        <a:pt x="4716612" y="1461409"/>
                        <a:pt x="4686704" y="1433652"/>
                      </a:cubicBezTo>
                      <a:cubicBezTo>
                        <a:pt x="4654282" y="1402251"/>
                        <a:pt x="4624375" y="1374494"/>
                        <a:pt x="4598109" y="1344221"/>
                      </a:cubicBezTo>
                      <a:cubicBezTo>
                        <a:pt x="4601187" y="1344786"/>
                        <a:pt x="4601187" y="1344786"/>
                        <a:pt x="4601187" y="1344786"/>
                      </a:cubicBezTo>
                      <a:cubicBezTo>
                        <a:pt x="4603701" y="1348429"/>
                        <a:pt x="4606779" y="1348993"/>
                        <a:pt x="4606779" y="1348993"/>
                      </a:cubicBezTo>
                      <a:cubicBezTo>
                        <a:pt x="4607344" y="1345914"/>
                        <a:pt x="4604829" y="1342271"/>
                        <a:pt x="4601751" y="1341707"/>
                      </a:cubicBezTo>
                      <a:cubicBezTo>
                        <a:pt x="4599238" y="1338065"/>
                        <a:pt x="4599238" y="1338065"/>
                        <a:pt x="4596160" y="1337500"/>
                      </a:cubicBezTo>
                      <a:cubicBezTo>
                        <a:pt x="4596724" y="1334421"/>
                        <a:pt x="4599802" y="1334986"/>
                        <a:pt x="4602316" y="1338629"/>
                      </a:cubicBezTo>
                      <a:cubicBezTo>
                        <a:pt x="4624118" y="1358536"/>
                        <a:pt x="4655976" y="1393015"/>
                        <a:pt x="4687012" y="1414615"/>
                      </a:cubicBezTo>
                      <a:cubicBezTo>
                        <a:pt x="4690091" y="1415180"/>
                        <a:pt x="4696246" y="1416308"/>
                        <a:pt x="4688706" y="1405380"/>
                      </a:cubicBezTo>
                      <a:cubicBezTo>
                        <a:pt x="4682549" y="1404251"/>
                        <a:pt x="4674444" y="1396401"/>
                        <a:pt x="4663260" y="1387986"/>
                      </a:cubicBezTo>
                      <a:cubicBezTo>
                        <a:pt x="4670545" y="1382958"/>
                        <a:pt x="4642023" y="1365000"/>
                        <a:pt x="4628326" y="1352943"/>
                      </a:cubicBezTo>
                      <a:cubicBezTo>
                        <a:pt x="4590312" y="1317335"/>
                        <a:pt x="4550350" y="1275006"/>
                        <a:pt x="4505052" y="1244426"/>
                      </a:cubicBezTo>
                      <a:cubicBezTo>
                        <a:pt x="4499460" y="1240220"/>
                        <a:pt x="4496382" y="1239655"/>
                        <a:pt x="4490790" y="1235448"/>
                      </a:cubicBezTo>
                      <a:cubicBezTo>
                        <a:pt x="4473450" y="1225905"/>
                        <a:pt x="4446621" y="1198712"/>
                        <a:pt x="4434308" y="1196454"/>
                      </a:cubicBezTo>
                      <a:cubicBezTo>
                        <a:pt x="4437952" y="1193940"/>
                        <a:pt x="4435438" y="1190297"/>
                        <a:pt x="4430410" y="1183012"/>
                      </a:cubicBezTo>
                      <a:cubicBezTo>
                        <a:pt x="4423690" y="1184961"/>
                        <a:pt x="4400759" y="1171212"/>
                        <a:pt x="4400759" y="1171212"/>
                      </a:cubicBezTo>
                      <a:cubicBezTo>
                        <a:pt x="4406915" y="1172339"/>
                        <a:pt x="4407479" y="1169261"/>
                        <a:pt x="4407479" y="1169261"/>
                      </a:cubicBezTo>
                      <a:cubicBezTo>
                        <a:pt x="4382034" y="1151868"/>
                        <a:pt x="4367209" y="1145968"/>
                        <a:pt x="4343712" y="1135297"/>
                      </a:cubicBezTo>
                      <a:close/>
                      <a:moveTo>
                        <a:pt x="1318845" y="1535771"/>
                      </a:moveTo>
                      <a:lnTo>
                        <a:pt x="1298829" y="1573056"/>
                      </a:lnTo>
                      <a:cubicBezTo>
                        <a:pt x="1295994" y="1580384"/>
                        <a:pt x="1293948" y="1587970"/>
                        <a:pt x="1293203" y="1595921"/>
                      </a:cubicBezTo>
                      <a:lnTo>
                        <a:pt x="1293532" y="1599724"/>
                      </a:lnTo>
                      <a:lnTo>
                        <a:pt x="1289333" y="1608630"/>
                      </a:lnTo>
                      <a:cubicBezTo>
                        <a:pt x="1286797" y="1613293"/>
                        <a:pt x="1282129" y="1619000"/>
                        <a:pt x="1270060" y="1628642"/>
                      </a:cubicBezTo>
                      <a:cubicBezTo>
                        <a:pt x="1280031" y="1631222"/>
                        <a:pt x="1236260" y="1668831"/>
                        <a:pt x="1238185" y="1677840"/>
                      </a:cubicBezTo>
                      <a:cubicBezTo>
                        <a:pt x="1256855" y="1655012"/>
                        <a:pt x="1240109" y="1686848"/>
                        <a:pt x="1233025" y="1697780"/>
                      </a:cubicBezTo>
                      <a:cubicBezTo>
                        <a:pt x="1228521" y="1698742"/>
                        <a:pt x="1227558" y="1694239"/>
                        <a:pt x="1232063" y="1693276"/>
                      </a:cubicBezTo>
                      <a:cubicBezTo>
                        <a:pt x="1231100" y="1688772"/>
                        <a:pt x="1231100" y="1688772"/>
                        <a:pt x="1231100" y="1688772"/>
                      </a:cubicBezTo>
                      <a:cubicBezTo>
                        <a:pt x="1230138" y="1684268"/>
                        <a:pt x="1231100" y="1688772"/>
                        <a:pt x="1226596" y="1689735"/>
                      </a:cubicBezTo>
                      <a:cubicBezTo>
                        <a:pt x="1223055" y="1695201"/>
                        <a:pt x="1223055" y="1695201"/>
                        <a:pt x="1223055" y="1695201"/>
                      </a:cubicBezTo>
                      <a:cubicBezTo>
                        <a:pt x="1220475" y="1705171"/>
                        <a:pt x="1225942" y="1708713"/>
                        <a:pt x="1225942" y="1708713"/>
                      </a:cubicBezTo>
                      <a:cubicBezTo>
                        <a:pt x="1226904" y="1713217"/>
                        <a:pt x="1223362" y="1718683"/>
                        <a:pt x="1219820" y="1724150"/>
                      </a:cubicBezTo>
                      <a:cubicBezTo>
                        <a:pt x="1215316" y="1725112"/>
                        <a:pt x="1215316" y="1725112"/>
                        <a:pt x="1210812" y="1726074"/>
                      </a:cubicBezTo>
                      <a:cubicBezTo>
                        <a:pt x="1210812" y="1726074"/>
                        <a:pt x="1209850" y="1721570"/>
                        <a:pt x="1209850" y="1721570"/>
                      </a:cubicBezTo>
                      <a:cubicBezTo>
                        <a:pt x="1209850" y="1721570"/>
                        <a:pt x="1209850" y="1721570"/>
                        <a:pt x="1205346" y="1722532"/>
                      </a:cubicBezTo>
                      <a:cubicBezTo>
                        <a:pt x="1205346" y="1722532"/>
                        <a:pt x="1206308" y="1727037"/>
                        <a:pt x="1206308" y="1727037"/>
                      </a:cubicBezTo>
                      <a:cubicBezTo>
                        <a:pt x="1206308" y="1727037"/>
                        <a:pt x="1207270" y="1731541"/>
                        <a:pt x="1207270" y="1731541"/>
                      </a:cubicBezTo>
                      <a:cubicBezTo>
                        <a:pt x="1208232" y="1736044"/>
                        <a:pt x="1203728" y="1737007"/>
                        <a:pt x="1204690" y="1741511"/>
                      </a:cubicBezTo>
                      <a:cubicBezTo>
                        <a:pt x="1200187" y="1742473"/>
                        <a:pt x="1201149" y="1746977"/>
                        <a:pt x="1201149" y="1746977"/>
                      </a:cubicBezTo>
                      <a:cubicBezTo>
                        <a:pt x="1196645" y="1747940"/>
                        <a:pt x="1196645" y="1747940"/>
                        <a:pt x="1196645" y="1747940"/>
                      </a:cubicBezTo>
                      <a:cubicBezTo>
                        <a:pt x="1193103" y="1753405"/>
                        <a:pt x="1193103" y="1753405"/>
                        <a:pt x="1193103" y="1753405"/>
                      </a:cubicBezTo>
                      <a:cubicBezTo>
                        <a:pt x="1197607" y="1752443"/>
                        <a:pt x="1197607" y="1752443"/>
                        <a:pt x="1197607" y="1752443"/>
                      </a:cubicBezTo>
                      <a:cubicBezTo>
                        <a:pt x="1193103" y="1753405"/>
                        <a:pt x="1194065" y="1757910"/>
                        <a:pt x="1194065" y="1757910"/>
                      </a:cubicBezTo>
                      <a:cubicBezTo>
                        <a:pt x="1179898" y="1779775"/>
                        <a:pt x="1165730" y="1801641"/>
                        <a:pt x="1155105" y="1818040"/>
                      </a:cubicBezTo>
                      <a:cubicBezTo>
                        <a:pt x="1150601" y="1819002"/>
                        <a:pt x="1150601" y="1819002"/>
                        <a:pt x="1150601" y="1819002"/>
                      </a:cubicBezTo>
                      <a:cubicBezTo>
                        <a:pt x="1151563" y="1823506"/>
                        <a:pt x="1151563" y="1823506"/>
                        <a:pt x="1151563" y="1823506"/>
                      </a:cubicBezTo>
                      <a:cubicBezTo>
                        <a:pt x="1148022" y="1828972"/>
                        <a:pt x="1148022" y="1828972"/>
                        <a:pt x="1148022" y="1828972"/>
                      </a:cubicBezTo>
                      <a:cubicBezTo>
                        <a:pt x="1148984" y="1833476"/>
                        <a:pt x="1148984" y="1833476"/>
                        <a:pt x="1148984" y="1833476"/>
                      </a:cubicBezTo>
                      <a:cubicBezTo>
                        <a:pt x="1148022" y="1828972"/>
                        <a:pt x="1148022" y="1828972"/>
                        <a:pt x="1142555" y="1825430"/>
                      </a:cubicBezTo>
                      <a:cubicBezTo>
                        <a:pt x="1139013" y="1830897"/>
                        <a:pt x="1135472" y="1836363"/>
                        <a:pt x="1128388" y="1847295"/>
                      </a:cubicBezTo>
                      <a:cubicBezTo>
                        <a:pt x="1128388" y="1847295"/>
                        <a:pt x="1128388" y="1847295"/>
                        <a:pt x="1123884" y="1848258"/>
                      </a:cubicBezTo>
                      <a:lnTo>
                        <a:pt x="1121709" y="1845626"/>
                      </a:lnTo>
                      <a:lnTo>
                        <a:pt x="1123442" y="1842951"/>
                      </a:lnTo>
                      <a:lnTo>
                        <a:pt x="1125256" y="1840901"/>
                      </a:lnTo>
                      <a:cubicBezTo>
                        <a:pt x="1128716" y="1837807"/>
                        <a:pt x="1132739" y="1834592"/>
                        <a:pt x="1130005" y="1832821"/>
                      </a:cubicBezTo>
                      <a:lnTo>
                        <a:pt x="1123442" y="1842951"/>
                      </a:lnTo>
                      <a:lnTo>
                        <a:pt x="1121403" y="1845256"/>
                      </a:lnTo>
                      <a:lnTo>
                        <a:pt x="1121709" y="1845626"/>
                      </a:lnTo>
                      <a:lnTo>
                        <a:pt x="1105213" y="1871085"/>
                      </a:lnTo>
                      <a:cubicBezTo>
                        <a:pt x="1098129" y="1882018"/>
                        <a:pt x="1094588" y="1887484"/>
                        <a:pt x="1087503" y="1898417"/>
                      </a:cubicBezTo>
                      <a:cubicBezTo>
                        <a:pt x="1083961" y="1903883"/>
                        <a:pt x="1076878" y="1914815"/>
                        <a:pt x="1074299" y="1924786"/>
                      </a:cubicBezTo>
                      <a:cubicBezTo>
                        <a:pt x="1063673" y="1941185"/>
                        <a:pt x="1055628" y="1947614"/>
                        <a:pt x="1042423" y="1973983"/>
                      </a:cubicBezTo>
                      <a:cubicBezTo>
                        <a:pt x="1038881" y="1979450"/>
                        <a:pt x="1035339" y="1984917"/>
                        <a:pt x="1036301" y="1989420"/>
                      </a:cubicBezTo>
                      <a:cubicBezTo>
                        <a:pt x="1031798" y="1990382"/>
                        <a:pt x="1032760" y="1994886"/>
                        <a:pt x="1028255" y="1995849"/>
                      </a:cubicBezTo>
                      <a:cubicBezTo>
                        <a:pt x="1028255" y="1995849"/>
                        <a:pt x="1024713" y="2001315"/>
                        <a:pt x="1024713" y="2001315"/>
                      </a:cubicBezTo>
                      <a:cubicBezTo>
                        <a:pt x="1021172" y="2006781"/>
                        <a:pt x="1017630" y="2012248"/>
                        <a:pt x="1015050" y="2022217"/>
                      </a:cubicBezTo>
                      <a:cubicBezTo>
                        <a:pt x="1014088" y="2017714"/>
                        <a:pt x="1003463" y="2034113"/>
                        <a:pt x="1008928" y="2037654"/>
                      </a:cubicBezTo>
                      <a:cubicBezTo>
                        <a:pt x="1005387" y="2043121"/>
                        <a:pt x="1001845" y="2048587"/>
                        <a:pt x="998303" y="2054054"/>
                      </a:cubicBezTo>
                      <a:cubicBezTo>
                        <a:pt x="966427" y="2103251"/>
                        <a:pt x="932934" y="2166922"/>
                        <a:pt x="910066" y="2214194"/>
                      </a:cubicBezTo>
                      <a:lnTo>
                        <a:pt x="907117" y="2214824"/>
                      </a:lnTo>
                      <a:lnTo>
                        <a:pt x="908116" y="2211343"/>
                      </a:lnTo>
                      <a:lnTo>
                        <a:pt x="972795" y="2040882"/>
                      </a:lnTo>
                      <a:lnTo>
                        <a:pt x="979961" y="2024343"/>
                      </a:lnTo>
                      <a:cubicBezTo>
                        <a:pt x="981898" y="2021353"/>
                        <a:pt x="983204" y="2021957"/>
                        <a:pt x="983522" y="2028953"/>
                      </a:cubicBezTo>
                      <a:lnTo>
                        <a:pt x="986429" y="2010313"/>
                      </a:lnTo>
                      <a:lnTo>
                        <a:pt x="991511" y="1999574"/>
                      </a:lnTo>
                      <a:lnTo>
                        <a:pt x="994802" y="1993577"/>
                      </a:lnTo>
                      <a:cubicBezTo>
                        <a:pt x="994802" y="1993577"/>
                        <a:pt x="995764" y="1998080"/>
                        <a:pt x="999306" y="1992615"/>
                      </a:cubicBezTo>
                      <a:cubicBezTo>
                        <a:pt x="1001077" y="1989881"/>
                        <a:pt x="1000596" y="1987629"/>
                        <a:pt x="1000115" y="1985377"/>
                      </a:cubicBezTo>
                      <a:lnTo>
                        <a:pt x="1000698" y="1980161"/>
                      </a:lnTo>
                      <a:lnTo>
                        <a:pt x="1001566" y="1978326"/>
                      </a:lnTo>
                      <a:lnTo>
                        <a:pt x="1004140" y="1979072"/>
                      </a:lnTo>
                      <a:cubicBezTo>
                        <a:pt x="1011320" y="1974447"/>
                        <a:pt x="1026831" y="1956120"/>
                        <a:pt x="1018633" y="1950808"/>
                      </a:cubicBezTo>
                      <a:cubicBezTo>
                        <a:pt x="1027640" y="1948884"/>
                        <a:pt x="1038921" y="1913506"/>
                        <a:pt x="1038266" y="1932485"/>
                      </a:cubicBezTo>
                      <a:cubicBezTo>
                        <a:pt x="1061135" y="1885212"/>
                        <a:pt x="1082385" y="1852415"/>
                        <a:pt x="1099132" y="1820578"/>
                      </a:cubicBezTo>
                      <a:cubicBezTo>
                        <a:pt x="1102673" y="1815113"/>
                        <a:pt x="1109758" y="1804179"/>
                        <a:pt x="1113299" y="1798714"/>
                      </a:cubicBezTo>
                      <a:cubicBezTo>
                        <a:pt x="1141634" y="1754983"/>
                        <a:pt x="1170930" y="1715756"/>
                        <a:pt x="1204731" y="1675567"/>
                      </a:cubicBezTo>
                      <a:cubicBezTo>
                        <a:pt x="1212777" y="1669139"/>
                        <a:pt x="1227907" y="1651778"/>
                        <a:pt x="1226944" y="1647273"/>
                      </a:cubicBezTo>
                      <a:cubicBezTo>
                        <a:pt x="1226944" y="1647273"/>
                        <a:pt x="1226944" y="1647273"/>
                        <a:pt x="1225982" y="1642769"/>
                      </a:cubicBezTo>
                      <a:cubicBezTo>
                        <a:pt x="1225982" y="1642769"/>
                        <a:pt x="1231449" y="1646311"/>
                        <a:pt x="1231449" y="1646311"/>
                      </a:cubicBezTo>
                      <a:cubicBezTo>
                        <a:pt x="1234990" y="1640845"/>
                        <a:pt x="1239494" y="1639882"/>
                        <a:pt x="1238532" y="1635378"/>
                      </a:cubicBezTo>
                      <a:cubicBezTo>
                        <a:pt x="1243036" y="1634416"/>
                        <a:pt x="1242074" y="1629913"/>
                        <a:pt x="1242074" y="1629913"/>
                      </a:cubicBezTo>
                      <a:cubicBezTo>
                        <a:pt x="1242074" y="1629913"/>
                        <a:pt x="1242074" y="1629913"/>
                        <a:pt x="1237570" y="1630875"/>
                      </a:cubicBezTo>
                      <a:cubicBezTo>
                        <a:pt x="1251737" y="1609009"/>
                        <a:pt x="1271371" y="1590686"/>
                        <a:pt x="1290042" y="1567858"/>
                      </a:cubicBezTo>
                      <a:cubicBezTo>
                        <a:pt x="1300504" y="1556204"/>
                        <a:pt x="1308349" y="1547463"/>
                        <a:pt x="1314235" y="1540908"/>
                      </a:cubicBezTo>
                      <a:close/>
                      <a:moveTo>
                        <a:pt x="4439702" y="857271"/>
                      </a:moveTo>
                      <a:cubicBezTo>
                        <a:pt x="4444206" y="856309"/>
                        <a:pt x="4444206" y="856309"/>
                        <a:pt x="4444206" y="856309"/>
                      </a:cubicBezTo>
                      <a:cubicBezTo>
                        <a:pt x="4454177" y="858888"/>
                        <a:pt x="4454177" y="858888"/>
                        <a:pt x="4445168" y="860813"/>
                      </a:cubicBezTo>
                      <a:cubicBezTo>
                        <a:pt x="4439702" y="857271"/>
                        <a:pt x="4439702" y="857271"/>
                        <a:pt x="4439702" y="857271"/>
                      </a:cubicBezTo>
                      <a:close/>
                      <a:moveTo>
                        <a:pt x="4439395" y="833789"/>
                      </a:moveTo>
                      <a:cubicBezTo>
                        <a:pt x="4439395" y="833789"/>
                        <a:pt x="4443899" y="832826"/>
                        <a:pt x="4444862" y="837331"/>
                      </a:cubicBezTo>
                      <a:cubicBezTo>
                        <a:pt x="4440357" y="838293"/>
                        <a:pt x="4440357" y="838293"/>
                        <a:pt x="4440357" y="838293"/>
                      </a:cubicBezTo>
                      <a:cubicBezTo>
                        <a:pt x="4440357" y="838293"/>
                        <a:pt x="4439395" y="833789"/>
                        <a:pt x="4439395" y="833789"/>
                      </a:cubicBezTo>
                      <a:close/>
                      <a:moveTo>
                        <a:pt x="3878041" y="775787"/>
                      </a:moveTo>
                      <a:lnTo>
                        <a:pt x="3885822" y="777801"/>
                      </a:lnTo>
                      <a:cubicBezTo>
                        <a:pt x="3885822" y="777801"/>
                        <a:pt x="3885822" y="777801"/>
                        <a:pt x="3881318" y="778763"/>
                      </a:cubicBezTo>
                      <a:close/>
                      <a:moveTo>
                        <a:pt x="1104676" y="1330248"/>
                      </a:moveTo>
                      <a:lnTo>
                        <a:pt x="1094527" y="1352482"/>
                      </a:lnTo>
                      <a:cubicBezTo>
                        <a:pt x="1085034" y="1368687"/>
                        <a:pt x="1074540" y="1383638"/>
                        <a:pt x="1064045" y="1398591"/>
                      </a:cubicBezTo>
                      <a:cubicBezTo>
                        <a:pt x="803503" y="1753430"/>
                        <a:pt x="639503" y="2148260"/>
                        <a:pt x="578456" y="2585624"/>
                      </a:cubicBezTo>
                      <a:cubicBezTo>
                        <a:pt x="577113" y="2597643"/>
                        <a:pt x="570958" y="2614601"/>
                        <a:pt x="575225" y="2625422"/>
                      </a:cubicBezTo>
                      <a:cubicBezTo>
                        <a:pt x="606405" y="2743906"/>
                        <a:pt x="581353" y="2864627"/>
                        <a:pt x="589292" y="2984165"/>
                      </a:cubicBezTo>
                      <a:cubicBezTo>
                        <a:pt x="596704" y="3092084"/>
                        <a:pt x="598106" y="3199331"/>
                        <a:pt x="621678" y="3309663"/>
                      </a:cubicBezTo>
                      <a:cubicBezTo>
                        <a:pt x="647206" y="3282700"/>
                        <a:pt x="641213" y="3254649"/>
                        <a:pt x="637489" y="3228070"/>
                      </a:cubicBezTo>
                      <a:cubicBezTo>
                        <a:pt x="626465" y="3130699"/>
                        <a:pt x="617310" y="3032930"/>
                        <a:pt x="616036" y="2935433"/>
                      </a:cubicBezTo>
                      <a:cubicBezTo>
                        <a:pt x="609213" y="2528212"/>
                        <a:pt x="703216" y="2144425"/>
                        <a:pt x="887499" y="1780458"/>
                      </a:cubicBezTo>
                      <a:cubicBezTo>
                        <a:pt x="913443" y="1727986"/>
                        <a:pt x="957546" y="1687277"/>
                        <a:pt x="997109" y="1643628"/>
                      </a:cubicBezTo>
                      <a:cubicBezTo>
                        <a:pt x="1011543" y="1628812"/>
                        <a:pt x="1024507" y="1616266"/>
                        <a:pt x="1014774" y="1589014"/>
                      </a:cubicBezTo>
                      <a:cubicBezTo>
                        <a:pt x="1006510" y="1559493"/>
                        <a:pt x="1031767" y="1540409"/>
                        <a:pt x="1051413" y="1522524"/>
                      </a:cubicBezTo>
                      <a:cubicBezTo>
                        <a:pt x="1064776" y="1511848"/>
                        <a:pt x="1083077" y="1505982"/>
                        <a:pt x="1104050" y="1503457"/>
                      </a:cubicBezTo>
                      <a:cubicBezTo>
                        <a:pt x="1085331" y="1534831"/>
                        <a:pt x="1068881" y="1567677"/>
                        <a:pt x="1050162" y="1599052"/>
                      </a:cubicBezTo>
                      <a:cubicBezTo>
                        <a:pt x="991464" y="1699585"/>
                        <a:pt x="933165" y="1801989"/>
                        <a:pt x="889954" y="1910945"/>
                      </a:cubicBezTo>
                      <a:cubicBezTo>
                        <a:pt x="876446" y="1939252"/>
                        <a:pt x="858000" y="1962747"/>
                        <a:pt x="871201" y="1997079"/>
                      </a:cubicBezTo>
                      <a:cubicBezTo>
                        <a:pt x="879337" y="2016850"/>
                        <a:pt x="864630" y="2039546"/>
                        <a:pt x="857404" y="2060644"/>
                      </a:cubicBezTo>
                      <a:cubicBezTo>
                        <a:pt x="812324" y="2170000"/>
                        <a:pt x="781933" y="2284040"/>
                        <a:pt x="753411" y="2397680"/>
                      </a:cubicBezTo>
                      <a:cubicBezTo>
                        <a:pt x="751270" y="2405959"/>
                        <a:pt x="748728" y="2412369"/>
                        <a:pt x="756336" y="2420520"/>
                      </a:cubicBezTo>
                      <a:lnTo>
                        <a:pt x="764421" y="2415547"/>
                      </a:lnTo>
                      <a:lnTo>
                        <a:pt x="761396" y="2433165"/>
                      </a:lnTo>
                      <a:lnTo>
                        <a:pt x="760478" y="2435480"/>
                      </a:lnTo>
                      <a:lnTo>
                        <a:pt x="760592" y="2432158"/>
                      </a:lnTo>
                      <a:cubicBezTo>
                        <a:pt x="760675" y="2429786"/>
                        <a:pt x="760193" y="2427534"/>
                        <a:pt x="757460" y="2425764"/>
                      </a:cubicBezTo>
                      <a:cubicBezTo>
                        <a:pt x="757460" y="2425764"/>
                        <a:pt x="753918" y="2431229"/>
                        <a:pt x="750377" y="2436696"/>
                      </a:cubicBezTo>
                      <a:cubicBezTo>
                        <a:pt x="751339" y="2441200"/>
                        <a:pt x="751339" y="2441200"/>
                        <a:pt x="751339" y="2441200"/>
                      </a:cubicBezTo>
                      <a:cubicBezTo>
                        <a:pt x="742331" y="2443125"/>
                        <a:pt x="743948" y="2428650"/>
                        <a:pt x="751994" y="2422222"/>
                      </a:cubicBezTo>
                      <a:cubicBezTo>
                        <a:pt x="743948" y="2428650"/>
                        <a:pt x="748144" y="2404205"/>
                        <a:pt x="742023" y="2419642"/>
                      </a:cubicBezTo>
                      <a:cubicBezTo>
                        <a:pt x="752956" y="2426726"/>
                        <a:pt x="725932" y="2432500"/>
                        <a:pt x="729781" y="2450515"/>
                      </a:cubicBezTo>
                      <a:cubicBezTo>
                        <a:pt x="730743" y="2455019"/>
                        <a:pt x="730743" y="2455019"/>
                        <a:pt x="730743" y="2455019"/>
                      </a:cubicBezTo>
                      <a:cubicBezTo>
                        <a:pt x="730743" y="2455019"/>
                        <a:pt x="730743" y="2455019"/>
                        <a:pt x="726239" y="2455982"/>
                      </a:cubicBezTo>
                      <a:cubicBezTo>
                        <a:pt x="726239" y="2455982"/>
                        <a:pt x="727201" y="2460486"/>
                        <a:pt x="727201" y="2460486"/>
                      </a:cubicBezTo>
                      <a:cubicBezTo>
                        <a:pt x="728163" y="2464990"/>
                        <a:pt x="728163" y="2464990"/>
                        <a:pt x="728163" y="2464990"/>
                      </a:cubicBezTo>
                      <a:cubicBezTo>
                        <a:pt x="727201" y="2460486"/>
                        <a:pt x="731705" y="2459524"/>
                        <a:pt x="731705" y="2459524"/>
                      </a:cubicBezTo>
                      <a:cubicBezTo>
                        <a:pt x="732667" y="2464027"/>
                        <a:pt x="730088" y="2473998"/>
                        <a:pt x="731050" y="2478502"/>
                      </a:cubicBezTo>
                      <a:cubicBezTo>
                        <a:pt x="733630" y="2468531"/>
                        <a:pt x="735554" y="2477540"/>
                        <a:pt x="735554" y="2477540"/>
                      </a:cubicBezTo>
                      <a:cubicBezTo>
                        <a:pt x="739097" y="2472074"/>
                        <a:pt x="741675" y="2462103"/>
                        <a:pt x="745218" y="2456637"/>
                      </a:cubicBezTo>
                      <a:cubicBezTo>
                        <a:pt x="745218" y="2456637"/>
                        <a:pt x="745218" y="2456637"/>
                        <a:pt x="749722" y="2455675"/>
                      </a:cubicBezTo>
                      <a:cubicBezTo>
                        <a:pt x="746180" y="2461140"/>
                        <a:pt x="746180" y="2461140"/>
                        <a:pt x="746180" y="2461140"/>
                      </a:cubicBezTo>
                      <a:cubicBezTo>
                        <a:pt x="747142" y="2465645"/>
                        <a:pt x="748104" y="2470149"/>
                        <a:pt x="752609" y="2469187"/>
                      </a:cubicBezTo>
                      <a:cubicBezTo>
                        <a:pt x="752609" y="2469187"/>
                        <a:pt x="756151" y="2463720"/>
                        <a:pt x="755188" y="2459216"/>
                      </a:cubicBezTo>
                      <a:cubicBezTo>
                        <a:pt x="755188" y="2459216"/>
                        <a:pt x="755188" y="2459216"/>
                        <a:pt x="754226" y="2454712"/>
                      </a:cubicBezTo>
                      <a:cubicBezTo>
                        <a:pt x="757767" y="2449246"/>
                        <a:pt x="757767" y="2449246"/>
                        <a:pt x="757767" y="2449246"/>
                      </a:cubicBezTo>
                      <a:cubicBezTo>
                        <a:pt x="760654" y="2462758"/>
                        <a:pt x="753571" y="2473691"/>
                        <a:pt x="748411" y="2493631"/>
                      </a:cubicBezTo>
                      <a:cubicBezTo>
                        <a:pt x="760654" y="2462758"/>
                        <a:pt x="752916" y="2492669"/>
                        <a:pt x="759344" y="2500715"/>
                      </a:cubicBezTo>
                      <a:cubicBezTo>
                        <a:pt x="759344" y="2500715"/>
                        <a:pt x="760307" y="2505219"/>
                        <a:pt x="760307" y="2505219"/>
                      </a:cubicBezTo>
                      <a:cubicBezTo>
                        <a:pt x="760307" y="2505219"/>
                        <a:pt x="759344" y="2500715"/>
                        <a:pt x="754840" y="2501678"/>
                      </a:cubicBezTo>
                      <a:cubicBezTo>
                        <a:pt x="754840" y="2501678"/>
                        <a:pt x="754840" y="2501678"/>
                        <a:pt x="753878" y="2497173"/>
                      </a:cubicBezTo>
                      <a:cubicBezTo>
                        <a:pt x="753878" y="2497173"/>
                        <a:pt x="753878" y="2497173"/>
                        <a:pt x="749373" y="2498135"/>
                      </a:cubicBezTo>
                      <a:cubicBezTo>
                        <a:pt x="750336" y="2502640"/>
                        <a:pt x="746794" y="2508105"/>
                        <a:pt x="746794" y="2508105"/>
                      </a:cubicBezTo>
                      <a:cubicBezTo>
                        <a:pt x="746794" y="2508105"/>
                        <a:pt x="747757" y="2512610"/>
                        <a:pt x="747757" y="2512610"/>
                      </a:cubicBezTo>
                      <a:cubicBezTo>
                        <a:pt x="744215" y="2518077"/>
                        <a:pt x="744215" y="2518077"/>
                        <a:pt x="740673" y="2523542"/>
                      </a:cubicBezTo>
                      <a:cubicBezTo>
                        <a:pt x="739711" y="2519039"/>
                        <a:pt x="739711" y="2519039"/>
                        <a:pt x="738748" y="2514534"/>
                      </a:cubicBezTo>
                      <a:cubicBezTo>
                        <a:pt x="737786" y="2510030"/>
                        <a:pt x="737786" y="2510030"/>
                        <a:pt x="734245" y="2515496"/>
                      </a:cubicBezTo>
                      <a:cubicBezTo>
                        <a:pt x="734245" y="2515496"/>
                        <a:pt x="730703" y="2520963"/>
                        <a:pt x="731665" y="2525466"/>
                      </a:cubicBezTo>
                      <a:cubicBezTo>
                        <a:pt x="732627" y="2529971"/>
                        <a:pt x="732627" y="2529971"/>
                        <a:pt x="733590" y="2534475"/>
                      </a:cubicBezTo>
                      <a:cubicBezTo>
                        <a:pt x="735514" y="2543483"/>
                        <a:pt x="741943" y="2551529"/>
                        <a:pt x="745484" y="2546063"/>
                      </a:cubicBezTo>
                      <a:cubicBezTo>
                        <a:pt x="746446" y="2550567"/>
                        <a:pt x="747408" y="2555071"/>
                        <a:pt x="743868" y="2560537"/>
                      </a:cubicBezTo>
                      <a:cubicBezTo>
                        <a:pt x="739670" y="2584981"/>
                        <a:pt x="730970" y="2610389"/>
                        <a:pt x="726773" y="2634833"/>
                      </a:cubicBezTo>
                      <a:cubicBezTo>
                        <a:pt x="726773" y="2634833"/>
                        <a:pt x="721306" y="2631292"/>
                        <a:pt x="721306" y="2631292"/>
                      </a:cubicBezTo>
                      <a:cubicBezTo>
                        <a:pt x="721306" y="2631292"/>
                        <a:pt x="722269" y="2635796"/>
                        <a:pt x="722269" y="2635796"/>
                      </a:cubicBezTo>
                      <a:cubicBezTo>
                        <a:pt x="722269" y="2635796"/>
                        <a:pt x="717764" y="2636758"/>
                        <a:pt x="717764" y="2636758"/>
                      </a:cubicBezTo>
                      <a:cubicBezTo>
                        <a:pt x="721962" y="2612314"/>
                        <a:pt x="716802" y="2632255"/>
                        <a:pt x="712298" y="2633217"/>
                      </a:cubicBezTo>
                      <a:cubicBezTo>
                        <a:pt x="713915" y="2618742"/>
                        <a:pt x="720037" y="2603306"/>
                        <a:pt x="717150" y="2589793"/>
                      </a:cubicBezTo>
                      <a:cubicBezTo>
                        <a:pt x="722616" y="2593335"/>
                        <a:pt x="722616" y="2593335"/>
                        <a:pt x="722616" y="2593335"/>
                      </a:cubicBezTo>
                      <a:cubicBezTo>
                        <a:pt x="725196" y="2583365"/>
                        <a:pt x="727775" y="2573394"/>
                        <a:pt x="727775" y="2573394"/>
                      </a:cubicBezTo>
                      <a:cubicBezTo>
                        <a:pt x="725196" y="2583365"/>
                        <a:pt x="720691" y="2584327"/>
                        <a:pt x="720691" y="2584327"/>
                      </a:cubicBezTo>
                      <a:cubicBezTo>
                        <a:pt x="723271" y="2574356"/>
                        <a:pt x="717805" y="2570815"/>
                        <a:pt x="721347" y="2565348"/>
                      </a:cubicBezTo>
                      <a:cubicBezTo>
                        <a:pt x="720385" y="2560844"/>
                        <a:pt x="720385" y="2560844"/>
                        <a:pt x="720385" y="2560844"/>
                      </a:cubicBezTo>
                      <a:cubicBezTo>
                        <a:pt x="720385" y="2560844"/>
                        <a:pt x="724889" y="2559882"/>
                        <a:pt x="723927" y="2555379"/>
                      </a:cubicBezTo>
                      <a:cubicBezTo>
                        <a:pt x="723927" y="2555379"/>
                        <a:pt x="723927" y="2555379"/>
                        <a:pt x="722964" y="2550874"/>
                      </a:cubicBezTo>
                      <a:cubicBezTo>
                        <a:pt x="722964" y="2550874"/>
                        <a:pt x="722002" y="2546370"/>
                        <a:pt x="722002" y="2546370"/>
                      </a:cubicBezTo>
                      <a:cubicBezTo>
                        <a:pt x="713956" y="2552799"/>
                        <a:pt x="713956" y="2552799"/>
                        <a:pt x="713956" y="2552799"/>
                      </a:cubicBezTo>
                      <a:cubicBezTo>
                        <a:pt x="713956" y="2552799"/>
                        <a:pt x="710415" y="2558265"/>
                        <a:pt x="711377" y="2562769"/>
                      </a:cubicBezTo>
                      <a:lnTo>
                        <a:pt x="712339" y="2567273"/>
                      </a:lnTo>
                      <a:cubicBezTo>
                        <a:pt x="716842" y="2566311"/>
                        <a:pt x="716842" y="2566311"/>
                        <a:pt x="716842" y="2566311"/>
                      </a:cubicBezTo>
                      <a:cubicBezTo>
                        <a:pt x="715226" y="2580785"/>
                        <a:pt x="708449" y="2615201"/>
                        <a:pt x="707794" y="2634179"/>
                      </a:cubicBezTo>
                      <a:cubicBezTo>
                        <a:pt x="704252" y="2639645"/>
                        <a:pt x="704252" y="2639645"/>
                        <a:pt x="704252" y="2639645"/>
                      </a:cubicBezTo>
                      <a:cubicBezTo>
                        <a:pt x="700710" y="2645112"/>
                        <a:pt x="700710" y="2645112"/>
                        <a:pt x="701673" y="2649616"/>
                      </a:cubicBezTo>
                      <a:cubicBezTo>
                        <a:pt x="706177" y="2648653"/>
                        <a:pt x="706177" y="2648653"/>
                        <a:pt x="706177" y="2648653"/>
                      </a:cubicBezTo>
                      <a:cubicBezTo>
                        <a:pt x="702635" y="2654119"/>
                        <a:pt x="701017" y="2668594"/>
                        <a:pt x="698438" y="2678565"/>
                      </a:cubicBezTo>
                      <a:cubicBezTo>
                        <a:pt x="693934" y="2679527"/>
                        <a:pt x="694896" y="2684031"/>
                        <a:pt x="695858" y="2688534"/>
                      </a:cubicBezTo>
                      <a:cubicBezTo>
                        <a:pt x="696821" y="2693039"/>
                        <a:pt x="696821" y="2693039"/>
                        <a:pt x="696821" y="2693039"/>
                      </a:cubicBezTo>
                      <a:cubicBezTo>
                        <a:pt x="696821" y="2693039"/>
                        <a:pt x="696821" y="2693039"/>
                        <a:pt x="701325" y="2692076"/>
                      </a:cubicBezTo>
                      <a:cubicBezTo>
                        <a:pt x="692931" y="2740966"/>
                        <a:pt x="684231" y="2766373"/>
                        <a:pt x="690967" y="2797901"/>
                      </a:cubicBezTo>
                      <a:cubicBezTo>
                        <a:pt x="690967" y="2797901"/>
                        <a:pt x="686462" y="2798864"/>
                        <a:pt x="687424" y="2803368"/>
                      </a:cubicBezTo>
                      <a:cubicBezTo>
                        <a:pt x="688387" y="2807872"/>
                        <a:pt x="688387" y="2807872"/>
                        <a:pt x="688387" y="2807872"/>
                      </a:cubicBezTo>
                      <a:cubicBezTo>
                        <a:pt x="689349" y="2812375"/>
                        <a:pt x="689349" y="2812375"/>
                        <a:pt x="689349" y="2812375"/>
                      </a:cubicBezTo>
                      <a:cubicBezTo>
                        <a:pt x="684845" y="2813338"/>
                        <a:pt x="683227" y="2827813"/>
                        <a:pt x="685152" y="2836821"/>
                      </a:cubicBezTo>
                      <a:cubicBezTo>
                        <a:pt x="685152" y="2836821"/>
                        <a:pt x="686114" y="2841326"/>
                        <a:pt x="681611" y="2842288"/>
                      </a:cubicBezTo>
                      <a:cubicBezTo>
                        <a:pt x="682573" y="2846791"/>
                        <a:pt x="682573" y="2846791"/>
                        <a:pt x="683535" y="2851295"/>
                      </a:cubicBezTo>
                      <a:cubicBezTo>
                        <a:pt x="683535" y="2851295"/>
                        <a:pt x="684497" y="2855799"/>
                        <a:pt x="684497" y="2855799"/>
                      </a:cubicBezTo>
                      <a:cubicBezTo>
                        <a:pt x="684497" y="2855799"/>
                        <a:pt x="684497" y="2855799"/>
                        <a:pt x="680955" y="2861265"/>
                      </a:cubicBezTo>
                      <a:cubicBezTo>
                        <a:pt x="680955" y="2861265"/>
                        <a:pt x="681918" y="2865770"/>
                        <a:pt x="681918" y="2865770"/>
                      </a:cubicBezTo>
                      <a:cubicBezTo>
                        <a:pt x="688346" y="2873815"/>
                        <a:pt x="673217" y="2891176"/>
                        <a:pt x="687691" y="2892794"/>
                      </a:cubicBezTo>
                      <a:cubicBezTo>
                        <a:pt x="683187" y="2893756"/>
                        <a:pt x="683187" y="2893756"/>
                        <a:pt x="684149" y="2898260"/>
                      </a:cubicBezTo>
                      <a:cubicBezTo>
                        <a:pt x="684149" y="2898260"/>
                        <a:pt x="685112" y="2902765"/>
                        <a:pt x="685112" y="2902765"/>
                      </a:cubicBezTo>
                      <a:cubicBezTo>
                        <a:pt x="686074" y="2907268"/>
                        <a:pt x="682533" y="2912734"/>
                        <a:pt x="683495" y="2917239"/>
                      </a:cubicBezTo>
                      <a:cubicBezTo>
                        <a:pt x="683495" y="2917239"/>
                        <a:pt x="683495" y="2917239"/>
                        <a:pt x="684457" y="2921742"/>
                      </a:cubicBezTo>
                      <a:cubicBezTo>
                        <a:pt x="682840" y="2936217"/>
                        <a:pt x="680260" y="2946188"/>
                        <a:pt x="678642" y="2960662"/>
                      </a:cubicBezTo>
                      <a:cubicBezTo>
                        <a:pt x="679604" y="2965165"/>
                        <a:pt x="679604" y="2965165"/>
                        <a:pt x="679604" y="2965165"/>
                      </a:cubicBezTo>
                      <a:cubicBezTo>
                        <a:pt x="679604" y="2965165"/>
                        <a:pt x="679604" y="2965165"/>
                        <a:pt x="675101" y="2966128"/>
                      </a:cubicBezTo>
                      <a:cubicBezTo>
                        <a:pt x="676063" y="2970632"/>
                        <a:pt x="676063" y="2970632"/>
                        <a:pt x="676063" y="2970632"/>
                      </a:cubicBezTo>
                      <a:cubicBezTo>
                        <a:pt x="677026" y="2975136"/>
                        <a:pt x="677026" y="2975136"/>
                        <a:pt x="677026" y="2975136"/>
                      </a:cubicBezTo>
                      <a:cubicBezTo>
                        <a:pt x="677026" y="2975136"/>
                        <a:pt x="681529" y="2974174"/>
                        <a:pt x="681529" y="2974174"/>
                      </a:cubicBezTo>
                      <a:cubicBezTo>
                        <a:pt x="677988" y="2979641"/>
                        <a:pt x="678950" y="2984144"/>
                        <a:pt x="679912" y="2988648"/>
                      </a:cubicBezTo>
                      <a:cubicBezTo>
                        <a:pt x="679912" y="2988648"/>
                        <a:pt x="678950" y="2984144"/>
                        <a:pt x="678950" y="2984144"/>
                      </a:cubicBezTo>
                      <a:cubicBezTo>
                        <a:pt x="677332" y="2998618"/>
                        <a:pt x="677332" y="2998618"/>
                        <a:pt x="678295" y="3003123"/>
                      </a:cubicBezTo>
                      <a:cubicBezTo>
                        <a:pt x="679257" y="3007627"/>
                        <a:pt x="680219" y="3012130"/>
                        <a:pt x="681182" y="3016635"/>
                      </a:cubicBezTo>
                      <a:cubicBezTo>
                        <a:pt x="681182" y="3016635"/>
                        <a:pt x="677640" y="3022102"/>
                        <a:pt x="677640" y="3022102"/>
                      </a:cubicBezTo>
                      <a:cubicBezTo>
                        <a:pt x="678602" y="3026605"/>
                        <a:pt x="678602" y="3026605"/>
                        <a:pt x="678602" y="3026605"/>
                      </a:cubicBezTo>
                      <a:cubicBezTo>
                        <a:pt x="678602" y="3026605"/>
                        <a:pt x="674098" y="3027567"/>
                        <a:pt x="675061" y="3032071"/>
                      </a:cubicBezTo>
                      <a:cubicBezTo>
                        <a:pt x="675061" y="3032071"/>
                        <a:pt x="676023" y="3036576"/>
                        <a:pt x="676023" y="3036576"/>
                      </a:cubicBezTo>
                      <a:cubicBezTo>
                        <a:pt x="680527" y="3035613"/>
                        <a:pt x="680527" y="3035613"/>
                        <a:pt x="680527" y="3035613"/>
                      </a:cubicBezTo>
                      <a:cubicBezTo>
                        <a:pt x="683413" y="3049126"/>
                        <a:pt x="681797" y="3063600"/>
                        <a:pt x="689187" y="3076150"/>
                      </a:cubicBezTo>
                      <a:cubicBezTo>
                        <a:pt x="688225" y="3071645"/>
                        <a:pt x="688225" y="3071645"/>
                        <a:pt x="683721" y="3072608"/>
                      </a:cubicBezTo>
                      <a:cubicBezTo>
                        <a:pt x="682759" y="3068104"/>
                        <a:pt x="682759" y="3068104"/>
                        <a:pt x="679217" y="3073570"/>
                      </a:cubicBezTo>
                      <a:cubicBezTo>
                        <a:pt x="680179" y="3078074"/>
                        <a:pt x="681142" y="3082578"/>
                        <a:pt x="681142" y="3082578"/>
                      </a:cubicBezTo>
                      <a:cubicBezTo>
                        <a:pt x="682104" y="3087082"/>
                        <a:pt x="682104" y="3087082"/>
                        <a:pt x="682104" y="3087082"/>
                      </a:cubicBezTo>
                      <a:cubicBezTo>
                        <a:pt x="675982" y="3102520"/>
                        <a:pt x="692382" y="3113145"/>
                        <a:pt x="682718" y="3134047"/>
                      </a:cubicBezTo>
                      <a:cubicBezTo>
                        <a:pt x="687222" y="3133085"/>
                        <a:pt x="687222" y="3133085"/>
                        <a:pt x="687222" y="3133085"/>
                      </a:cubicBezTo>
                      <a:cubicBezTo>
                        <a:pt x="682718" y="3134047"/>
                        <a:pt x="682718" y="3134047"/>
                        <a:pt x="683680" y="3138551"/>
                      </a:cubicBezTo>
                      <a:cubicBezTo>
                        <a:pt x="684642" y="3143056"/>
                        <a:pt x="684642" y="3143056"/>
                        <a:pt x="684642" y="3143056"/>
                      </a:cubicBezTo>
                      <a:cubicBezTo>
                        <a:pt x="687529" y="3156568"/>
                        <a:pt x="690416" y="3170080"/>
                        <a:pt x="690416" y="3170080"/>
                      </a:cubicBezTo>
                      <a:cubicBezTo>
                        <a:pt x="689203" y="3180936"/>
                        <a:pt x="691261" y="3169900"/>
                        <a:pt x="694395" y="3173203"/>
                      </a:cubicBezTo>
                      <a:lnTo>
                        <a:pt x="697712" y="3182366"/>
                      </a:lnTo>
                      <a:lnTo>
                        <a:pt x="697129" y="3182651"/>
                      </a:lnTo>
                      <a:lnTo>
                        <a:pt x="691373" y="3182827"/>
                      </a:lnTo>
                      <a:cubicBezTo>
                        <a:pt x="689925" y="3184314"/>
                        <a:pt x="689280" y="3186806"/>
                        <a:pt x="689762" y="3189059"/>
                      </a:cubicBezTo>
                      <a:cubicBezTo>
                        <a:pt x="692495" y="3190829"/>
                        <a:pt x="694910" y="3185604"/>
                        <a:pt x="696682" y="3182870"/>
                      </a:cubicBezTo>
                      <a:lnTo>
                        <a:pt x="697129" y="3182651"/>
                      </a:lnTo>
                      <a:lnTo>
                        <a:pt x="697807" y="3182630"/>
                      </a:lnTo>
                      <a:lnTo>
                        <a:pt x="697712" y="3182366"/>
                      </a:lnTo>
                      <a:lnTo>
                        <a:pt x="698813" y="3181826"/>
                      </a:lnTo>
                      <a:cubicBezTo>
                        <a:pt x="699335" y="3182893"/>
                        <a:pt x="699655" y="3185767"/>
                        <a:pt x="699731" y="3191637"/>
                      </a:cubicBezTo>
                      <a:cubicBezTo>
                        <a:pt x="695227" y="3192600"/>
                        <a:pt x="695227" y="3192600"/>
                        <a:pt x="696189" y="3197104"/>
                      </a:cubicBezTo>
                      <a:cubicBezTo>
                        <a:pt x="696189" y="3197104"/>
                        <a:pt x="697152" y="3201608"/>
                        <a:pt x="697152" y="3201608"/>
                      </a:cubicBezTo>
                      <a:cubicBezTo>
                        <a:pt x="693610" y="3207074"/>
                        <a:pt x="693610" y="3207074"/>
                        <a:pt x="693610" y="3207074"/>
                      </a:cubicBezTo>
                      <a:cubicBezTo>
                        <a:pt x="694573" y="3211578"/>
                        <a:pt x="694573" y="3211578"/>
                        <a:pt x="694573" y="3211578"/>
                      </a:cubicBezTo>
                      <a:cubicBezTo>
                        <a:pt x="694573" y="3211578"/>
                        <a:pt x="695535" y="3216083"/>
                        <a:pt x="696497" y="3220587"/>
                      </a:cubicBezTo>
                      <a:cubicBezTo>
                        <a:pt x="696497" y="3220587"/>
                        <a:pt x="697460" y="3225091"/>
                        <a:pt x="698422" y="3229595"/>
                      </a:cubicBezTo>
                      <a:cubicBezTo>
                        <a:pt x="693918" y="3230557"/>
                        <a:pt x="694880" y="3235061"/>
                        <a:pt x="695842" y="3239565"/>
                      </a:cubicBezTo>
                      <a:cubicBezTo>
                        <a:pt x="692300" y="3245032"/>
                        <a:pt x="692300" y="3245032"/>
                        <a:pt x="693262" y="3249536"/>
                      </a:cubicBezTo>
                      <a:cubicBezTo>
                        <a:pt x="693262" y="3249536"/>
                        <a:pt x="694224" y="3254039"/>
                        <a:pt x="694224" y="3254039"/>
                      </a:cubicBezTo>
                      <a:cubicBezTo>
                        <a:pt x="694224" y="3254039"/>
                        <a:pt x="695187" y="3258543"/>
                        <a:pt x="695187" y="3258543"/>
                      </a:cubicBezTo>
                      <a:cubicBezTo>
                        <a:pt x="690683" y="3259506"/>
                        <a:pt x="690683" y="3259506"/>
                        <a:pt x="690683" y="3259506"/>
                      </a:cubicBezTo>
                      <a:cubicBezTo>
                        <a:pt x="690683" y="3259506"/>
                        <a:pt x="690683" y="3259506"/>
                        <a:pt x="687141" y="3264972"/>
                      </a:cubicBezTo>
                      <a:cubicBezTo>
                        <a:pt x="688103" y="3269476"/>
                        <a:pt x="688103" y="3269476"/>
                        <a:pt x="688103" y="3269476"/>
                      </a:cubicBezTo>
                      <a:cubicBezTo>
                        <a:pt x="693569" y="3273018"/>
                        <a:pt x="693569" y="3273018"/>
                        <a:pt x="693569" y="3273018"/>
                      </a:cubicBezTo>
                      <a:cubicBezTo>
                        <a:pt x="694532" y="3277522"/>
                        <a:pt x="694532" y="3277522"/>
                        <a:pt x="694532" y="3277522"/>
                      </a:cubicBezTo>
                      <a:cubicBezTo>
                        <a:pt x="694532" y="3277522"/>
                        <a:pt x="695494" y="3282027"/>
                        <a:pt x="695494" y="3282027"/>
                      </a:cubicBezTo>
                      <a:cubicBezTo>
                        <a:pt x="696456" y="3286530"/>
                        <a:pt x="697419" y="3291034"/>
                        <a:pt x="698381" y="3295539"/>
                      </a:cubicBezTo>
                      <a:cubicBezTo>
                        <a:pt x="695802" y="3305508"/>
                        <a:pt x="696764" y="3310013"/>
                        <a:pt x="696764" y="3310013"/>
                      </a:cubicBezTo>
                      <a:cubicBezTo>
                        <a:pt x="697726" y="3314516"/>
                        <a:pt x="697726" y="3314516"/>
                        <a:pt x="697726" y="3314516"/>
                      </a:cubicBezTo>
                      <a:cubicBezTo>
                        <a:pt x="698689" y="3319021"/>
                        <a:pt x="698689" y="3319021"/>
                        <a:pt x="699651" y="3323525"/>
                      </a:cubicBezTo>
                      <a:cubicBezTo>
                        <a:pt x="699651" y="3323525"/>
                        <a:pt x="699651" y="3323525"/>
                        <a:pt x="704154" y="3322563"/>
                      </a:cubicBezTo>
                      <a:cubicBezTo>
                        <a:pt x="700613" y="3328029"/>
                        <a:pt x="700613" y="3328029"/>
                        <a:pt x="700613" y="3328029"/>
                      </a:cubicBezTo>
                      <a:cubicBezTo>
                        <a:pt x="700613" y="3328029"/>
                        <a:pt x="701575" y="3332533"/>
                        <a:pt x="702538" y="3337037"/>
                      </a:cubicBezTo>
                      <a:cubicBezTo>
                        <a:pt x="707349" y="3359557"/>
                        <a:pt x="712815" y="3363099"/>
                        <a:pt x="711198" y="3377573"/>
                      </a:cubicBezTo>
                      <a:cubicBezTo>
                        <a:pt x="706694" y="3378535"/>
                        <a:pt x="707656" y="3383040"/>
                        <a:pt x="707656" y="3383040"/>
                      </a:cubicBezTo>
                      <a:cubicBezTo>
                        <a:pt x="707656" y="3383040"/>
                        <a:pt x="708618" y="3387543"/>
                        <a:pt x="708618" y="3387543"/>
                      </a:cubicBezTo>
                      <a:cubicBezTo>
                        <a:pt x="713122" y="3386581"/>
                        <a:pt x="713122" y="3386581"/>
                        <a:pt x="713122" y="3386581"/>
                      </a:cubicBezTo>
                      <a:cubicBezTo>
                        <a:pt x="710543" y="3396552"/>
                        <a:pt x="712467" y="3405560"/>
                        <a:pt x="713430" y="3410064"/>
                      </a:cubicBezTo>
                      <a:cubicBezTo>
                        <a:pt x="714392" y="3414569"/>
                        <a:pt x="714392" y="3414569"/>
                        <a:pt x="714392" y="3414569"/>
                      </a:cubicBezTo>
                      <a:cubicBezTo>
                        <a:pt x="715354" y="3419072"/>
                        <a:pt x="715354" y="3419072"/>
                        <a:pt x="719858" y="3418109"/>
                      </a:cubicBezTo>
                      <a:cubicBezTo>
                        <a:pt x="722745" y="3431621"/>
                        <a:pt x="724670" y="3440630"/>
                        <a:pt x="722090" y="3450600"/>
                      </a:cubicBezTo>
                      <a:cubicBezTo>
                        <a:pt x="726594" y="3449638"/>
                        <a:pt x="726594" y="3449638"/>
                        <a:pt x="726594" y="3449638"/>
                      </a:cubicBezTo>
                      <a:cubicBezTo>
                        <a:pt x="730443" y="3467654"/>
                        <a:pt x="730443" y="3467654"/>
                        <a:pt x="730443" y="3467654"/>
                      </a:cubicBezTo>
                      <a:cubicBezTo>
                        <a:pt x="730443" y="3467654"/>
                        <a:pt x="730443" y="3467654"/>
                        <a:pt x="726902" y="3473121"/>
                      </a:cubicBezTo>
                      <a:cubicBezTo>
                        <a:pt x="724977" y="3464112"/>
                        <a:pt x="719510" y="3460571"/>
                        <a:pt x="716932" y="3470541"/>
                      </a:cubicBezTo>
                      <a:cubicBezTo>
                        <a:pt x="724977" y="3464112"/>
                        <a:pt x="725284" y="3487595"/>
                        <a:pt x="729788" y="3486633"/>
                      </a:cubicBezTo>
                      <a:cubicBezTo>
                        <a:pt x="738449" y="3527169"/>
                        <a:pt x="736524" y="3518161"/>
                        <a:pt x="749689" y="3557735"/>
                      </a:cubicBezTo>
                      <a:cubicBezTo>
                        <a:pt x="749689" y="3557735"/>
                        <a:pt x="745185" y="3558698"/>
                        <a:pt x="745185" y="3558698"/>
                      </a:cubicBezTo>
                      <a:cubicBezTo>
                        <a:pt x="746147" y="3563202"/>
                        <a:pt x="746147" y="3563202"/>
                        <a:pt x="747109" y="3567705"/>
                      </a:cubicBezTo>
                      <a:cubicBezTo>
                        <a:pt x="752883" y="3594729"/>
                        <a:pt x="754807" y="3603738"/>
                        <a:pt x="758656" y="3621755"/>
                      </a:cubicBezTo>
                      <a:cubicBezTo>
                        <a:pt x="758656" y="3621755"/>
                        <a:pt x="758656" y="3621755"/>
                        <a:pt x="759619" y="3626258"/>
                      </a:cubicBezTo>
                      <a:cubicBezTo>
                        <a:pt x="759619" y="3626258"/>
                        <a:pt x="759619" y="3626258"/>
                        <a:pt x="760581" y="3630762"/>
                      </a:cubicBezTo>
                      <a:cubicBezTo>
                        <a:pt x="762812" y="3663253"/>
                        <a:pt x="765085" y="3629800"/>
                        <a:pt x="773438" y="3646854"/>
                      </a:cubicBezTo>
                      <a:cubicBezTo>
                        <a:pt x="768934" y="3647816"/>
                        <a:pt x="762812" y="3663253"/>
                        <a:pt x="770859" y="3656824"/>
                      </a:cubicBezTo>
                      <a:cubicBezTo>
                        <a:pt x="771821" y="3661329"/>
                        <a:pt x="771821" y="3661329"/>
                        <a:pt x="771821" y="3661329"/>
                      </a:cubicBezTo>
                      <a:cubicBezTo>
                        <a:pt x="771821" y="3661329"/>
                        <a:pt x="771821" y="3661329"/>
                        <a:pt x="772783" y="3665832"/>
                      </a:cubicBezTo>
                      <a:cubicBezTo>
                        <a:pt x="768279" y="3666794"/>
                        <a:pt x="773745" y="3670336"/>
                        <a:pt x="773745" y="3670336"/>
                      </a:cubicBezTo>
                      <a:cubicBezTo>
                        <a:pt x="777595" y="3688353"/>
                        <a:pt x="773090" y="3689315"/>
                        <a:pt x="768586" y="3690277"/>
                      </a:cubicBezTo>
                      <a:cubicBezTo>
                        <a:pt x="772435" y="3708294"/>
                        <a:pt x="782406" y="3710872"/>
                        <a:pt x="779826" y="3720843"/>
                      </a:cubicBezTo>
                      <a:cubicBezTo>
                        <a:pt x="786255" y="3728889"/>
                        <a:pt x="789142" y="3742401"/>
                        <a:pt x="798149" y="3740476"/>
                      </a:cubicBezTo>
                      <a:cubicBezTo>
                        <a:pt x="795570" y="3750447"/>
                        <a:pt x="803923" y="3767501"/>
                        <a:pt x="793953" y="3764922"/>
                      </a:cubicBezTo>
                      <a:cubicBezTo>
                        <a:pt x="802306" y="3781975"/>
                        <a:pt x="802961" y="3762997"/>
                        <a:pt x="803268" y="3786479"/>
                      </a:cubicBezTo>
                      <a:cubicBezTo>
                        <a:pt x="804230" y="3790984"/>
                        <a:pt x="809697" y="3794526"/>
                        <a:pt x="815163" y="3798067"/>
                      </a:cubicBezTo>
                      <a:cubicBezTo>
                        <a:pt x="804230" y="3790984"/>
                        <a:pt x="818357" y="3835062"/>
                        <a:pt x="832177" y="3855657"/>
                      </a:cubicBezTo>
                      <a:cubicBezTo>
                        <a:pt x="829598" y="3865628"/>
                        <a:pt x="828635" y="3861124"/>
                        <a:pt x="823168" y="3857582"/>
                      </a:cubicBezTo>
                      <a:cubicBezTo>
                        <a:pt x="829598" y="3865628"/>
                        <a:pt x="830560" y="3870131"/>
                        <a:pt x="835064" y="3869169"/>
                      </a:cubicBezTo>
                      <a:cubicBezTo>
                        <a:pt x="827018" y="3875598"/>
                        <a:pt x="836026" y="3873673"/>
                        <a:pt x="834409" y="3888148"/>
                      </a:cubicBezTo>
                      <a:cubicBezTo>
                        <a:pt x="840837" y="3896193"/>
                        <a:pt x="837951" y="3882681"/>
                        <a:pt x="849190" y="3913248"/>
                      </a:cubicBezTo>
                      <a:lnTo>
                        <a:pt x="845537" y="3910175"/>
                      </a:lnTo>
                      <a:lnTo>
                        <a:pt x="841800" y="3900698"/>
                      </a:lnTo>
                      <a:cubicBezTo>
                        <a:pt x="842281" y="3902950"/>
                        <a:pt x="843003" y="3906328"/>
                        <a:pt x="844166" y="3909023"/>
                      </a:cubicBezTo>
                      <a:lnTo>
                        <a:pt x="845537" y="3910175"/>
                      </a:lnTo>
                      <a:lnTo>
                        <a:pt x="852077" y="3926760"/>
                      </a:lnTo>
                      <a:cubicBezTo>
                        <a:pt x="846611" y="3923218"/>
                        <a:pt x="842107" y="3924181"/>
                        <a:pt x="838565" y="3929646"/>
                      </a:cubicBezTo>
                      <a:cubicBezTo>
                        <a:pt x="827325" y="3899080"/>
                        <a:pt x="824438" y="3885568"/>
                        <a:pt x="808694" y="3855965"/>
                      </a:cubicBezTo>
                      <a:cubicBezTo>
                        <a:pt x="800649" y="3862393"/>
                        <a:pt x="792295" y="3845339"/>
                        <a:pt x="782980" y="3823781"/>
                      </a:cubicBezTo>
                      <a:cubicBezTo>
                        <a:pt x="776551" y="3815736"/>
                        <a:pt x="775588" y="3811232"/>
                        <a:pt x="773664" y="3802224"/>
                      </a:cubicBezTo>
                      <a:cubicBezTo>
                        <a:pt x="772702" y="3797720"/>
                        <a:pt x="770777" y="3788711"/>
                        <a:pt x="769815" y="3784208"/>
                      </a:cubicBezTo>
                      <a:cubicBezTo>
                        <a:pt x="766274" y="3789673"/>
                        <a:pt x="761154" y="3743671"/>
                        <a:pt x="756958" y="3768116"/>
                      </a:cubicBezTo>
                      <a:lnTo>
                        <a:pt x="750222" y="3736587"/>
                      </a:lnTo>
                      <a:cubicBezTo>
                        <a:pt x="744449" y="3709563"/>
                        <a:pt x="760192" y="3739167"/>
                        <a:pt x="751840" y="3722113"/>
                      </a:cubicBezTo>
                      <a:cubicBezTo>
                        <a:pt x="750877" y="3717608"/>
                        <a:pt x="749915" y="3713105"/>
                        <a:pt x="748953" y="3708601"/>
                      </a:cubicBezTo>
                      <a:cubicBezTo>
                        <a:pt x="748953" y="3708601"/>
                        <a:pt x="747991" y="3704096"/>
                        <a:pt x="747991" y="3704096"/>
                      </a:cubicBezTo>
                      <a:cubicBezTo>
                        <a:pt x="747991" y="3704096"/>
                        <a:pt x="747991" y="3704096"/>
                        <a:pt x="747028" y="3699593"/>
                      </a:cubicBezTo>
                      <a:cubicBezTo>
                        <a:pt x="747991" y="3704096"/>
                        <a:pt x="747991" y="3704096"/>
                        <a:pt x="752494" y="3703134"/>
                      </a:cubicBezTo>
                      <a:cubicBezTo>
                        <a:pt x="744142" y="3686081"/>
                        <a:pt x="744142" y="3686081"/>
                        <a:pt x="744142" y="3686081"/>
                      </a:cubicBezTo>
                      <a:cubicBezTo>
                        <a:pt x="747683" y="3680614"/>
                        <a:pt x="747683" y="3680614"/>
                        <a:pt x="747683" y="3680614"/>
                      </a:cubicBezTo>
                      <a:cubicBezTo>
                        <a:pt x="747683" y="3680614"/>
                        <a:pt x="747683" y="3680614"/>
                        <a:pt x="746720" y="3676110"/>
                      </a:cubicBezTo>
                      <a:cubicBezTo>
                        <a:pt x="745758" y="3671606"/>
                        <a:pt x="745758" y="3671606"/>
                        <a:pt x="745758" y="3671606"/>
                      </a:cubicBezTo>
                      <a:cubicBezTo>
                        <a:pt x="744796" y="3667102"/>
                        <a:pt x="740292" y="3668064"/>
                        <a:pt x="740292" y="3668064"/>
                      </a:cubicBezTo>
                      <a:cubicBezTo>
                        <a:pt x="739984" y="3644582"/>
                        <a:pt x="735481" y="3645544"/>
                        <a:pt x="734519" y="3641040"/>
                      </a:cubicBezTo>
                      <a:cubicBezTo>
                        <a:pt x="734519" y="3641040"/>
                        <a:pt x="729052" y="3637498"/>
                        <a:pt x="729052" y="3637498"/>
                      </a:cubicBezTo>
                      <a:cubicBezTo>
                        <a:pt x="726165" y="3623986"/>
                        <a:pt x="727783" y="3609512"/>
                        <a:pt x="723279" y="3610474"/>
                      </a:cubicBezTo>
                      <a:cubicBezTo>
                        <a:pt x="722316" y="3605970"/>
                        <a:pt x="722316" y="3605970"/>
                        <a:pt x="722316" y="3605970"/>
                      </a:cubicBezTo>
                      <a:cubicBezTo>
                        <a:pt x="722316" y="3605970"/>
                        <a:pt x="721354" y="3601465"/>
                        <a:pt x="721354" y="3601465"/>
                      </a:cubicBezTo>
                      <a:cubicBezTo>
                        <a:pt x="717812" y="3606932"/>
                        <a:pt x="717812" y="3606932"/>
                        <a:pt x="717812" y="3606932"/>
                      </a:cubicBezTo>
                      <a:cubicBezTo>
                        <a:pt x="722972" y="3586991"/>
                        <a:pt x="710769" y="3551922"/>
                        <a:pt x="707227" y="3557387"/>
                      </a:cubicBezTo>
                      <a:cubicBezTo>
                        <a:pt x="712694" y="3560929"/>
                        <a:pt x="709152" y="3566396"/>
                        <a:pt x="710114" y="3570900"/>
                      </a:cubicBezTo>
                      <a:cubicBezTo>
                        <a:pt x="708190" y="3561892"/>
                        <a:pt x="702723" y="3558350"/>
                        <a:pt x="702723" y="3558350"/>
                      </a:cubicBezTo>
                      <a:cubicBezTo>
                        <a:pt x="705610" y="3571863"/>
                        <a:pt x="705610" y="3571863"/>
                        <a:pt x="705610" y="3571863"/>
                      </a:cubicBezTo>
                      <a:cubicBezTo>
                        <a:pt x="705610" y="3571863"/>
                        <a:pt x="701106" y="3572825"/>
                        <a:pt x="700144" y="3568320"/>
                      </a:cubicBezTo>
                      <a:cubicBezTo>
                        <a:pt x="696602" y="3573787"/>
                        <a:pt x="697564" y="3578290"/>
                        <a:pt x="702068" y="3577328"/>
                      </a:cubicBezTo>
                      <a:cubicBezTo>
                        <a:pt x="702068" y="3577328"/>
                        <a:pt x="702068" y="3577328"/>
                        <a:pt x="703031" y="3581832"/>
                      </a:cubicBezTo>
                      <a:cubicBezTo>
                        <a:pt x="696909" y="3597269"/>
                        <a:pt x="688863" y="3603698"/>
                        <a:pt x="695599" y="3635226"/>
                      </a:cubicBezTo>
                      <a:cubicBezTo>
                        <a:pt x="696561" y="3639730"/>
                        <a:pt x="696561" y="3639730"/>
                        <a:pt x="697524" y="3644234"/>
                      </a:cubicBezTo>
                      <a:cubicBezTo>
                        <a:pt x="692057" y="3640692"/>
                        <a:pt x="692057" y="3640692"/>
                        <a:pt x="687553" y="3641655"/>
                      </a:cubicBezTo>
                      <a:cubicBezTo>
                        <a:pt x="686591" y="3637151"/>
                        <a:pt x="686591" y="3637151"/>
                        <a:pt x="685628" y="3632647"/>
                      </a:cubicBezTo>
                      <a:cubicBezTo>
                        <a:pt x="681125" y="3633609"/>
                        <a:pt x="680163" y="3629105"/>
                        <a:pt x="681125" y="3633609"/>
                      </a:cubicBezTo>
                      <a:cubicBezTo>
                        <a:pt x="681125" y="3633609"/>
                        <a:pt x="682087" y="3638113"/>
                        <a:pt x="682087" y="3638113"/>
                      </a:cubicBezTo>
                      <a:cubicBezTo>
                        <a:pt x="670847" y="3607547"/>
                        <a:pt x="672465" y="3593073"/>
                        <a:pt x="660262" y="3558002"/>
                      </a:cubicBezTo>
                      <a:cubicBezTo>
                        <a:pt x="665729" y="3561544"/>
                        <a:pt x="666691" y="3566048"/>
                        <a:pt x="665729" y="3561544"/>
                      </a:cubicBezTo>
                      <a:cubicBezTo>
                        <a:pt x="665729" y="3561544"/>
                        <a:pt x="669270" y="3556078"/>
                        <a:pt x="669270" y="3556078"/>
                      </a:cubicBezTo>
                      <a:lnTo>
                        <a:pt x="671194" y="3565085"/>
                      </a:lnTo>
                      <a:cubicBezTo>
                        <a:pt x="670887" y="3541603"/>
                        <a:pt x="668001" y="3528091"/>
                        <a:pt x="660609" y="3515542"/>
                      </a:cubicBezTo>
                      <a:cubicBezTo>
                        <a:pt x="660609" y="3515542"/>
                        <a:pt x="660609" y="3515542"/>
                        <a:pt x="665114" y="3514579"/>
                      </a:cubicBezTo>
                      <a:lnTo>
                        <a:pt x="664152" y="3510075"/>
                      </a:lnTo>
                      <a:cubicBezTo>
                        <a:pt x="663189" y="3505570"/>
                        <a:pt x="663189" y="3505570"/>
                        <a:pt x="662227" y="3501067"/>
                      </a:cubicBezTo>
                      <a:cubicBezTo>
                        <a:pt x="655798" y="3493021"/>
                        <a:pt x="656454" y="3474043"/>
                        <a:pt x="655491" y="3469539"/>
                      </a:cubicBezTo>
                      <a:cubicBezTo>
                        <a:pt x="655491" y="3469539"/>
                        <a:pt x="654529" y="3465034"/>
                        <a:pt x="654529" y="3465034"/>
                      </a:cubicBezTo>
                      <a:cubicBezTo>
                        <a:pt x="653567" y="3460530"/>
                        <a:pt x="653567" y="3460530"/>
                        <a:pt x="653567" y="3460530"/>
                      </a:cubicBezTo>
                      <a:cubicBezTo>
                        <a:pt x="646175" y="3447980"/>
                        <a:pt x="644906" y="3419994"/>
                        <a:pt x="639439" y="3416453"/>
                      </a:cubicBezTo>
                      <a:cubicBezTo>
                        <a:pt x="639439" y="3416453"/>
                        <a:pt x="638477" y="3411948"/>
                        <a:pt x="638477" y="3411948"/>
                      </a:cubicBezTo>
                      <a:cubicBezTo>
                        <a:pt x="638477" y="3411948"/>
                        <a:pt x="637515" y="3407444"/>
                        <a:pt x="637515" y="3407444"/>
                      </a:cubicBezTo>
                      <a:cubicBezTo>
                        <a:pt x="636552" y="3402940"/>
                        <a:pt x="635590" y="3398436"/>
                        <a:pt x="635590" y="3398436"/>
                      </a:cubicBezTo>
                      <a:cubicBezTo>
                        <a:pt x="631087" y="3399398"/>
                        <a:pt x="631087" y="3399398"/>
                        <a:pt x="633012" y="3408406"/>
                      </a:cubicBezTo>
                      <a:cubicBezTo>
                        <a:pt x="633012" y="3408406"/>
                        <a:pt x="628507" y="3409369"/>
                        <a:pt x="629469" y="3413873"/>
                      </a:cubicBezTo>
                      <a:cubicBezTo>
                        <a:pt x="632049" y="3403902"/>
                        <a:pt x="626583" y="3400361"/>
                        <a:pt x="625620" y="3395856"/>
                      </a:cubicBezTo>
                      <a:cubicBezTo>
                        <a:pt x="630125" y="3394894"/>
                        <a:pt x="630125" y="3394894"/>
                        <a:pt x="630125" y="3394894"/>
                      </a:cubicBezTo>
                      <a:cubicBezTo>
                        <a:pt x="630125" y="3394894"/>
                        <a:pt x="629163" y="3390391"/>
                        <a:pt x="629163" y="3390391"/>
                      </a:cubicBezTo>
                      <a:cubicBezTo>
                        <a:pt x="628200" y="3385887"/>
                        <a:pt x="628200" y="3385887"/>
                        <a:pt x="628200" y="3385887"/>
                      </a:cubicBezTo>
                      <a:cubicBezTo>
                        <a:pt x="623696" y="3386849"/>
                        <a:pt x="623696" y="3386849"/>
                        <a:pt x="623696" y="3386849"/>
                      </a:cubicBezTo>
                      <a:cubicBezTo>
                        <a:pt x="619847" y="3368832"/>
                        <a:pt x="625314" y="3372374"/>
                        <a:pt x="627892" y="3362404"/>
                      </a:cubicBezTo>
                      <a:cubicBezTo>
                        <a:pt x="623389" y="3363366"/>
                        <a:pt x="620502" y="3349854"/>
                        <a:pt x="615998" y="3350816"/>
                      </a:cubicBezTo>
                      <a:cubicBezTo>
                        <a:pt x="623389" y="3363366"/>
                        <a:pt x="610839" y="3370757"/>
                        <a:pt x="618229" y="3383307"/>
                      </a:cubicBezTo>
                      <a:cubicBezTo>
                        <a:pt x="620809" y="3373337"/>
                        <a:pt x="621771" y="3377840"/>
                        <a:pt x="623696" y="3386849"/>
                      </a:cubicBezTo>
                      <a:cubicBezTo>
                        <a:pt x="619192" y="3387811"/>
                        <a:pt x="619192" y="3387811"/>
                        <a:pt x="619192" y="3387811"/>
                      </a:cubicBezTo>
                      <a:cubicBezTo>
                        <a:pt x="619192" y="3387811"/>
                        <a:pt x="619192" y="3387811"/>
                        <a:pt x="620154" y="3392315"/>
                      </a:cubicBezTo>
                      <a:cubicBezTo>
                        <a:pt x="620154" y="3392315"/>
                        <a:pt x="621116" y="3396819"/>
                        <a:pt x="621116" y="3396819"/>
                      </a:cubicBezTo>
                      <a:cubicBezTo>
                        <a:pt x="625620" y="3395856"/>
                        <a:pt x="625620" y="3395856"/>
                        <a:pt x="625620" y="3395856"/>
                      </a:cubicBezTo>
                      <a:cubicBezTo>
                        <a:pt x="628354" y="3397627"/>
                        <a:pt x="628190" y="3402373"/>
                        <a:pt x="628026" y="3407116"/>
                      </a:cubicBezTo>
                      <a:lnTo>
                        <a:pt x="629469" y="3413873"/>
                      </a:lnTo>
                      <a:lnTo>
                        <a:pt x="630432" y="3418377"/>
                      </a:lnTo>
                      <a:cubicBezTo>
                        <a:pt x="625927" y="3419340"/>
                        <a:pt x="625927" y="3419340"/>
                        <a:pt x="625927" y="3419340"/>
                      </a:cubicBezTo>
                      <a:cubicBezTo>
                        <a:pt x="625927" y="3419340"/>
                        <a:pt x="625927" y="3419340"/>
                        <a:pt x="626889" y="3423843"/>
                      </a:cubicBezTo>
                      <a:cubicBezTo>
                        <a:pt x="627852" y="3428347"/>
                        <a:pt x="627852" y="3428347"/>
                        <a:pt x="627852" y="3428347"/>
                      </a:cubicBezTo>
                      <a:cubicBezTo>
                        <a:pt x="631047" y="3465341"/>
                        <a:pt x="646135" y="3513924"/>
                        <a:pt x="654488" y="3530978"/>
                      </a:cubicBezTo>
                      <a:cubicBezTo>
                        <a:pt x="654488" y="3530978"/>
                        <a:pt x="654488" y="3530978"/>
                        <a:pt x="649984" y="3531940"/>
                      </a:cubicBezTo>
                      <a:cubicBezTo>
                        <a:pt x="649984" y="3531940"/>
                        <a:pt x="650946" y="3536445"/>
                        <a:pt x="651908" y="3540948"/>
                      </a:cubicBezTo>
                      <a:cubicBezTo>
                        <a:pt x="661224" y="3562507"/>
                        <a:pt x="654795" y="3554460"/>
                        <a:pt x="655758" y="3558965"/>
                      </a:cubicBezTo>
                      <a:cubicBezTo>
                        <a:pt x="663149" y="3571514"/>
                        <a:pt x="675658" y="3630067"/>
                        <a:pt x="671154" y="3631029"/>
                      </a:cubicBezTo>
                      <a:cubicBezTo>
                        <a:pt x="680470" y="3652588"/>
                        <a:pt x="676927" y="3658053"/>
                        <a:pt x="691054" y="3702132"/>
                      </a:cubicBezTo>
                      <a:cubicBezTo>
                        <a:pt x="693941" y="3715644"/>
                        <a:pt x="692324" y="3730118"/>
                        <a:pt x="695211" y="3743630"/>
                      </a:cubicBezTo>
                      <a:cubicBezTo>
                        <a:pt x="692632" y="3753601"/>
                        <a:pt x="687165" y="3750059"/>
                        <a:pt x="689090" y="3759068"/>
                      </a:cubicBezTo>
                      <a:cubicBezTo>
                        <a:pt x="685855" y="3788016"/>
                        <a:pt x="699019" y="3827590"/>
                        <a:pt x="700289" y="3855577"/>
                      </a:cubicBezTo>
                      <a:cubicBezTo>
                        <a:pt x="701251" y="3860081"/>
                        <a:pt x="694823" y="3852035"/>
                        <a:pt x="693861" y="3847531"/>
                      </a:cubicBezTo>
                      <a:cubicBezTo>
                        <a:pt x="692243" y="3862005"/>
                        <a:pt x="703791" y="3916054"/>
                        <a:pt x="687392" y="3905429"/>
                      </a:cubicBezTo>
                      <a:cubicBezTo>
                        <a:pt x="680963" y="3897383"/>
                        <a:pt x="680963" y="3897383"/>
                        <a:pt x="680963" y="3897383"/>
                      </a:cubicBezTo>
                      <a:cubicBezTo>
                        <a:pt x="682887" y="3906391"/>
                        <a:pt x="682887" y="3906391"/>
                        <a:pt x="682887" y="3906391"/>
                      </a:cubicBezTo>
                      <a:cubicBezTo>
                        <a:pt x="670993" y="3894803"/>
                        <a:pt x="666181" y="3872282"/>
                        <a:pt x="655904" y="3846221"/>
                      </a:cubicBezTo>
                      <a:cubicBezTo>
                        <a:pt x="653017" y="3832709"/>
                        <a:pt x="650130" y="3819197"/>
                        <a:pt x="647550" y="3829168"/>
                      </a:cubicBezTo>
                      <a:cubicBezTo>
                        <a:pt x="646588" y="3824663"/>
                        <a:pt x="646588" y="3824663"/>
                        <a:pt x="646588" y="3824663"/>
                      </a:cubicBezTo>
                      <a:cubicBezTo>
                        <a:pt x="642083" y="3825626"/>
                        <a:pt x="642083" y="3825626"/>
                        <a:pt x="642083" y="3825626"/>
                      </a:cubicBezTo>
                      <a:cubicBezTo>
                        <a:pt x="633076" y="3827550"/>
                        <a:pt x="639197" y="3812114"/>
                        <a:pt x="637272" y="3803105"/>
                      </a:cubicBezTo>
                      <a:cubicBezTo>
                        <a:pt x="634693" y="3813076"/>
                        <a:pt x="625377" y="3791517"/>
                        <a:pt x="628264" y="3805029"/>
                      </a:cubicBezTo>
                      <a:cubicBezTo>
                        <a:pt x="633731" y="3808571"/>
                        <a:pt x="635655" y="3817579"/>
                        <a:pt x="631151" y="3818541"/>
                      </a:cubicBezTo>
                      <a:cubicBezTo>
                        <a:pt x="636618" y="3822083"/>
                        <a:pt x="638542" y="3831092"/>
                        <a:pt x="641429" y="3844604"/>
                      </a:cubicBezTo>
                      <a:cubicBezTo>
                        <a:pt x="630803" y="3861003"/>
                        <a:pt x="638809" y="3920518"/>
                        <a:pt x="653897" y="3969100"/>
                      </a:cubicBezTo>
                      <a:cubicBezTo>
                        <a:pt x="650356" y="3974566"/>
                        <a:pt x="650356" y="3974566"/>
                        <a:pt x="646814" y="3980033"/>
                      </a:cubicBezTo>
                      <a:cubicBezTo>
                        <a:pt x="641347" y="3976491"/>
                        <a:pt x="640385" y="3971986"/>
                        <a:pt x="639423" y="3967483"/>
                      </a:cubicBezTo>
                      <a:cubicBezTo>
                        <a:pt x="639423" y="3967483"/>
                        <a:pt x="638461" y="3962979"/>
                        <a:pt x="638461" y="3962979"/>
                      </a:cubicBezTo>
                      <a:cubicBezTo>
                        <a:pt x="638461" y="3962979"/>
                        <a:pt x="632995" y="3959436"/>
                        <a:pt x="632995" y="3959436"/>
                      </a:cubicBezTo>
                      <a:cubicBezTo>
                        <a:pt x="632995" y="3959436"/>
                        <a:pt x="632995" y="3959436"/>
                        <a:pt x="633958" y="3963941"/>
                      </a:cubicBezTo>
                      <a:cubicBezTo>
                        <a:pt x="633958" y="3963941"/>
                        <a:pt x="634920" y="3968445"/>
                        <a:pt x="634920" y="3968445"/>
                      </a:cubicBezTo>
                      <a:cubicBezTo>
                        <a:pt x="634920" y="3968445"/>
                        <a:pt x="629453" y="3964903"/>
                        <a:pt x="628491" y="3960399"/>
                      </a:cubicBezTo>
                      <a:cubicBezTo>
                        <a:pt x="626566" y="3951391"/>
                        <a:pt x="625604" y="3946887"/>
                        <a:pt x="623679" y="3937879"/>
                      </a:cubicBezTo>
                      <a:lnTo>
                        <a:pt x="631167" y="3950879"/>
                      </a:lnTo>
                      <a:lnTo>
                        <a:pt x="632033" y="3954933"/>
                      </a:lnTo>
                      <a:cubicBezTo>
                        <a:pt x="637979" y="3960727"/>
                        <a:pt x="636373" y="3958715"/>
                        <a:pt x="633038" y="3954129"/>
                      </a:cubicBezTo>
                      <a:lnTo>
                        <a:pt x="631167" y="3950879"/>
                      </a:lnTo>
                      <a:lnTo>
                        <a:pt x="629507" y="3943110"/>
                      </a:lnTo>
                      <a:cubicBezTo>
                        <a:pt x="629146" y="3941420"/>
                        <a:pt x="629146" y="3941420"/>
                        <a:pt x="629146" y="3941420"/>
                      </a:cubicBezTo>
                      <a:cubicBezTo>
                        <a:pt x="629146" y="3941420"/>
                        <a:pt x="633649" y="3940458"/>
                        <a:pt x="633649" y="3940458"/>
                      </a:cubicBezTo>
                      <a:cubicBezTo>
                        <a:pt x="633649" y="3940458"/>
                        <a:pt x="633649" y="3940458"/>
                        <a:pt x="632687" y="3935955"/>
                      </a:cubicBezTo>
                      <a:cubicBezTo>
                        <a:pt x="632687" y="3935955"/>
                        <a:pt x="631725" y="3931450"/>
                        <a:pt x="631725" y="3931450"/>
                      </a:cubicBezTo>
                      <a:cubicBezTo>
                        <a:pt x="628184" y="3936917"/>
                        <a:pt x="627222" y="3932412"/>
                        <a:pt x="627222" y="3932412"/>
                      </a:cubicBezTo>
                      <a:cubicBezTo>
                        <a:pt x="626259" y="3927908"/>
                        <a:pt x="625297" y="3923405"/>
                        <a:pt x="620793" y="3924367"/>
                      </a:cubicBezTo>
                      <a:cubicBezTo>
                        <a:pt x="619830" y="3919863"/>
                        <a:pt x="619830" y="3919863"/>
                        <a:pt x="619830" y="3919863"/>
                      </a:cubicBezTo>
                      <a:cubicBezTo>
                        <a:pt x="624335" y="3918900"/>
                        <a:pt x="623372" y="3914396"/>
                        <a:pt x="618868" y="3915358"/>
                      </a:cubicBezTo>
                      <a:cubicBezTo>
                        <a:pt x="617906" y="3910855"/>
                        <a:pt x="615741" y="3900721"/>
                        <a:pt x="614177" y="3893402"/>
                      </a:cubicBezTo>
                      <a:lnTo>
                        <a:pt x="613094" y="3888334"/>
                      </a:lnTo>
                      <a:cubicBezTo>
                        <a:pt x="615019" y="3897343"/>
                        <a:pt x="613401" y="3911817"/>
                        <a:pt x="613401" y="3911817"/>
                      </a:cubicBezTo>
                      <a:cubicBezTo>
                        <a:pt x="610515" y="3898305"/>
                        <a:pt x="603124" y="3885754"/>
                        <a:pt x="600237" y="3872242"/>
                      </a:cubicBezTo>
                      <a:cubicBezTo>
                        <a:pt x="590922" y="3850685"/>
                        <a:pt x="591229" y="3874167"/>
                        <a:pt x="579335" y="3862579"/>
                      </a:cubicBezTo>
                      <a:cubicBezTo>
                        <a:pt x="569056" y="3836517"/>
                        <a:pt x="563590" y="3832975"/>
                        <a:pt x="556854" y="3801448"/>
                      </a:cubicBezTo>
                      <a:cubicBezTo>
                        <a:pt x="553312" y="3806914"/>
                        <a:pt x="555236" y="3815922"/>
                        <a:pt x="558123" y="3829434"/>
                      </a:cubicBezTo>
                      <a:cubicBezTo>
                        <a:pt x="557161" y="3824930"/>
                        <a:pt x="550733" y="3816885"/>
                        <a:pt x="546884" y="3798868"/>
                      </a:cubicBezTo>
                      <a:cubicBezTo>
                        <a:pt x="543342" y="3804335"/>
                        <a:pt x="538838" y="3805297"/>
                        <a:pt x="542686" y="3823313"/>
                      </a:cubicBezTo>
                      <a:cubicBezTo>
                        <a:pt x="541724" y="3818809"/>
                        <a:pt x="541724" y="3818809"/>
                        <a:pt x="541724" y="3818809"/>
                      </a:cubicBezTo>
                      <a:cubicBezTo>
                        <a:pt x="520861" y="3743202"/>
                        <a:pt x="504503" y="3666633"/>
                        <a:pt x="488144" y="3590064"/>
                      </a:cubicBezTo>
                      <a:cubicBezTo>
                        <a:pt x="486220" y="3581057"/>
                        <a:pt x="484295" y="3572049"/>
                        <a:pt x="482371" y="3563040"/>
                      </a:cubicBezTo>
                      <a:cubicBezTo>
                        <a:pt x="407490" y="3121615"/>
                        <a:pt x="444750" y="2678088"/>
                        <a:pt x="578133" y="2267918"/>
                      </a:cubicBezTo>
                      <a:lnTo>
                        <a:pt x="592980" y="2227702"/>
                      </a:lnTo>
                      <a:lnTo>
                        <a:pt x="600194" y="2211410"/>
                      </a:lnTo>
                      <a:lnTo>
                        <a:pt x="638131" y="2105404"/>
                      </a:lnTo>
                      <a:lnTo>
                        <a:pt x="652761" y="2065777"/>
                      </a:lnTo>
                      <a:cubicBezTo>
                        <a:pt x="762747" y="1800400"/>
                        <a:pt x="914268" y="1552475"/>
                        <a:pt x="1102577" y="1332509"/>
                      </a:cubicBezTo>
                      <a:close/>
                      <a:moveTo>
                        <a:pt x="1683816" y="1083716"/>
                      </a:moveTo>
                      <a:lnTo>
                        <a:pt x="1679236" y="1086770"/>
                      </a:lnTo>
                      <a:lnTo>
                        <a:pt x="1682424" y="1084298"/>
                      </a:lnTo>
                      <a:close/>
                      <a:moveTo>
                        <a:pt x="3808051" y="599460"/>
                      </a:moveTo>
                      <a:lnTo>
                        <a:pt x="3814670" y="600728"/>
                      </a:lnTo>
                      <a:lnTo>
                        <a:pt x="3819307" y="603027"/>
                      </a:lnTo>
                      <a:close/>
                      <a:moveTo>
                        <a:pt x="1626222" y="1047191"/>
                      </a:moveTo>
                      <a:lnTo>
                        <a:pt x="1626514" y="1048557"/>
                      </a:lnTo>
                      <a:cubicBezTo>
                        <a:pt x="1626514" y="1048557"/>
                        <a:pt x="1626514" y="1048557"/>
                        <a:pt x="1622009" y="1049520"/>
                      </a:cubicBezTo>
                      <a:close/>
                      <a:moveTo>
                        <a:pt x="3198980" y="688397"/>
                      </a:moveTo>
                      <a:cubicBezTo>
                        <a:pt x="3198171" y="688055"/>
                        <a:pt x="3199015" y="687874"/>
                        <a:pt x="3202634" y="688279"/>
                      </a:cubicBezTo>
                      <a:lnTo>
                        <a:pt x="3199068" y="688412"/>
                      </a:lnTo>
                      <a:close/>
                      <a:moveTo>
                        <a:pt x="1688956" y="988120"/>
                      </a:moveTo>
                      <a:cubicBezTo>
                        <a:pt x="1688956" y="988120"/>
                        <a:pt x="1693460" y="987158"/>
                        <a:pt x="1697964" y="986196"/>
                      </a:cubicBezTo>
                      <a:cubicBezTo>
                        <a:pt x="1694422" y="991662"/>
                        <a:pt x="1694422" y="991662"/>
                        <a:pt x="1694422" y="991662"/>
                      </a:cubicBezTo>
                      <a:cubicBezTo>
                        <a:pt x="1695385" y="996167"/>
                        <a:pt x="1699889" y="995204"/>
                        <a:pt x="1703431" y="989738"/>
                      </a:cubicBezTo>
                      <a:cubicBezTo>
                        <a:pt x="1692325" y="1003884"/>
                        <a:pt x="1681622" y="1014413"/>
                        <a:pt x="1668870" y="1023613"/>
                      </a:cubicBezTo>
                      <a:lnTo>
                        <a:pt x="1626222" y="1047191"/>
                      </a:lnTo>
                      <a:lnTo>
                        <a:pt x="1625552" y="1044054"/>
                      </a:lnTo>
                      <a:cubicBezTo>
                        <a:pt x="1625552" y="1044054"/>
                        <a:pt x="1622009" y="1049520"/>
                        <a:pt x="1622009" y="1049520"/>
                      </a:cubicBezTo>
                      <a:cubicBezTo>
                        <a:pt x="1613002" y="1051444"/>
                        <a:pt x="1613964" y="1055948"/>
                        <a:pt x="1604955" y="1057873"/>
                      </a:cubicBezTo>
                      <a:cubicBezTo>
                        <a:pt x="1600452" y="1058835"/>
                        <a:pt x="1600452" y="1058835"/>
                        <a:pt x="1600452" y="1058835"/>
                      </a:cubicBezTo>
                      <a:cubicBezTo>
                        <a:pt x="1600452" y="1058835"/>
                        <a:pt x="1601414" y="1063339"/>
                        <a:pt x="1601414" y="1063339"/>
                      </a:cubicBezTo>
                      <a:cubicBezTo>
                        <a:pt x="1596910" y="1064302"/>
                        <a:pt x="1596910" y="1064302"/>
                        <a:pt x="1596910" y="1064302"/>
                      </a:cubicBezTo>
                      <a:lnTo>
                        <a:pt x="1568524" y="1077178"/>
                      </a:lnTo>
                      <a:lnTo>
                        <a:pt x="1633720" y="1022132"/>
                      </a:lnTo>
                      <a:lnTo>
                        <a:pt x="1644223" y="1021226"/>
                      </a:lnTo>
                      <a:cubicBezTo>
                        <a:pt x="1657254" y="1016087"/>
                        <a:pt x="1671575" y="1005962"/>
                        <a:pt x="1688956" y="988120"/>
                      </a:cubicBezTo>
                      <a:close/>
                      <a:moveTo>
                        <a:pt x="1987536" y="886654"/>
                      </a:moveTo>
                      <a:cubicBezTo>
                        <a:pt x="1983994" y="892120"/>
                        <a:pt x="1993964" y="894699"/>
                        <a:pt x="2023568" y="878956"/>
                      </a:cubicBezTo>
                      <a:cubicBezTo>
                        <a:pt x="1998468" y="893737"/>
                        <a:pt x="1964360" y="910444"/>
                        <a:pt x="1940222" y="929729"/>
                      </a:cubicBezTo>
                      <a:cubicBezTo>
                        <a:pt x="1914642" y="942259"/>
                        <a:pt x="1884534" y="958404"/>
                        <a:pt x="1864697" y="973018"/>
                      </a:cubicBezTo>
                      <a:lnTo>
                        <a:pt x="1854248" y="982182"/>
                      </a:lnTo>
                      <a:lnTo>
                        <a:pt x="1798385" y="1012071"/>
                      </a:lnTo>
                      <a:lnTo>
                        <a:pt x="1797668" y="1011991"/>
                      </a:lnTo>
                      <a:lnTo>
                        <a:pt x="1797543" y="1012522"/>
                      </a:lnTo>
                      <a:lnTo>
                        <a:pt x="1762279" y="1031390"/>
                      </a:lnTo>
                      <a:lnTo>
                        <a:pt x="1729692" y="1053121"/>
                      </a:lnTo>
                      <a:lnTo>
                        <a:pt x="1751010" y="1036088"/>
                      </a:lnTo>
                      <a:cubicBezTo>
                        <a:pt x="1808294" y="995592"/>
                        <a:pt x="1875548" y="957676"/>
                        <a:pt x="1930252" y="927150"/>
                      </a:cubicBezTo>
                      <a:cubicBezTo>
                        <a:pt x="1950848" y="913331"/>
                        <a:pt x="1972406" y="904015"/>
                        <a:pt x="1987536" y="886654"/>
                      </a:cubicBezTo>
                      <a:close/>
                      <a:moveTo>
                        <a:pt x="2481059" y="771795"/>
                      </a:moveTo>
                      <a:cubicBezTo>
                        <a:pt x="2477517" y="777261"/>
                        <a:pt x="2477517" y="777261"/>
                        <a:pt x="2477517" y="777261"/>
                      </a:cubicBezTo>
                      <a:cubicBezTo>
                        <a:pt x="2473014" y="778224"/>
                        <a:pt x="2473014" y="778224"/>
                        <a:pt x="2473014" y="778224"/>
                      </a:cubicBezTo>
                      <a:cubicBezTo>
                        <a:pt x="2464005" y="780148"/>
                        <a:pt x="2459502" y="781110"/>
                        <a:pt x="2454997" y="782073"/>
                      </a:cubicBezTo>
                      <a:cubicBezTo>
                        <a:pt x="2445989" y="783997"/>
                        <a:pt x="2441485" y="784959"/>
                        <a:pt x="2432476" y="786884"/>
                      </a:cubicBezTo>
                      <a:lnTo>
                        <a:pt x="2427973" y="787846"/>
                      </a:lnTo>
                      <a:close/>
                      <a:moveTo>
                        <a:pt x="2484601" y="766329"/>
                      </a:moveTo>
                      <a:cubicBezTo>
                        <a:pt x="2489106" y="765367"/>
                        <a:pt x="2489106" y="765367"/>
                        <a:pt x="2489106" y="765367"/>
                      </a:cubicBezTo>
                      <a:cubicBezTo>
                        <a:pt x="2508084" y="766021"/>
                        <a:pt x="2538651" y="754782"/>
                        <a:pt x="2565675" y="749008"/>
                      </a:cubicBezTo>
                      <a:cubicBezTo>
                        <a:pt x="2557629" y="755436"/>
                        <a:pt x="2511625" y="760555"/>
                        <a:pt x="2513550" y="769563"/>
                      </a:cubicBezTo>
                      <a:lnTo>
                        <a:pt x="2509046" y="770525"/>
                      </a:lnTo>
                      <a:cubicBezTo>
                        <a:pt x="2504542" y="771488"/>
                        <a:pt x="2495533" y="773412"/>
                        <a:pt x="2491030" y="774374"/>
                      </a:cubicBezTo>
                      <a:cubicBezTo>
                        <a:pt x="2487488" y="779841"/>
                        <a:pt x="2487488" y="779841"/>
                        <a:pt x="2487488" y="779841"/>
                      </a:cubicBezTo>
                      <a:cubicBezTo>
                        <a:pt x="2487488" y="779841"/>
                        <a:pt x="2492955" y="783383"/>
                        <a:pt x="2492955" y="783383"/>
                      </a:cubicBezTo>
                      <a:cubicBezTo>
                        <a:pt x="2497458" y="782421"/>
                        <a:pt x="2497458" y="782421"/>
                        <a:pt x="2497458" y="782421"/>
                      </a:cubicBezTo>
                      <a:cubicBezTo>
                        <a:pt x="2497458" y="782421"/>
                        <a:pt x="2501000" y="776954"/>
                        <a:pt x="2501000" y="776954"/>
                      </a:cubicBezTo>
                      <a:cubicBezTo>
                        <a:pt x="2501000" y="776954"/>
                        <a:pt x="2505504" y="775992"/>
                        <a:pt x="2505504" y="775992"/>
                      </a:cubicBezTo>
                      <a:cubicBezTo>
                        <a:pt x="2510009" y="775030"/>
                        <a:pt x="2514512" y="774068"/>
                        <a:pt x="2523521" y="772143"/>
                      </a:cubicBezTo>
                      <a:cubicBezTo>
                        <a:pt x="2541537" y="768294"/>
                        <a:pt x="2524483" y="776647"/>
                        <a:pt x="2533491" y="774723"/>
                      </a:cubicBezTo>
                      <a:cubicBezTo>
                        <a:pt x="2541537" y="768294"/>
                        <a:pt x="2561478" y="773452"/>
                        <a:pt x="2565982" y="772490"/>
                      </a:cubicBezTo>
                      <a:cubicBezTo>
                        <a:pt x="2565019" y="767987"/>
                        <a:pt x="2564057" y="763483"/>
                        <a:pt x="2568561" y="762520"/>
                      </a:cubicBezTo>
                      <a:cubicBezTo>
                        <a:pt x="2574028" y="766062"/>
                        <a:pt x="2569524" y="767025"/>
                        <a:pt x="2578532" y="765100"/>
                      </a:cubicBezTo>
                      <a:cubicBezTo>
                        <a:pt x="2577569" y="760596"/>
                        <a:pt x="2591082" y="757709"/>
                        <a:pt x="2600090" y="755784"/>
                      </a:cubicBezTo>
                      <a:cubicBezTo>
                        <a:pt x="2597510" y="765754"/>
                        <a:pt x="2631618" y="749048"/>
                        <a:pt x="2631618" y="749048"/>
                      </a:cubicBezTo>
                      <a:cubicBezTo>
                        <a:pt x="2635160" y="743582"/>
                        <a:pt x="2635160" y="743582"/>
                        <a:pt x="2635160" y="743582"/>
                      </a:cubicBezTo>
                      <a:cubicBezTo>
                        <a:pt x="2648673" y="740695"/>
                        <a:pt x="2637085" y="752590"/>
                        <a:pt x="2650597" y="749704"/>
                      </a:cubicBezTo>
                      <a:cubicBezTo>
                        <a:pt x="2658643" y="743275"/>
                        <a:pt x="2662185" y="737808"/>
                        <a:pt x="2684705" y="732997"/>
                      </a:cubicBezTo>
                      <a:cubicBezTo>
                        <a:pt x="2698217" y="730110"/>
                        <a:pt x="2712692" y="731727"/>
                        <a:pt x="2726204" y="728841"/>
                      </a:cubicBezTo>
                      <a:cubicBezTo>
                        <a:pt x="2730708" y="727878"/>
                        <a:pt x="2735213" y="726916"/>
                        <a:pt x="2739716" y="725954"/>
                      </a:cubicBezTo>
                      <a:cubicBezTo>
                        <a:pt x="2766741" y="720180"/>
                        <a:pt x="2745183" y="729496"/>
                        <a:pt x="2768666" y="729188"/>
                      </a:cubicBezTo>
                      <a:cubicBezTo>
                        <a:pt x="2784758" y="716331"/>
                        <a:pt x="2847159" y="721838"/>
                        <a:pt x="2858747" y="709942"/>
                      </a:cubicBezTo>
                      <a:lnTo>
                        <a:pt x="2860999" y="709461"/>
                      </a:lnTo>
                      <a:cubicBezTo>
                        <a:pt x="2867755" y="708018"/>
                        <a:pt x="2876763" y="706093"/>
                        <a:pt x="2876763" y="706093"/>
                      </a:cubicBezTo>
                      <a:cubicBezTo>
                        <a:pt x="2881267" y="705131"/>
                        <a:pt x="2881267" y="705131"/>
                        <a:pt x="2881267" y="705131"/>
                      </a:cubicBezTo>
                      <a:cubicBezTo>
                        <a:pt x="2881267" y="705131"/>
                        <a:pt x="2885772" y="704169"/>
                        <a:pt x="2890275" y="703207"/>
                      </a:cubicBezTo>
                      <a:cubicBezTo>
                        <a:pt x="2945287" y="696163"/>
                        <a:pt x="2976815" y="689428"/>
                        <a:pt x="3013155" y="705211"/>
                      </a:cubicBezTo>
                      <a:cubicBezTo>
                        <a:pt x="3015735" y="695241"/>
                        <a:pt x="3055617" y="705560"/>
                        <a:pt x="3063662" y="699131"/>
                      </a:cubicBezTo>
                      <a:cubicBezTo>
                        <a:pt x="3053692" y="696551"/>
                        <a:pt x="3091649" y="697862"/>
                        <a:pt x="3095191" y="692395"/>
                      </a:cubicBezTo>
                      <a:cubicBezTo>
                        <a:pt x="3096153" y="696899"/>
                        <a:pt x="3091649" y="697862"/>
                        <a:pt x="3087145" y="698824"/>
                      </a:cubicBezTo>
                      <a:cubicBezTo>
                        <a:pt x="3106933" y="692241"/>
                        <a:pt x="3124304" y="690885"/>
                        <a:pt x="3142478" y="690534"/>
                      </a:cubicBezTo>
                      <a:lnTo>
                        <a:pt x="3199068" y="688412"/>
                      </a:lnTo>
                      <a:lnTo>
                        <a:pt x="3205247" y="689487"/>
                      </a:lnTo>
                      <a:cubicBezTo>
                        <a:pt x="3211238" y="689973"/>
                        <a:pt x="3219360" y="689415"/>
                        <a:pt x="3220650" y="684430"/>
                      </a:cubicBezTo>
                      <a:cubicBezTo>
                        <a:pt x="3222575" y="693437"/>
                        <a:pt x="3239629" y="685085"/>
                        <a:pt x="3249599" y="687664"/>
                      </a:cubicBezTo>
                      <a:cubicBezTo>
                        <a:pt x="3236087" y="690551"/>
                        <a:pt x="3248944" y="706643"/>
                        <a:pt x="3250561" y="692168"/>
                      </a:cubicBezTo>
                      <a:cubicBezTo>
                        <a:pt x="3278548" y="690899"/>
                        <a:pt x="3307497" y="694133"/>
                        <a:pt x="3326476" y="694788"/>
                      </a:cubicBezTo>
                      <a:cubicBezTo>
                        <a:pt x="3312001" y="693171"/>
                        <a:pt x="3339988" y="691901"/>
                        <a:pt x="3358004" y="688052"/>
                      </a:cubicBezTo>
                      <a:cubicBezTo>
                        <a:pt x="3358967" y="692556"/>
                        <a:pt x="3349958" y="694480"/>
                        <a:pt x="3349958" y="694480"/>
                      </a:cubicBezTo>
                      <a:cubicBezTo>
                        <a:pt x="3383411" y="696753"/>
                        <a:pt x="3402390" y="697408"/>
                        <a:pt x="3421368" y="698063"/>
                      </a:cubicBezTo>
                      <a:cubicBezTo>
                        <a:pt x="3444851" y="697756"/>
                        <a:pt x="3463830" y="698411"/>
                        <a:pt x="3507253" y="703262"/>
                      </a:cubicBezTo>
                      <a:cubicBezTo>
                        <a:pt x="3503711" y="708728"/>
                        <a:pt x="3494703" y="710653"/>
                        <a:pt x="3513682" y="711308"/>
                      </a:cubicBezTo>
                      <a:cubicBezTo>
                        <a:pt x="3523652" y="713888"/>
                        <a:pt x="3502749" y="704225"/>
                        <a:pt x="3526232" y="703917"/>
                      </a:cubicBezTo>
                      <a:cubicBezTo>
                        <a:pt x="3542631" y="714542"/>
                        <a:pt x="3557105" y="716160"/>
                        <a:pt x="3569656" y="708768"/>
                      </a:cubicBezTo>
                      <a:cubicBezTo>
                        <a:pt x="3586055" y="719394"/>
                        <a:pt x="3579626" y="711348"/>
                        <a:pt x="3587017" y="723898"/>
                      </a:cubicBezTo>
                      <a:cubicBezTo>
                        <a:pt x="3590558" y="718432"/>
                        <a:pt x="3599567" y="716508"/>
                        <a:pt x="3614041" y="718124"/>
                      </a:cubicBezTo>
                      <a:cubicBezTo>
                        <a:pt x="3614041" y="718124"/>
                        <a:pt x="3605033" y="720049"/>
                        <a:pt x="3610499" y="723591"/>
                      </a:cubicBezTo>
                      <a:cubicBezTo>
                        <a:pt x="3633020" y="718779"/>
                        <a:pt x="3654885" y="732947"/>
                        <a:pt x="3687376" y="730714"/>
                      </a:cubicBezTo>
                      <a:cubicBezTo>
                        <a:pt x="3688338" y="735219"/>
                        <a:pt x="3668397" y="730060"/>
                        <a:pt x="3669360" y="734563"/>
                      </a:cubicBezTo>
                      <a:cubicBezTo>
                        <a:pt x="3690263" y="744226"/>
                        <a:pt x="3711821" y="734912"/>
                        <a:pt x="3729182" y="750040"/>
                      </a:cubicBezTo>
                      <a:cubicBezTo>
                        <a:pt x="3733686" y="749078"/>
                        <a:pt x="3711821" y="734912"/>
                        <a:pt x="3731761" y="740070"/>
                      </a:cubicBezTo>
                      <a:cubicBezTo>
                        <a:pt x="3728220" y="745537"/>
                        <a:pt x="3733686" y="749078"/>
                        <a:pt x="3748161" y="750695"/>
                      </a:cubicBezTo>
                      <a:cubicBezTo>
                        <a:pt x="3760711" y="743304"/>
                        <a:pt x="3783539" y="761976"/>
                        <a:pt x="3786118" y="752006"/>
                      </a:cubicBezTo>
                      <a:cubicBezTo>
                        <a:pt x="3787080" y="756509"/>
                        <a:pt x="3791584" y="755547"/>
                        <a:pt x="3797051" y="759089"/>
                      </a:cubicBezTo>
                      <a:cubicBezTo>
                        <a:pt x="3802517" y="762631"/>
                        <a:pt x="3802517" y="762631"/>
                        <a:pt x="3802517" y="762631"/>
                      </a:cubicBezTo>
                      <a:cubicBezTo>
                        <a:pt x="3802517" y="762631"/>
                        <a:pt x="3801555" y="758127"/>
                        <a:pt x="3801555" y="758127"/>
                      </a:cubicBezTo>
                      <a:cubicBezTo>
                        <a:pt x="3797051" y="759089"/>
                        <a:pt x="3796088" y="754585"/>
                        <a:pt x="3791584" y="755547"/>
                      </a:cubicBezTo>
                      <a:cubicBezTo>
                        <a:pt x="3809600" y="751698"/>
                        <a:pt x="3821495" y="763285"/>
                        <a:pt x="3832428" y="770370"/>
                      </a:cubicBezTo>
                      <a:cubicBezTo>
                        <a:pt x="3836933" y="769407"/>
                        <a:pt x="3841436" y="768445"/>
                        <a:pt x="3852369" y="775528"/>
                      </a:cubicBezTo>
                      <a:cubicBezTo>
                        <a:pt x="3864919" y="768137"/>
                        <a:pt x="3834046" y="755895"/>
                        <a:pt x="3848520" y="757512"/>
                      </a:cubicBezTo>
                      <a:cubicBezTo>
                        <a:pt x="3846586" y="764990"/>
                        <a:pt x="3864919" y="768137"/>
                        <a:pt x="3875019" y="773044"/>
                      </a:cubicBezTo>
                      <a:lnTo>
                        <a:pt x="3878041" y="775787"/>
                      </a:lnTo>
                      <a:lnTo>
                        <a:pt x="3875851" y="775221"/>
                      </a:lnTo>
                      <a:cubicBezTo>
                        <a:pt x="3871348" y="776183"/>
                        <a:pt x="3866844" y="777146"/>
                        <a:pt x="3866844" y="777146"/>
                      </a:cubicBezTo>
                      <a:cubicBezTo>
                        <a:pt x="3866844" y="777146"/>
                        <a:pt x="3866844" y="777146"/>
                        <a:pt x="3872310" y="780688"/>
                      </a:cubicBezTo>
                      <a:cubicBezTo>
                        <a:pt x="3877776" y="784229"/>
                        <a:pt x="3882280" y="783267"/>
                        <a:pt x="3886784" y="782304"/>
                      </a:cubicBezTo>
                      <a:cubicBezTo>
                        <a:pt x="3883242" y="787771"/>
                        <a:pt x="3930207" y="787156"/>
                        <a:pt x="3912191" y="791005"/>
                      </a:cubicBezTo>
                      <a:cubicBezTo>
                        <a:pt x="3936636" y="795202"/>
                        <a:pt x="3957540" y="804865"/>
                        <a:pt x="3991955" y="811642"/>
                      </a:cubicBezTo>
                      <a:cubicBezTo>
                        <a:pt x="3991955" y="811642"/>
                        <a:pt x="3991955" y="811642"/>
                        <a:pt x="3996459" y="810679"/>
                      </a:cubicBezTo>
                      <a:cubicBezTo>
                        <a:pt x="3991955" y="811642"/>
                        <a:pt x="3987451" y="812604"/>
                        <a:pt x="3988413" y="817108"/>
                      </a:cubicBezTo>
                      <a:cubicBezTo>
                        <a:pt x="3988413" y="817108"/>
                        <a:pt x="3988413" y="817108"/>
                        <a:pt x="3993879" y="820649"/>
                      </a:cubicBezTo>
                      <a:cubicBezTo>
                        <a:pt x="3998384" y="819687"/>
                        <a:pt x="3997422" y="815183"/>
                        <a:pt x="3997422" y="815183"/>
                      </a:cubicBezTo>
                      <a:cubicBezTo>
                        <a:pt x="4012858" y="821305"/>
                        <a:pt x="4037303" y="825501"/>
                        <a:pt x="4029257" y="831930"/>
                      </a:cubicBezTo>
                      <a:cubicBezTo>
                        <a:pt x="4049198" y="837088"/>
                        <a:pt x="4049198" y="837088"/>
                        <a:pt x="4075568" y="850293"/>
                      </a:cubicBezTo>
                      <a:cubicBezTo>
                        <a:pt x="4080071" y="849331"/>
                        <a:pt x="4079109" y="844827"/>
                        <a:pt x="4079109" y="844827"/>
                      </a:cubicBezTo>
                      <a:cubicBezTo>
                        <a:pt x="4084575" y="848369"/>
                        <a:pt x="4090042" y="851911"/>
                        <a:pt x="4094547" y="850949"/>
                      </a:cubicBezTo>
                      <a:cubicBezTo>
                        <a:pt x="4106441" y="862536"/>
                        <a:pt x="4107403" y="867041"/>
                        <a:pt x="4102899" y="868003"/>
                      </a:cubicBezTo>
                      <a:cubicBezTo>
                        <a:pt x="4117373" y="869619"/>
                        <a:pt x="4121878" y="868657"/>
                        <a:pt x="4130886" y="866732"/>
                      </a:cubicBezTo>
                      <a:cubicBezTo>
                        <a:pt x="4130886" y="866732"/>
                        <a:pt x="4130886" y="866732"/>
                        <a:pt x="4131849" y="871237"/>
                      </a:cubicBezTo>
                      <a:cubicBezTo>
                        <a:pt x="4137314" y="874779"/>
                        <a:pt x="4133773" y="880244"/>
                        <a:pt x="4143743" y="882824"/>
                      </a:cubicBezTo>
                      <a:cubicBezTo>
                        <a:pt x="4148247" y="881862"/>
                        <a:pt x="4147285" y="877358"/>
                        <a:pt x="4158217" y="884442"/>
                      </a:cubicBezTo>
                      <a:cubicBezTo>
                        <a:pt x="4162722" y="883480"/>
                        <a:pt x="4163684" y="887983"/>
                        <a:pt x="4163684" y="887983"/>
                      </a:cubicBezTo>
                      <a:cubicBezTo>
                        <a:pt x="4163684" y="887983"/>
                        <a:pt x="4163684" y="887983"/>
                        <a:pt x="4164646" y="892487"/>
                      </a:cubicBezTo>
                      <a:cubicBezTo>
                        <a:pt x="4169151" y="891525"/>
                        <a:pt x="4169151" y="891525"/>
                        <a:pt x="4169151" y="891525"/>
                      </a:cubicBezTo>
                      <a:cubicBezTo>
                        <a:pt x="4168188" y="887021"/>
                        <a:pt x="4168188" y="887021"/>
                        <a:pt x="4167226" y="882517"/>
                      </a:cubicBezTo>
                      <a:cubicBezTo>
                        <a:pt x="4167226" y="882517"/>
                        <a:pt x="4182663" y="888638"/>
                        <a:pt x="4188129" y="892180"/>
                      </a:cubicBezTo>
                      <a:cubicBezTo>
                        <a:pt x="4188129" y="892180"/>
                        <a:pt x="4192633" y="891218"/>
                        <a:pt x="4192633" y="891218"/>
                      </a:cubicBezTo>
                      <a:cubicBezTo>
                        <a:pt x="4194557" y="900226"/>
                        <a:pt x="4184587" y="897647"/>
                        <a:pt x="4195520" y="904730"/>
                      </a:cubicBezTo>
                      <a:cubicBezTo>
                        <a:pt x="4194557" y="900226"/>
                        <a:pt x="4229935" y="911506"/>
                        <a:pt x="4236364" y="919552"/>
                      </a:cubicBezTo>
                      <a:cubicBezTo>
                        <a:pt x="4241830" y="923094"/>
                        <a:pt x="4241830" y="923094"/>
                        <a:pt x="4241830" y="923094"/>
                      </a:cubicBezTo>
                      <a:cubicBezTo>
                        <a:pt x="4237326" y="924056"/>
                        <a:pt x="4237326" y="924056"/>
                        <a:pt x="4237326" y="924056"/>
                      </a:cubicBezTo>
                      <a:cubicBezTo>
                        <a:pt x="4236364" y="919552"/>
                        <a:pt x="4231859" y="920514"/>
                        <a:pt x="4227356" y="921476"/>
                      </a:cubicBezTo>
                      <a:cubicBezTo>
                        <a:pt x="4228318" y="925981"/>
                        <a:pt x="4228318" y="925981"/>
                        <a:pt x="4228318" y="925981"/>
                      </a:cubicBezTo>
                      <a:cubicBezTo>
                        <a:pt x="4237326" y="924056"/>
                        <a:pt x="4238288" y="928560"/>
                        <a:pt x="4242793" y="927598"/>
                      </a:cubicBezTo>
                      <a:cubicBezTo>
                        <a:pt x="4261771" y="928252"/>
                        <a:pt x="4262734" y="932757"/>
                        <a:pt x="4284599" y="946924"/>
                      </a:cubicBezTo>
                      <a:cubicBezTo>
                        <a:pt x="4284599" y="946924"/>
                        <a:pt x="4289102" y="945962"/>
                        <a:pt x="4288140" y="941457"/>
                      </a:cubicBezTo>
                      <a:cubicBezTo>
                        <a:pt x="4293607" y="945000"/>
                        <a:pt x="4299073" y="948541"/>
                        <a:pt x="4300036" y="953045"/>
                      </a:cubicBezTo>
                      <a:cubicBezTo>
                        <a:pt x="4305502" y="956587"/>
                        <a:pt x="4310968" y="960129"/>
                        <a:pt x="4310968" y="960129"/>
                      </a:cubicBezTo>
                      <a:cubicBezTo>
                        <a:pt x="4321901" y="967212"/>
                        <a:pt x="4326405" y="966250"/>
                        <a:pt x="4331871" y="969792"/>
                      </a:cubicBezTo>
                      <a:cubicBezTo>
                        <a:pt x="4341842" y="972371"/>
                        <a:pt x="4352774" y="979455"/>
                        <a:pt x="4358241" y="982997"/>
                      </a:cubicBezTo>
                      <a:cubicBezTo>
                        <a:pt x="4359203" y="987500"/>
                        <a:pt x="4359203" y="987500"/>
                        <a:pt x="4360165" y="992005"/>
                      </a:cubicBezTo>
                      <a:cubicBezTo>
                        <a:pt x="4364670" y="991042"/>
                        <a:pt x="4365632" y="995547"/>
                        <a:pt x="4365632" y="995547"/>
                      </a:cubicBezTo>
                      <a:cubicBezTo>
                        <a:pt x="4370136" y="994585"/>
                        <a:pt x="4371098" y="999088"/>
                        <a:pt x="4375602" y="998126"/>
                      </a:cubicBezTo>
                      <a:cubicBezTo>
                        <a:pt x="4375602" y="998126"/>
                        <a:pt x="4380106" y="997163"/>
                        <a:pt x="4380106" y="997163"/>
                      </a:cubicBezTo>
                      <a:cubicBezTo>
                        <a:pt x="4385572" y="1000705"/>
                        <a:pt x="4396505" y="1007789"/>
                        <a:pt x="4401972" y="1011331"/>
                      </a:cubicBezTo>
                      <a:cubicBezTo>
                        <a:pt x="4401972" y="1011331"/>
                        <a:pt x="4401972" y="1011331"/>
                        <a:pt x="4406475" y="1010369"/>
                      </a:cubicBezTo>
                      <a:cubicBezTo>
                        <a:pt x="4423837" y="1025498"/>
                        <a:pt x="4445702" y="1039665"/>
                        <a:pt x="4466605" y="1049328"/>
                      </a:cubicBezTo>
                      <a:cubicBezTo>
                        <a:pt x="4467567" y="1053832"/>
                        <a:pt x="4467567" y="1053832"/>
                        <a:pt x="4467567" y="1053832"/>
                      </a:cubicBezTo>
                      <a:cubicBezTo>
                        <a:pt x="4467567" y="1053832"/>
                        <a:pt x="4472072" y="1052869"/>
                        <a:pt x="4472072" y="1052869"/>
                      </a:cubicBezTo>
                      <a:cubicBezTo>
                        <a:pt x="4511298" y="1082166"/>
                        <a:pt x="4550525" y="1111463"/>
                        <a:pt x="4585248" y="1141721"/>
                      </a:cubicBezTo>
                      <a:cubicBezTo>
                        <a:pt x="4602609" y="1156851"/>
                        <a:pt x="4641836" y="1186147"/>
                        <a:pt x="4665626" y="1209323"/>
                      </a:cubicBezTo>
                      <a:cubicBezTo>
                        <a:pt x="4676558" y="1216406"/>
                        <a:pt x="4679445" y="1229918"/>
                        <a:pt x="4690378" y="1237001"/>
                      </a:cubicBezTo>
                      <a:cubicBezTo>
                        <a:pt x="4732492" y="1279810"/>
                        <a:pt x="4791659" y="1314266"/>
                        <a:pt x="4825726" y="1363503"/>
                      </a:cubicBezTo>
                      <a:cubicBezTo>
                        <a:pt x="4831193" y="1367045"/>
                        <a:pt x="4832155" y="1371548"/>
                        <a:pt x="4836660" y="1370586"/>
                      </a:cubicBezTo>
                      <a:cubicBezTo>
                        <a:pt x="4833117" y="1376052"/>
                        <a:pt x="4837622" y="1375090"/>
                        <a:pt x="4837622" y="1375090"/>
                      </a:cubicBezTo>
                      <a:cubicBezTo>
                        <a:pt x="4854021" y="1385715"/>
                        <a:pt x="4865915" y="1397303"/>
                        <a:pt x="4878773" y="1413395"/>
                      </a:cubicBezTo>
                      <a:cubicBezTo>
                        <a:pt x="4878773" y="1413395"/>
                        <a:pt x="4879735" y="1417899"/>
                        <a:pt x="4884239" y="1416937"/>
                      </a:cubicBezTo>
                      <a:cubicBezTo>
                        <a:pt x="4885201" y="1421441"/>
                        <a:pt x="4885201" y="1421441"/>
                        <a:pt x="4889705" y="1420479"/>
                      </a:cubicBezTo>
                      <a:cubicBezTo>
                        <a:pt x="4902563" y="1436570"/>
                        <a:pt x="4920886" y="1456204"/>
                        <a:pt x="4938248" y="1471333"/>
                      </a:cubicBezTo>
                      <a:cubicBezTo>
                        <a:pt x="4937285" y="1466829"/>
                        <a:pt x="4930857" y="1458783"/>
                        <a:pt x="4929894" y="1454279"/>
                      </a:cubicBezTo>
                      <a:cubicBezTo>
                        <a:pt x="4929894" y="1454279"/>
                        <a:pt x="4934399" y="1453317"/>
                        <a:pt x="4935361" y="1457821"/>
                      </a:cubicBezTo>
                      <a:cubicBezTo>
                        <a:pt x="4935361" y="1457821"/>
                        <a:pt x="4935361" y="1457821"/>
                        <a:pt x="4936323" y="1462325"/>
                      </a:cubicBezTo>
                      <a:cubicBezTo>
                        <a:pt x="4936323" y="1462325"/>
                        <a:pt x="4940827" y="1461362"/>
                        <a:pt x="4940827" y="1461362"/>
                      </a:cubicBezTo>
                      <a:cubicBezTo>
                        <a:pt x="4945331" y="1460400"/>
                        <a:pt x="4945331" y="1460400"/>
                        <a:pt x="4945331" y="1460400"/>
                      </a:cubicBezTo>
                      <a:cubicBezTo>
                        <a:pt x="4946293" y="1464904"/>
                        <a:pt x="4950797" y="1463942"/>
                        <a:pt x="4950797" y="1463942"/>
                      </a:cubicBezTo>
                      <a:cubicBezTo>
                        <a:pt x="4957226" y="1471987"/>
                        <a:pt x="4962693" y="1475529"/>
                        <a:pt x="4975550" y="1491621"/>
                      </a:cubicBezTo>
                      <a:cubicBezTo>
                        <a:pt x="4974587" y="1487117"/>
                        <a:pt x="4974587" y="1487117"/>
                        <a:pt x="4974587" y="1487117"/>
                      </a:cubicBezTo>
                      <a:cubicBezTo>
                        <a:pt x="4980054" y="1490659"/>
                        <a:pt x="4980054" y="1490659"/>
                        <a:pt x="4980054" y="1490659"/>
                      </a:cubicBezTo>
                      <a:cubicBezTo>
                        <a:pt x="4986482" y="1498705"/>
                        <a:pt x="4986482" y="1498705"/>
                        <a:pt x="4986482" y="1498705"/>
                      </a:cubicBezTo>
                      <a:cubicBezTo>
                        <a:pt x="4981016" y="1495162"/>
                        <a:pt x="4975550" y="1491621"/>
                        <a:pt x="4971045" y="1492584"/>
                      </a:cubicBezTo>
                      <a:cubicBezTo>
                        <a:pt x="4976512" y="1496125"/>
                        <a:pt x="4977474" y="1500629"/>
                        <a:pt x="4978437" y="1505133"/>
                      </a:cubicBezTo>
                      <a:cubicBezTo>
                        <a:pt x="4978437" y="1505133"/>
                        <a:pt x="4973932" y="1506096"/>
                        <a:pt x="4973932" y="1506096"/>
                      </a:cubicBezTo>
                      <a:cubicBezTo>
                        <a:pt x="4973932" y="1506096"/>
                        <a:pt x="4974894" y="1510600"/>
                        <a:pt x="4974894" y="1510600"/>
                      </a:cubicBezTo>
                      <a:cubicBezTo>
                        <a:pt x="4980361" y="1514141"/>
                        <a:pt x="4981323" y="1518646"/>
                        <a:pt x="4984865" y="1513179"/>
                      </a:cubicBezTo>
                      <a:cubicBezTo>
                        <a:pt x="4987752" y="1526691"/>
                        <a:pt x="4993218" y="1530233"/>
                        <a:pt x="4998684" y="1533775"/>
                      </a:cubicBezTo>
                      <a:cubicBezTo>
                        <a:pt x="4995142" y="1539241"/>
                        <a:pt x="4995142" y="1539241"/>
                        <a:pt x="4995142" y="1539241"/>
                      </a:cubicBezTo>
                      <a:cubicBezTo>
                        <a:pt x="5002533" y="1551791"/>
                        <a:pt x="5008962" y="1559837"/>
                        <a:pt x="5015391" y="1567882"/>
                      </a:cubicBezTo>
                      <a:cubicBezTo>
                        <a:pt x="5019895" y="1566920"/>
                        <a:pt x="5020857" y="1571425"/>
                        <a:pt x="5020857" y="1571425"/>
                      </a:cubicBezTo>
                      <a:cubicBezTo>
                        <a:pt x="5025361" y="1570462"/>
                        <a:pt x="5026324" y="1574967"/>
                        <a:pt x="5027286" y="1579470"/>
                      </a:cubicBezTo>
                      <a:cubicBezTo>
                        <a:pt x="5028248" y="1583974"/>
                        <a:pt x="5033715" y="1587517"/>
                        <a:pt x="5037257" y="1582050"/>
                      </a:cubicBezTo>
                      <a:cubicBezTo>
                        <a:pt x="5038219" y="1586554"/>
                        <a:pt x="5038219" y="1586554"/>
                        <a:pt x="5038219" y="1586554"/>
                      </a:cubicBezTo>
                      <a:cubicBezTo>
                        <a:pt x="5039181" y="1591057"/>
                        <a:pt x="5039181" y="1591057"/>
                        <a:pt x="5034677" y="1592020"/>
                      </a:cubicBezTo>
                      <a:cubicBezTo>
                        <a:pt x="5034677" y="1592020"/>
                        <a:pt x="5035639" y="1596524"/>
                        <a:pt x="5035639" y="1596524"/>
                      </a:cubicBezTo>
                      <a:cubicBezTo>
                        <a:pt x="5035639" y="1596524"/>
                        <a:pt x="5041106" y="1600066"/>
                        <a:pt x="5041106" y="1600066"/>
                      </a:cubicBezTo>
                      <a:cubicBezTo>
                        <a:pt x="5040144" y="1595562"/>
                        <a:pt x="5044647" y="1594600"/>
                        <a:pt x="5044647" y="1594600"/>
                      </a:cubicBezTo>
                      <a:cubicBezTo>
                        <a:pt x="5043685" y="1590095"/>
                        <a:pt x="5043685" y="1590095"/>
                        <a:pt x="5043685" y="1590095"/>
                      </a:cubicBezTo>
                      <a:cubicBezTo>
                        <a:pt x="5043685" y="1590095"/>
                        <a:pt x="5043685" y="1590095"/>
                        <a:pt x="5042723" y="1585592"/>
                      </a:cubicBezTo>
                      <a:cubicBezTo>
                        <a:pt x="5047227" y="1584630"/>
                        <a:pt x="5047227" y="1584630"/>
                        <a:pt x="5046264" y="1580125"/>
                      </a:cubicBezTo>
                      <a:cubicBezTo>
                        <a:pt x="5046264" y="1580125"/>
                        <a:pt x="5046264" y="1580125"/>
                        <a:pt x="5050769" y="1579163"/>
                      </a:cubicBezTo>
                      <a:cubicBezTo>
                        <a:pt x="5051731" y="1583667"/>
                        <a:pt x="5051731" y="1583667"/>
                        <a:pt x="5057197" y="1587208"/>
                      </a:cubicBezTo>
                      <a:cubicBezTo>
                        <a:pt x="5057197" y="1587208"/>
                        <a:pt x="5057197" y="1587208"/>
                        <a:pt x="5058159" y="1591713"/>
                      </a:cubicBezTo>
                      <a:cubicBezTo>
                        <a:pt x="5058159" y="1591713"/>
                        <a:pt x="5058159" y="1591713"/>
                        <a:pt x="5054618" y="1597179"/>
                      </a:cubicBezTo>
                      <a:cubicBezTo>
                        <a:pt x="5055580" y="1601683"/>
                        <a:pt x="5061046" y="1605225"/>
                        <a:pt x="5062008" y="1609729"/>
                      </a:cubicBezTo>
                      <a:cubicBezTo>
                        <a:pt x="5062970" y="1614234"/>
                        <a:pt x="5062970" y="1614234"/>
                        <a:pt x="5067475" y="1613271"/>
                      </a:cubicBezTo>
                      <a:lnTo>
                        <a:pt x="5066513" y="1608767"/>
                      </a:lnTo>
                      <a:cubicBezTo>
                        <a:pt x="5066513" y="1608767"/>
                        <a:pt x="5061046" y="1605225"/>
                        <a:pt x="5060083" y="1600720"/>
                      </a:cubicBezTo>
                      <a:cubicBezTo>
                        <a:pt x="5060083" y="1600720"/>
                        <a:pt x="5063626" y="1595255"/>
                        <a:pt x="5063626" y="1595255"/>
                      </a:cubicBezTo>
                      <a:cubicBezTo>
                        <a:pt x="5064588" y="1599758"/>
                        <a:pt x="5070054" y="1603300"/>
                        <a:pt x="5070054" y="1603300"/>
                      </a:cubicBezTo>
                      <a:cubicBezTo>
                        <a:pt x="5078408" y="1620354"/>
                        <a:pt x="5085798" y="1632904"/>
                        <a:pt x="5086760" y="1637409"/>
                      </a:cubicBezTo>
                      <a:cubicBezTo>
                        <a:pt x="5086760" y="1637409"/>
                        <a:pt x="5082257" y="1638371"/>
                        <a:pt x="5083219" y="1642874"/>
                      </a:cubicBezTo>
                      <a:cubicBezTo>
                        <a:pt x="5083219" y="1642874"/>
                        <a:pt x="5077753" y="1639333"/>
                        <a:pt x="5072286" y="1635791"/>
                      </a:cubicBezTo>
                      <a:cubicBezTo>
                        <a:pt x="5082564" y="1661853"/>
                        <a:pt x="5093496" y="1668937"/>
                        <a:pt x="5108279" y="1694036"/>
                      </a:cubicBezTo>
                      <a:cubicBezTo>
                        <a:pt x="5110857" y="1684066"/>
                        <a:pt x="5126602" y="1713669"/>
                        <a:pt x="5132069" y="1717212"/>
                      </a:cubicBezTo>
                      <a:cubicBezTo>
                        <a:pt x="5136572" y="1716250"/>
                        <a:pt x="5136572" y="1716250"/>
                        <a:pt x="5136572" y="1716250"/>
                      </a:cubicBezTo>
                      <a:cubicBezTo>
                        <a:pt x="5137534" y="1720754"/>
                        <a:pt x="5143001" y="1724295"/>
                        <a:pt x="5143963" y="1728799"/>
                      </a:cubicBezTo>
                      <a:cubicBezTo>
                        <a:pt x="5147505" y="1723332"/>
                        <a:pt x="5147505" y="1723332"/>
                        <a:pt x="5147505" y="1723332"/>
                      </a:cubicBezTo>
                      <a:cubicBezTo>
                        <a:pt x="5147505" y="1723332"/>
                        <a:pt x="5148468" y="1727837"/>
                        <a:pt x="5148468" y="1727837"/>
                      </a:cubicBezTo>
                      <a:cubicBezTo>
                        <a:pt x="5154896" y="1735882"/>
                        <a:pt x="5155859" y="1740387"/>
                        <a:pt x="5162286" y="1748432"/>
                      </a:cubicBezTo>
                      <a:cubicBezTo>
                        <a:pt x="5167753" y="1751974"/>
                        <a:pt x="5168715" y="1756478"/>
                        <a:pt x="5175144" y="1764524"/>
                      </a:cubicBezTo>
                      <a:cubicBezTo>
                        <a:pt x="5171602" y="1769991"/>
                        <a:pt x="5183497" y="1781578"/>
                        <a:pt x="5184459" y="1786082"/>
                      </a:cubicBezTo>
                      <a:cubicBezTo>
                        <a:pt x="5194430" y="1788661"/>
                        <a:pt x="5194430" y="1788661"/>
                        <a:pt x="5198934" y="1787699"/>
                      </a:cubicBezTo>
                      <a:cubicBezTo>
                        <a:pt x="5199897" y="1792203"/>
                        <a:pt x="5200859" y="1796708"/>
                        <a:pt x="5200859" y="1796708"/>
                      </a:cubicBezTo>
                      <a:cubicBezTo>
                        <a:pt x="5196355" y="1797670"/>
                        <a:pt x="5195392" y="1793166"/>
                        <a:pt x="5196355" y="1797670"/>
                      </a:cubicBezTo>
                      <a:cubicBezTo>
                        <a:pt x="5196355" y="1797670"/>
                        <a:pt x="5196355" y="1797670"/>
                        <a:pt x="5197317" y="1802173"/>
                      </a:cubicBezTo>
                      <a:cubicBezTo>
                        <a:pt x="5198279" y="1806678"/>
                        <a:pt x="5198279" y="1806678"/>
                        <a:pt x="5198279" y="1806678"/>
                      </a:cubicBezTo>
                      <a:cubicBezTo>
                        <a:pt x="5198279" y="1806678"/>
                        <a:pt x="5194737" y="1812144"/>
                        <a:pt x="5190233" y="1813107"/>
                      </a:cubicBezTo>
                      <a:cubicBezTo>
                        <a:pt x="5210789" y="1865230"/>
                        <a:pt x="5248706" y="1932483"/>
                        <a:pt x="5281503" y="1953734"/>
                      </a:cubicBezTo>
                      <a:cubicBezTo>
                        <a:pt x="5279886" y="1968208"/>
                        <a:pt x="5285352" y="1971750"/>
                        <a:pt x="5295322" y="1974330"/>
                      </a:cubicBezTo>
                      <a:cubicBezTo>
                        <a:pt x="5297247" y="1983338"/>
                        <a:pt x="5299172" y="1992347"/>
                        <a:pt x="5305600" y="2000392"/>
                      </a:cubicBezTo>
                      <a:cubicBezTo>
                        <a:pt x="5312029" y="2008437"/>
                        <a:pt x="5314916" y="2021950"/>
                        <a:pt x="5321344" y="2029996"/>
                      </a:cubicBezTo>
                      <a:cubicBezTo>
                        <a:pt x="5328735" y="2042546"/>
                        <a:pt x="5332584" y="2060562"/>
                        <a:pt x="5339975" y="2073112"/>
                      </a:cubicBezTo>
                      <a:cubicBezTo>
                        <a:pt x="5341900" y="2082120"/>
                        <a:pt x="5349291" y="2094669"/>
                        <a:pt x="5354757" y="2098212"/>
                      </a:cubicBezTo>
                      <a:cubicBezTo>
                        <a:pt x="5355719" y="2102716"/>
                        <a:pt x="5355719" y="2102716"/>
                        <a:pt x="5355719" y="2102716"/>
                      </a:cubicBezTo>
                      <a:cubicBezTo>
                        <a:pt x="5363110" y="2115266"/>
                        <a:pt x="5365035" y="2124274"/>
                        <a:pt x="5372426" y="2136823"/>
                      </a:cubicBezTo>
                      <a:cubicBezTo>
                        <a:pt x="5374350" y="2145831"/>
                        <a:pt x="5380779" y="2153877"/>
                        <a:pt x="5388169" y="2166427"/>
                      </a:cubicBezTo>
                      <a:cubicBezTo>
                        <a:pt x="5386553" y="2180901"/>
                        <a:pt x="5391056" y="2179939"/>
                        <a:pt x="5395560" y="2178977"/>
                      </a:cubicBezTo>
                      <a:cubicBezTo>
                        <a:pt x="5396523" y="2183482"/>
                        <a:pt x="5396523" y="2183482"/>
                        <a:pt x="5396523" y="2183482"/>
                      </a:cubicBezTo>
                      <a:cubicBezTo>
                        <a:pt x="5397485" y="2187985"/>
                        <a:pt x="5393943" y="2193452"/>
                        <a:pt x="5394905" y="2197956"/>
                      </a:cubicBezTo>
                      <a:cubicBezTo>
                        <a:pt x="5394905" y="2197956"/>
                        <a:pt x="5395867" y="2202459"/>
                        <a:pt x="5395867" y="2202459"/>
                      </a:cubicBezTo>
                      <a:cubicBezTo>
                        <a:pt x="5396830" y="2206963"/>
                        <a:pt x="5396830" y="2206963"/>
                        <a:pt x="5402296" y="2210505"/>
                      </a:cubicBezTo>
                      <a:cubicBezTo>
                        <a:pt x="5402296" y="2210505"/>
                        <a:pt x="5402296" y="2210505"/>
                        <a:pt x="5406801" y="2209543"/>
                      </a:cubicBezTo>
                      <a:cubicBezTo>
                        <a:pt x="5411612" y="2232063"/>
                        <a:pt x="5411612" y="2232063"/>
                        <a:pt x="5411612" y="2232063"/>
                      </a:cubicBezTo>
                      <a:cubicBezTo>
                        <a:pt x="5411612" y="2232063"/>
                        <a:pt x="5417078" y="2235605"/>
                        <a:pt x="5417078" y="2235605"/>
                      </a:cubicBezTo>
                      <a:cubicBezTo>
                        <a:pt x="5417078" y="2235605"/>
                        <a:pt x="5416115" y="2231101"/>
                        <a:pt x="5416115" y="2231101"/>
                      </a:cubicBezTo>
                      <a:cubicBezTo>
                        <a:pt x="5406801" y="2209543"/>
                        <a:pt x="5406801" y="2209543"/>
                        <a:pt x="5406801" y="2209543"/>
                      </a:cubicBezTo>
                      <a:cubicBezTo>
                        <a:pt x="5406801" y="2209543"/>
                        <a:pt x="5411304" y="2208581"/>
                        <a:pt x="5411304" y="2208581"/>
                      </a:cubicBezTo>
                      <a:cubicBezTo>
                        <a:pt x="5412267" y="2213086"/>
                        <a:pt x="5413229" y="2217589"/>
                        <a:pt x="5413229" y="2217589"/>
                      </a:cubicBezTo>
                      <a:cubicBezTo>
                        <a:pt x="5414191" y="2222093"/>
                        <a:pt x="5414191" y="2222093"/>
                        <a:pt x="5414191" y="2222093"/>
                      </a:cubicBezTo>
                      <a:cubicBezTo>
                        <a:pt x="5415153" y="2226597"/>
                        <a:pt x="5420620" y="2230138"/>
                        <a:pt x="5421582" y="2234643"/>
                      </a:cubicBezTo>
                      <a:cubicBezTo>
                        <a:pt x="5422544" y="2239147"/>
                        <a:pt x="5423507" y="2243651"/>
                        <a:pt x="5425431" y="2252659"/>
                      </a:cubicBezTo>
                      <a:cubicBezTo>
                        <a:pt x="5424469" y="2248155"/>
                        <a:pt x="5419964" y="2249117"/>
                        <a:pt x="5419964" y="2249117"/>
                      </a:cubicBezTo>
                      <a:cubicBezTo>
                        <a:pt x="5419964" y="2249117"/>
                        <a:pt x="5420927" y="2253622"/>
                        <a:pt x="5421889" y="2258125"/>
                      </a:cubicBezTo>
                      <a:cubicBezTo>
                        <a:pt x="5421889" y="2258125"/>
                        <a:pt x="5422851" y="2262630"/>
                        <a:pt x="5423814" y="2267134"/>
                      </a:cubicBezTo>
                      <a:cubicBezTo>
                        <a:pt x="5429280" y="2270676"/>
                        <a:pt x="5430242" y="2275179"/>
                        <a:pt x="5431205" y="2279684"/>
                      </a:cubicBezTo>
                      <a:cubicBezTo>
                        <a:pt x="5432167" y="2284188"/>
                        <a:pt x="5432167" y="2284188"/>
                        <a:pt x="5433129" y="2288691"/>
                      </a:cubicBezTo>
                      <a:cubicBezTo>
                        <a:pt x="5438596" y="2292233"/>
                        <a:pt x="5438596" y="2292233"/>
                        <a:pt x="5438596" y="2292233"/>
                      </a:cubicBezTo>
                      <a:cubicBezTo>
                        <a:pt x="5439558" y="2296738"/>
                        <a:pt x="5445025" y="2300279"/>
                        <a:pt x="5445987" y="2304783"/>
                      </a:cubicBezTo>
                      <a:cubicBezTo>
                        <a:pt x="5446949" y="2309287"/>
                        <a:pt x="5447912" y="2313792"/>
                        <a:pt x="5447912" y="2313792"/>
                      </a:cubicBezTo>
                      <a:cubicBezTo>
                        <a:pt x="5443407" y="2314754"/>
                        <a:pt x="5443407" y="2314754"/>
                        <a:pt x="5444369" y="2319257"/>
                      </a:cubicBezTo>
                      <a:cubicBezTo>
                        <a:pt x="5444369" y="2319257"/>
                        <a:pt x="5445332" y="2323762"/>
                        <a:pt x="5449836" y="2322799"/>
                      </a:cubicBezTo>
                      <a:cubicBezTo>
                        <a:pt x="5449836" y="2322799"/>
                        <a:pt x="5450798" y="2327304"/>
                        <a:pt x="5447256" y="2332770"/>
                      </a:cubicBezTo>
                      <a:cubicBezTo>
                        <a:pt x="5453685" y="2340816"/>
                        <a:pt x="5453685" y="2340816"/>
                        <a:pt x="5453685" y="2340816"/>
                      </a:cubicBezTo>
                      <a:cubicBezTo>
                        <a:pt x="5453685" y="2340816"/>
                        <a:pt x="5452723" y="2336311"/>
                        <a:pt x="5457226" y="2335349"/>
                      </a:cubicBezTo>
                      <a:cubicBezTo>
                        <a:pt x="5458189" y="2339854"/>
                        <a:pt x="5459151" y="2344357"/>
                        <a:pt x="5460113" y="2348861"/>
                      </a:cubicBezTo>
                      <a:cubicBezTo>
                        <a:pt x="5461075" y="2353366"/>
                        <a:pt x="5461075" y="2353366"/>
                        <a:pt x="5461075" y="2353366"/>
                      </a:cubicBezTo>
                      <a:cubicBezTo>
                        <a:pt x="5467504" y="2361411"/>
                        <a:pt x="5468467" y="2365915"/>
                        <a:pt x="5469429" y="2370419"/>
                      </a:cubicBezTo>
                      <a:cubicBezTo>
                        <a:pt x="5471353" y="2379427"/>
                        <a:pt x="5472316" y="2383932"/>
                        <a:pt x="5473278" y="2388435"/>
                      </a:cubicBezTo>
                      <a:cubicBezTo>
                        <a:pt x="5474240" y="2392940"/>
                        <a:pt x="5474240" y="2392940"/>
                        <a:pt x="5476165" y="2401947"/>
                      </a:cubicBezTo>
                      <a:cubicBezTo>
                        <a:pt x="5472623" y="2407414"/>
                        <a:pt x="5480014" y="2419964"/>
                        <a:pt x="5481938" y="2428972"/>
                      </a:cubicBezTo>
                      <a:cubicBezTo>
                        <a:pt x="5482900" y="2433476"/>
                        <a:pt x="5479358" y="2438942"/>
                        <a:pt x="5480321" y="2443447"/>
                      </a:cubicBezTo>
                      <a:cubicBezTo>
                        <a:pt x="5480321" y="2443447"/>
                        <a:pt x="5474855" y="2439905"/>
                        <a:pt x="5474855" y="2439905"/>
                      </a:cubicBezTo>
                      <a:cubicBezTo>
                        <a:pt x="5473893" y="2435400"/>
                        <a:pt x="5469388" y="2436363"/>
                        <a:pt x="5469388" y="2436363"/>
                      </a:cubicBezTo>
                      <a:cubicBezTo>
                        <a:pt x="5469388" y="2436363"/>
                        <a:pt x="5469388" y="2436363"/>
                        <a:pt x="5470351" y="2440867"/>
                      </a:cubicBezTo>
                      <a:cubicBezTo>
                        <a:pt x="5471313" y="2445371"/>
                        <a:pt x="5471313" y="2445371"/>
                        <a:pt x="5471313" y="2445371"/>
                      </a:cubicBezTo>
                      <a:cubicBezTo>
                        <a:pt x="5472275" y="2449875"/>
                        <a:pt x="5472275" y="2449875"/>
                        <a:pt x="5476780" y="2448912"/>
                      </a:cubicBezTo>
                      <a:cubicBezTo>
                        <a:pt x="5476780" y="2448912"/>
                        <a:pt x="5482245" y="2452454"/>
                        <a:pt x="5482245" y="2452454"/>
                      </a:cubicBezTo>
                      <a:cubicBezTo>
                        <a:pt x="5486750" y="2451492"/>
                        <a:pt x="5486750" y="2451492"/>
                        <a:pt x="5486750" y="2451492"/>
                      </a:cubicBezTo>
                      <a:cubicBezTo>
                        <a:pt x="5485787" y="2446988"/>
                        <a:pt x="5488367" y="2437018"/>
                        <a:pt x="5486443" y="2428009"/>
                      </a:cubicBezTo>
                      <a:cubicBezTo>
                        <a:pt x="5485480" y="2423506"/>
                        <a:pt x="5485480" y="2423506"/>
                        <a:pt x="5485480" y="2423506"/>
                      </a:cubicBezTo>
                      <a:cubicBezTo>
                        <a:pt x="5484518" y="2419002"/>
                        <a:pt x="5478089" y="2410956"/>
                        <a:pt x="5481631" y="2405489"/>
                      </a:cubicBezTo>
                      <a:cubicBezTo>
                        <a:pt x="5480669" y="2400985"/>
                        <a:pt x="5480669" y="2400985"/>
                        <a:pt x="5479707" y="2396482"/>
                      </a:cubicBezTo>
                      <a:cubicBezTo>
                        <a:pt x="5485172" y="2400023"/>
                        <a:pt x="5487097" y="2409031"/>
                        <a:pt x="5489021" y="2418039"/>
                      </a:cubicBezTo>
                      <a:cubicBezTo>
                        <a:pt x="5490946" y="2427047"/>
                        <a:pt x="5492871" y="2436056"/>
                        <a:pt x="5499299" y="2444101"/>
                      </a:cubicBezTo>
                      <a:cubicBezTo>
                        <a:pt x="5500262" y="2448605"/>
                        <a:pt x="5495757" y="2449568"/>
                        <a:pt x="5496720" y="2454072"/>
                      </a:cubicBezTo>
                      <a:cubicBezTo>
                        <a:pt x="5498644" y="2463080"/>
                        <a:pt x="5498644" y="2463080"/>
                        <a:pt x="5498644" y="2463080"/>
                      </a:cubicBezTo>
                      <a:cubicBezTo>
                        <a:pt x="5500569" y="2472087"/>
                        <a:pt x="5501531" y="2476592"/>
                        <a:pt x="5503455" y="2485600"/>
                      </a:cubicBezTo>
                      <a:cubicBezTo>
                        <a:pt x="5497990" y="2482058"/>
                        <a:pt x="5497990" y="2482058"/>
                        <a:pt x="5497990" y="2482058"/>
                      </a:cubicBezTo>
                      <a:cubicBezTo>
                        <a:pt x="5497028" y="2477554"/>
                        <a:pt x="5497028" y="2477554"/>
                        <a:pt x="5493486" y="2483021"/>
                      </a:cubicBezTo>
                      <a:cubicBezTo>
                        <a:pt x="5493486" y="2483021"/>
                        <a:pt x="5493486" y="2483021"/>
                        <a:pt x="5494448" y="2487524"/>
                      </a:cubicBezTo>
                      <a:cubicBezTo>
                        <a:pt x="5494448" y="2487524"/>
                        <a:pt x="5495410" y="2492028"/>
                        <a:pt x="5495410" y="2492028"/>
                      </a:cubicBezTo>
                      <a:cubicBezTo>
                        <a:pt x="5500877" y="2495570"/>
                        <a:pt x="5500877" y="2495570"/>
                        <a:pt x="5500877" y="2495570"/>
                      </a:cubicBezTo>
                      <a:cubicBezTo>
                        <a:pt x="5500877" y="2495570"/>
                        <a:pt x="5501839" y="2500075"/>
                        <a:pt x="5501839" y="2500075"/>
                      </a:cubicBezTo>
                      <a:cubicBezTo>
                        <a:pt x="5501839" y="2500075"/>
                        <a:pt x="5501839" y="2500075"/>
                        <a:pt x="5502801" y="2504578"/>
                      </a:cubicBezTo>
                      <a:cubicBezTo>
                        <a:pt x="5503763" y="2509082"/>
                        <a:pt x="5510191" y="2517128"/>
                        <a:pt x="5511154" y="2521632"/>
                      </a:cubicBezTo>
                      <a:cubicBezTo>
                        <a:pt x="5514040" y="2535144"/>
                        <a:pt x="5519507" y="2538686"/>
                        <a:pt x="5515965" y="2544153"/>
                      </a:cubicBezTo>
                      <a:cubicBezTo>
                        <a:pt x="5511462" y="2545115"/>
                        <a:pt x="5512424" y="2549619"/>
                        <a:pt x="5512424" y="2549619"/>
                      </a:cubicBezTo>
                      <a:cubicBezTo>
                        <a:pt x="5512424" y="2549619"/>
                        <a:pt x="5507919" y="2550581"/>
                        <a:pt x="5506957" y="2546078"/>
                      </a:cubicBezTo>
                      <a:cubicBezTo>
                        <a:pt x="5503108" y="2528061"/>
                        <a:pt x="5499259" y="2510045"/>
                        <a:pt x="5490906" y="2492991"/>
                      </a:cubicBezTo>
                      <a:cubicBezTo>
                        <a:pt x="5489943" y="2488486"/>
                        <a:pt x="5489943" y="2488486"/>
                        <a:pt x="5489943" y="2488486"/>
                      </a:cubicBezTo>
                      <a:cubicBezTo>
                        <a:pt x="5485440" y="2489448"/>
                        <a:pt x="5486402" y="2493953"/>
                        <a:pt x="5486402" y="2493953"/>
                      </a:cubicBezTo>
                      <a:cubicBezTo>
                        <a:pt x="5494755" y="2511007"/>
                        <a:pt x="5498604" y="2529024"/>
                        <a:pt x="5502453" y="2547040"/>
                      </a:cubicBezTo>
                      <a:cubicBezTo>
                        <a:pt x="5497950" y="2548002"/>
                        <a:pt x="5493445" y="2548964"/>
                        <a:pt x="5490865" y="2558934"/>
                      </a:cubicBezTo>
                      <a:cubicBezTo>
                        <a:pt x="5495677" y="2581454"/>
                        <a:pt x="5487631" y="2587883"/>
                        <a:pt x="5492443" y="2610404"/>
                      </a:cubicBezTo>
                      <a:cubicBezTo>
                        <a:pt x="5482431" y="2673768"/>
                        <a:pt x="5488820" y="2747757"/>
                        <a:pt x="5494900" y="2798263"/>
                      </a:cubicBezTo>
                      <a:cubicBezTo>
                        <a:pt x="5495863" y="2802768"/>
                        <a:pt x="5495863" y="2802768"/>
                        <a:pt x="5495863" y="2802768"/>
                      </a:cubicBezTo>
                      <a:cubicBezTo>
                        <a:pt x="5495863" y="2802768"/>
                        <a:pt x="5496825" y="2807272"/>
                        <a:pt x="5496825" y="2807272"/>
                      </a:cubicBezTo>
                      <a:cubicBezTo>
                        <a:pt x="5501329" y="2806310"/>
                        <a:pt x="5501329" y="2806310"/>
                        <a:pt x="5500367" y="2801805"/>
                      </a:cubicBezTo>
                      <a:cubicBezTo>
                        <a:pt x="5494285" y="2751298"/>
                        <a:pt x="5488860" y="2681813"/>
                        <a:pt x="5498871" y="2618449"/>
                      </a:cubicBezTo>
                      <a:cubicBezTo>
                        <a:pt x="5499833" y="2622954"/>
                        <a:pt x="5499833" y="2622954"/>
                        <a:pt x="5499833" y="2622954"/>
                      </a:cubicBezTo>
                      <a:cubicBezTo>
                        <a:pt x="5504337" y="2621991"/>
                        <a:pt x="5503375" y="2617487"/>
                        <a:pt x="5506917" y="2612020"/>
                      </a:cubicBezTo>
                      <a:cubicBezTo>
                        <a:pt x="5507879" y="2616525"/>
                        <a:pt x="5508842" y="2621029"/>
                        <a:pt x="5509804" y="2625532"/>
                      </a:cubicBezTo>
                      <a:cubicBezTo>
                        <a:pt x="5509804" y="2625532"/>
                        <a:pt x="5509804" y="2625532"/>
                        <a:pt x="5505299" y="2626495"/>
                      </a:cubicBezTo>
                      <a:cubicBezTo>
                        <a:pt x="5506262" y="2630999"/>
                        <a:pt x="5506262" y="2630999"/>
                        <a:pt x="5506262" y="2630999"/>
                      </a:cubicBezTo>
                      <a:cubicBezTo>
                        <a:pt x="5506262" y="2630999"/>
                        <a:pt x="5506262" y="2630999"/>
                        <a:pt x="5507224" y="2635503"/>
                      </a:cubicBezTo>
                      <a:cubicBezTo>
                        <a:pt x="5507224" y="2635503"/>
                        <a:pt x="5511728" y="2634541"/>
                        <a:pt x="5511728" y="2634541"/>
                      </a:cubicBezTo>
                      <a:cubicBezTo>
                        <a:pt x="5509148" y="2644511"/>
                        <a:pt x="5511073" y="2653519"/>
                        <a:pt x="5512035" y="2658023"/>
                      </a:cubicBezTo>
                      <a:cubicBezTo>
                        <a:pt x="5512998" y="2662528"/>
                        <a:pt x="5512998" y="2662528"/>
                        <a:pt x="5513960" y="2667032"/>
                      </a:cubicBezTo>
                      <a:cubicBezTo>
                        <a:pt x="5514922" y="2671535"/>
                        <a:pt x="5515884" y="2676040"/>
                        <a:pt x="5516847" y="2680544"/>
                      </a:cubicBezTo>
                      <a:lnTo>
                        <a:pt x="5517809" y="2685047"/>
                      </a:lnTo>
                      <a:cubicBezTo>
                        <a:pt x="5513304" y="2686010"/>
                        <a:pt x="5513304" y="2686010"/>
                        <a:pt x="5514267" y="2690514"/>
                      </a:cubicBezTo>
                      <a:cubicBezTo>
                        <a:pt x="5515229" y="2695018"/>
                        <a:pt x="5515229" y="2695018"/>
                        <a:pt x="5516191" y="2699522"/>
                      </a:cubicBezTo>
                      <a:cubicBezTo>
                        <a:pt x="5516191" y="2699522"/>
                        <a:pt x="5521658" y="2703064"/>
                        <a:pt x="5521658" y="2703064"/>
                      </a:cubicBezTo>
                      <a:cubicBezTo>
                        <a:pt x="5533861" y="2738134"/>
                        <a:pt x="5541559" y="2774166"/>
                        <a:pt x="5544752" y="2811161"/>
                      </a:cubicBezTo>
                      <a:cubicBezTo>
                        <a:pt x="5544097" y="2830139"/>
                        <a:pt x="5546984" y="2843652"/>
                        <a:pt x="5546330" y="2862630"/>
                      </a:cubicBezTo>
                      <a:cubicBezTo>
                        <a:pt x="5546330" y="2862630"/>
                        <a:pt x="5550833" y="2861668"/>
                        <a:pt x="5549871" y="2857164"/>
                      </a:cubicBezTo>
                      <a:cubicBezTo>
                        <a:pt x="5552103" y="2889654"/>
                        <a:pt x="5557877" y="2916679"/>
                        <a:pt x="5560108" y="2949169"/>
                      </a:cubicBezTo>
                      <a:cubicBezTo>
                        <a:pt x="5561071" y="2953673"/>
                        <a:pt x="5561071" y="2953673"/>
                        <a:pt x="5565575" y="2952711"/>
                      </a:cubicBezTo>
                      <a:cubicBezTo>
                        <a:pt x="5567500" y="2961719"/>
                        <a:pt x="5563957" y="2967185"/>
                        <a:pt x="5565882" y="2976194"/>
                      </a:cubicBezTo>
                      <a:cubicBezTo>
                        <a:pt x="5564920" y="2971690"/>
                        <a:pt x="5561378" y="2977156"/>
                        <a:pt x="5562340" y="2981660"/>
                      </a:cubicBezTo>
                      <a:cubicBezTo>
                        <a:pt x="5566844" y="2980697"/>
                        <a:pt x="5567807" y="2985202"/>
                        <a:pt x="5568769" y="2989706"/>
                      </a:cubicBezTo>
                      <a:cubicBezTo>
                        <a:pt x="5570693" y="2998714"/>
                        <a:pt x="5568113" y="3008684"/>
                        <a:pt x="5570038" y="3017692"/>
                      </a:cubicBezTo>
                      <a:cubicBezTo>
                        <a:pt x="5570038" y="3017692"/>
                        <a:pt x="5571000" y="3022197"/>
                        <a:pt x="5571000" y="3022197"/>
                      </a:cubicBezTo>
                      <a:cubicBezTo>
                        <a:pt x="5571963" y="3026700"/>
                        <a:pt x="5568422" y="3032167"/>
                        <a:pt x="5569384" y="3036671"/>
                      </a:cubicBezTo>
                      <a:cubicBezTo>
                        <a:pt x="5570346" y="3041174"/>
                        <a:pt x="5570346" y="3041174"/>
                        <a:pt x="5570346" y="3041174"/>
                      </a:cubicBezTo>
                      <a:cubicBezTo>
                        <a:pt x="5570346" y="3041174"/>
                        <a:pt x="5571308" y="3045679"/>
                        <a:pt x="5571308" y="3045679"/>
                      </a:cubicBezTo>
                      <a:cubicBezTo>
                        <a:pt x="5572578" y="3073665"/>
                        <a:pt x="5569342" y="3102614"/>
                        <a:pt x="5569650" y="3126097"/>
                      </a:cubicBezTo>
                      <a:cubicBezTo>
                        <a:pt x="5569650" y="3126097"/>
                        <a:pt x="5576078" y="3134142"/>
                        <a:pt x="5572537" y="3139609"/>
                      </a:cubicBezTo>
                      <a:cubicBezTo>
                        <a:pt x="5572537" y="3139609"/>
                        <a:pt x="5573500" y="3144113"/>
                        <a:pt x="5573500" y="3144113"/>
                      </a:cubicBezTo>
                      <a:cubicBezTo>
                        <a:pt x="5572537" y="3139609"/>
                        <a:pt x="5575424" y="3153121"/>
                        <a:pt x="5577349" y="3162129"/>
                      </a:cubicBezTo>
                      <a:cubicBezTo>
                        <a:pt x="5576693" y="3181107"/>
                        <a:pt x="5571534" y="3201048"/>
                        <a:pt x="5569917" y="3215523"/>
                      </a:cubicBezTo>
                      <a:cubicBezTo>
                        <a:pt x="5563755" y="3296903"/>
                        <a:pt x="5558248" y="3359305"/>
                        <a:pt x="5551779" y="3417202"/>
                      </a:cubicBezTo>
                      <a:cubicBezTo>
                        <a:pt x="5552741" y="3421707"/>
                        <a:pt x="5552741" y="3421707"/>
                        <a:pt x="5552741" y="3421707"/>
                      </a:cubicBezTo>
                      <a:cubicBezTo>
                        <a:pt x="5549200" y="3427172"/>
                        <a:pt x="5549200" y="3427172"/>
                        <a:pt x="5549200" y="3427172"/>
                      </a:cubicBezTo>
                      <a:cubicBezTo>
                        <a:pt x="5542269" y="3449847"/>
                        <a:pt x="5535099" y="3471394"/>
                        <a:pt x="5528169" y="3494068"/>
                      </a:cubicBezTo>
                      <a:lnTo>
                        <a:pt x="5510688" y="3559800"/>
                      </a:lnTo>
                      <a:lnTo>
                        <a:pt x="5510930" y="3558388"/>
                      </a:lnTo>
                      <a:cubicBezTo>
                        <a:pt x="5511768" y="3552322"/>
                        <a:pt x="5512375" y="3546894"/>
                        <a:pt x="5512778" y="3543275"/>
                      </a:cubicBezTo>
                      <a:cubicBezTo>
                        <a:pt x="5511816" y="3538772"/>
                        <a:pt x="5515358" y="3533305"/>
                        <a:pt x="5515358" y="3533305"/>
                      </a:cubicBezTo>
                      <a:cubicBezTo>
                        <a:pt x="5520517" y="3513364"/>
                        <a:pt x="5527601" y="3502432"/>
                        <a:pt x="5522135" y="3498890"/>
                      </a:cubicBezTo>
                      <a:cubicBezTo>
                        <a:pt x="5530181" y="3492461"/>
                        <a:pt x="5533415" y="3463512"/>
                        <a:pt x="5533108" y="3440030"/>
                      </a:cubicBezTo>
                      <a:cubicBezTo>
                        <a:pt x="5532146" y="3435526"/>
                        <a:pt x="5531183" y="3431021"/>
                        <a:pt x="5535687" y="3430059"/>
                      </a:cubicBezTo>
                      <a:cubicBezTo>
                        <a:pt x="5535687" y="3430059"/>
                        <a:pt x="5539229" y="3424593"/>
                        <a:pt x="5538267" y="3420089"/>
                      </a:cubicBezTo>
                      <a:cubicBezTo>
                        <a:pt x="5537304" y="3415585"/>
                        <a:pt x="5536342" y="3411081"/>
                        <a:pt x="5532800" y="3416547"/>
                      </a:cubicBezTo>
                      <a:cubicBezTo>
                        <a:pt x="5528297" y="3417509"/>
                        <a:pt x="5525717" y="3427480"/>
                        <a:pt x="5523137" y="3437450"/>
                      </a:cubicBezTo>
                      <a:cubicBezTo>
                        <a:pt x="5524099" y="3441955"/>
                        <a:pt x="5524099" y="3441955"/>
                        <a:pt x="5524099" y="3441955"/>
                      </a:cubicBezTo>
                      <a:cubicBezTo>
                        <a:pt x="5513781" y="3481836"/>
                        <a:pt x="5507660" y="3497272"/>
                        <a:pt x="5505387" y="3530725"/>
                      </a:cubicBezTo>
                      <a:cubicBezTo>
                        <a:pt x="5505387" y="3530725"/>
                        <a:pt x="5506350" y="3535230"/>
                        <a:pt x="5506350" y="3535230"/>
                      </a:cubicBezTo>
                      <a:cubicBezTo>
                        <a:pt x="5502809" y="3540696"/>
                        <a:pt x="5496687" y="3556133"/>
                        <a:pt x="5493145" y="3561598"/>
                      </a:cubicBezTo>
                      <a:cubicBezTo>
                        <a:pt x="5499574" y="3569645"/>
                        <a:pt x="5490566" y="3571569"/>
                        <a:pt x="5485406" y="3591510"/>
                      </a:cubicBezTo>
                      <a:cubicBezTo>
                        <a:pt x="5482018" y="3608717"/>
                        <a:pt x="5478226" y="3629544"/>
                        <a:pt x="5472745" y="3650731"/>
                      </a:cubicBezTo>
                      <a:lnTo>
                        <a:pt x="5453639" y="3702176"/>
                      </a:lnTo>
                      <a:lnTo>
                        <a:pt x="5451565" y="3697642"/>
                      </a:lnTo>
                      <a:cubicBezTo>
                        <a:pt x="5430929" y="3777405"/>
                        <a:pt x="5403864" y="3849122"/>
                        <a:pt x="5369715" y="3931772"/>
                      </a:cubicBezTo>
                      <a:cubicBezTo>
                        <a:pt x="5369715" y="3931772"/>
                        <a:pt x="5365212" y="3932734"/>
                        <a:pt x="5365212" y="3932734"/>
                      </a:cubicBezTo>
                      <a:cubicBezTo>
                        <a:pt x="5366174" y="3937239"/>
                        <a:pt x="5366174" y="3937239"/>
                        <a:pt x="5366174" y="3937239"/>
                      </a:cubicBezTo>
                      <a:cubicBezTo>
                        <a:pt x="5366174" y="3937239"/>
                        <a:pt x="5366174" y="3937239"/>
                        <a:pt x="5367136" y="3941742"/>
                      </a:cubicBezTo>
                      <a:cubicBezTo>
                        <a:pt x="5363594" y="3947209"/>
                        <a:pt x="5355549" y="3953638"/>
                        <a:pt x="5352006" y="3959103"/>
                      </a:cubicBezTo>
                      <a:cubicBezTo>
                        <a:pt x="5363901" y="3970692"/>
                        <a:pt x="5338146" y="4004452"/>
                        <a:pt x="5329445" y="4029858"/>
                      </a:cubicBezTo>
                      <a:cubicBezTo>
                        <a:pt x="5323979" y="4026316"/>
                        <a:pt x="5331063" y="4015384"/>
                        <a:pt x="5326559" y="4016346"/>
                      </a:cubicBezTo>
                      <a:cubicBezTo>
                        <a:pt x="5308849" y="4043679"/>
                        <a:pt x="5336530" y="4018926"/>
                        <a:pt x="5319782" y="4050762"/>
                      </a:cubicBezTo>
                      <a:cubicBezTo>
                        <a:pt x="5315278" y="4051724"/>
                        <a:pt x="5318820" y="4046257"/>
                        <a:pt x="5314316" y="4047220"/>
                      </a:cubicBezTo>
                      <a:cubicBezTo>
                        <a:pt x="5303035" y="4082597"/>
                        <a:pt x="5280823" y="4110892"/>
                        <a:pt x="5276625" y="4135336"/>
                      </a:cubicBezTo>
                      <a:cubicBezTo>
                        <a:pt x="5276625" y="4135336"/>
                        <a:pt x="5279205" y="4125366"/>
                        <a:pt x="5272122" y="4136298"/>
                      </a:cubicBezTo>
                      <a:cubicBezTo>
                        <a:pt x="5272429" y="4159781"/>
                        <a:pt x="5248292" y="4179067"/>
                        <a:pt x="5234124" y="4200931"/>
                      </a:cubicBezTo>
                      <a:cubicBezTo>
                        <a:pt x="5226386" y="4230843"/>
                        <a:pt x="5208676" y="4258175"/>
                        <a:pt x="5190005" y="4281002"/>
                      </a:cubicBezTo>
                      <a:cubicBezTo>
                        <a:pt x="5180669" y="4292416"/>
                        <a:pt x="5171334" y="4303830"/>
                        <a:pt x="5161796" y="4317053"/>
                      </a:cubicBezTo>
                      <a:lnTo>
                        <a:pt x="5135887" y="4358358"/>
                      </a:lnTo>
                      <a:lnTo>
                        <a:pt x="5134954" y="4353989"/>
                      </a:lnTo>
                      <a:cubicBezTo>
                        <a:pt x="5130449" y="4354951"/>
                        <a:pt x="5130449" y="4354951"/>
                        <a:pt x="5131412" y="4359456"/>
                      </a:cubicBezTo>
                      <a:cubicBezTo>
                        <a:pt x="5128832" y="4369426"/>
                        <a:pt x="5128832" y="4369426"/>
                        <a:pt x="5128832" y="4369426"/>
                      </a:cubicBezTo>
                      <a:cubicBezTo>
                        <a:pt x="5127869" y="4364921"/>
                        <a:pt x="5127869" y="4364921"/>
                        <a:pt x="5127869" y="4364921"/>
                      </a:cubicBezTo>
                      <a:cubicBezTo>
                        <a:pt x="5119824" y="4371350"/>
                        <a:pt x="5112740" y="4382283"/>
                        <a:pt x="5106619" y="4397719"/>
                      </a:cubicBezTo>
                      <a:cubicBezTo>
                        <a:pt x="5106619" y="4397719"/>
                        <a:pt x="5107581" y="4402224"/>
                        <a:pt x="5107581" y="4402224"/>
                      </a:cubicBezTo>
                      <a:cubicBezTo>
                        <a:pt x="5108544" y="4406728"/>
                        <a:pt x="5104039" y="4407690"/>
                        <a:pt x="5105001" y="4412194"/>
                      </a:cubicBezTo>
                      <a:cubicBezTo>
                        <a:pt x="5104039" y="4407690"/>
                        <a:pt x="5107581" y="4402224"/>
                        <a:pt x="5103077" y="4403186"/>
                      </a:cubicBezTo>
                      <a:cubicBezTo>
                        <a:pt x="5099535" y="4408653"/>
                        <a:pt x="5095994" y="4414118"/>
                        <a:pt x="5092452" y="4419585"/>
                      </a:cubicBezTo>
                      <a:cubicBezTo>
                        <a:pt x="5091489" y="4415080"/>
                        <a:pt x="5091489" y="4415080"/>
                        <a:pt x="5091489" y="4415080"/>
                      </a:cubicBezTo>
                      <a:cubicBezTo>
                        <a:pt x="5091489" y="4415080"/>
                        <a:pt x="5091489" y="4415080"/>
                        <a:pt x="5090527" y="4410577"/>
                      </a:cubicBezTo>
                      <a:cubicBezTo>
                        <a:pt x="5090527" y="4410577"/>
                        <a:pt x="5090527" y="4410577"/>
                        <a:pt x="5086023" y="4411539"/>
                      </a:cubicBezTo>
                      <a:cubicBezTo>
                        <a:pt x="5086985" y="4416043"/>
                        <a:pt x="5087947" y="4420547"/>
                        <a:pt x="5087947" y="4420547"/>
                      </a:cubicBezTo>
                      <a:cubicBezTo>
                        <a:pt x="5087947" y="4420547"/>
                        <a:pt x="5087947" y="4420547"/>
                        <a:pt x="5088910" y="4425051"/>
                      </a:cubicBezTo>
                      <a:cubicBezTo>
                        <a:pt x="5088910" y="4425051"/>
                        <a:pt x="5085368" y="4430518"/>
                        <a:pt x="5085368" y="4430518"/>
                      </a:cubicBezTo>
                      <a:cubicBezTo>
                        <a:pt x="5085368" y="4430518"/>
                        <a:pt x="5080864" y="4431480"/>
                        <a:pt x="5080864" y="4431480"/>
                      </a:cubicBezTo>
                      <a:cubicBezTo>
                        <a:pt x="5080864" y="4431480"/>
                        <a:pt x="5076360" y="4432443"/>
                        <a:pt x="5076360" y="4432443"/>
                      </a:cubicBezTo>
                      <a:cubicBezTo>
                        <a:pt x="5077322" y="4436946"/>
                        <a:pt x="5077322" y="4436946"/>
                        <a:pt x="5077322" y="4436946"/>
                      </a:cubicBezTo>
                      <a:cubicBezTo>
                        <a:pt x="5078284" y="4441450"/>
                        <a:pt x="5078284" y="4441450"/>
                        <a:pt x="5078284" y="4441450"/>
                      </a:cubicBezTo>
                      <a:cubicBezTo>
                        <a:pt x="5074742" y="4446917"/>
                        <a:pt x="5071201" y="4452382"/>
                        <a:pt x="5066697" y="4453345"/>
                      </a:cubicBezTo>
                      <a:cubicBezTo>
                        <a:pt x="5066697" y="4453345"/>
                        <a:pt x="5066697" y="4453345"/>
                        <a:pt x="5065735" y="4448841"/>
                      </a:cubicBezTo>
                      <a:cubicBezTo>
                        <a:pt x="5065735" y="4448841"/>
                        <a:pt x="5062192" y="4454307"/>
                        <a:pt x="5062192" y="4454307"/>
                      </a:cubicBezTo>
                      <a:cubicBezTo>
                        <a:pt x="5058650" y="4459774"/>
                        <a:pt x="5058650" y="4459774"/>
                        <a:pt x="5058650" y="4459774"/>
                      </a:cubicBezTo>
                      <a:cubicBezTo>
                        <a:pt x="5058650" y="4459774"/>
                        <a:pt x="5055109" y="4465240"/>
                        <a:pt x="5056071" y="4469744"/>
                      </a:cubicBezTo>
                      <a:cubicBezTo>
                        <a:pt x="5055109" y="4465240"/>
                        <a:pt x="5055109" y="4465240"/>
                        <a:pt x="5055109" y="4465240"/>
                      </a:cubicBezTo>
                      <a:cubicBezTo>
                        <a:pt x="5050605" y="4466203"/>
                        <a:pt x="5047063" y="4471668"/>
                        <a:pt x="5039017" y="4478097"/>
                      </a:cubicBezTo>
                      <a:cubicBezTo>
                        <a:pt x="5041596" y="4468127"/>
                        <a:pt x="5034513" y="4479059"/>
                        <a:pt x="5037093" y="4469089"/>
                      </a:cubicBezTo>
                      <a:cubicBezTo>
                        <a:pt x="5021963" y="4486451"/>
                        <a:pt x="5021963" y="4486451"/>
                        <a:pt x="5021963" y="4486451"/>
                      </a:cubicBezTo>
                      <a:cubicBezTo>
                        <a:pt x="5021963" y="4486451"/>
                        <a:pt x="5021001" y="4481946"/>
                        <a:pt x="5021001" y="4481946"/>
                      </a:cubicBezTo>
                      <a:cubicBezTo>
                        <a:pt x="5024543" y="4476480"/>
                        <a:pt x="5024543" y="4476480"/>
                        <a:pt x="5024543" y="4476480"/>
                      </a:cubicBezTo>
                      <a:cubicBezTo>
                        <a:pt x="5024543" y="4476480"/>
                        <a:pt x="5029046" y="4475517"/>
                        <a:pt x="5023581" y="4471976"/>
                      </a:cubicBezTo>
                      <a:cubicBezTo>
                        <a:pt x="5023581" y="4471976"/>
                        <a:pt x="5023581" y="4471976"/>
                        <a:pt x="5020039" y="4477442"/>
                      </a:cubicBezTo>
                      <a:cubicBezTo>
                        <a:pt x="5016497" y="4482909"/>
                        <a:pt x="5016497" y="4482909"/>
                        <a:pt x="5016497" y="4482909"/>
                      </a:cubicBezTo>
                      <a:cubicBezTo>
                        <a:pt x="5017459" y="4487413"/>
                        <a:pt x="5012955" y="4488375"/>
                        <a:pt x="5013917" y="4492879"/>
                      </a:cubicBezTo>
                      <a:cubicBezTo>
                        <a:pt x="5013917" y="4492879"/>
                        <a:pt x="5019383" y="4496421"/>
                        <a:pt x="5022925" y="4490954"/>
                      </a:cubicBezTo>
                      <a:cubicBezTo>
                        <a:pt x="5019383" y="4496421"/>
                        <a:pt x="5019383" y="4496421"/>
                        <a:pt x="5019383" y="4496421"/>
                      </a:cubicBezTo>
                      <a:cubicBezTo>
                        <a:pt x="5009720" y="4517324"/>
                        <a:pt x="5004254" y="4513782"/>
                        <a:pt x="5002636" y="4528256"/>
                      </a:cubicBezTo>
                      <a:cubicBezTo>
                        <a:pt x="5009720" y="4517324"/>
                        <a:pt x="5015187" y="4520866"/>
                        <a:pt x="5019690" y="4519904"/>
                      </a:cubicBezTo>
                      <a:cubicBezTo>
                        <a:pt x="5016149" y="4525369"/>
                        <a:pt x="5008103" y="4531798"/>
                        <a:pt x="5004561" y="4537265"/>
                      </a:cubicBezTo>
                      <a:cubicBezTo>
                        <a:pt x="5001020" y="4542730"/>
                        <a:pt x="4997478" y="4548197"/>
                        <a:pt x="4993936" y="4553664"/>
                      </a:cubicBezTo>
                      <a:cubicBezTo>
                        <a:pt x="4989432" y="4554626"/>
                        <a:pt x="4985890" y="4560092"/>
                        <a:pt x="4985890" y="4560092"/>
                      </a:cubicBezTo>
                      <a:cubicBezTo>
                        <a:pt x="4981386" y="4561054"/>
                        <a:pt x="4984928" y="4555588"/>
                        <a:pt x="4983966" y="4551084"/>
                      </a:cubicBezTo>
                      <a:cubicBezTo>
                        <a:pt x="4969798" y="4572949"/>
                        <a:pt x="4969798" y="4572949"/>
                        <a:pt x="4969798" y="4572949"/>
                      </a:cubicBezTo>
                      <a:cubicBezTo>
                        <a:pt x="4964332" y="4569407"/>
                        <a:pt x="4964332" y="4569407"/>
                        <a:pt x="4964332" y="4569407"/>
                      </a:cubicBezTo>
                      <a:cubicBezTo>
                        <a:pt x="4964332" y="4569407"/>
                        <a:pt x="4963369" y="4564903"/>
                        <a:pt x="4967874" y="4563941"/>
                      </a:cubicBezTo>
                      <a:cubicBezTo>
                        <a:pt x="4966911" y="4559437"/>
                        <a:pt x="4966911" y="4559437"/>
                        <a:pt x="4966911" y="4559437"/>
                      </a:cubicBezTo>
                      <a:cubicBezTo>
                        <a:pt x="4966911" y="4559437"/>
                        <a:pt x="4966911" y="4559437"/>
                        <a:pt x="4962407" y="4560400"/>
                      </a:cubicBezTo>
                      <a:cubicBezTo>
                        <a:pt x="4957904" y="4561362"/>
                        <a:pt x="4958866" y="4565865"/>
                        <a:pt x="4958866" y="4565865"/>
                      </a:cubicBezTo>
                      <a:cubicBezTo>
                        <a:pt x="4959828" y="4570370"/>
                        <a:pt x="4959828" y="4570370"/>
                        <a:pt x="4959828" y="4570370"/>
                      </a:cubicBezTo>
                      <a:cubicBezTo>
                        <a:pt x="4959828" y="4570370"/>
                        <a:pt x="4955324" y="4571332"/>
                        <a:pt x="4956286" y="4575836"/>
                      </a:cubicBezTo>
                      <a:cubicBezTo>
                        <a:pt x="4956286" y="4575836"/>
                        <a:pt x="4956286" y="4575836"/>
                        <a:pt x="4952744" y="4581303"/>
                      </a:cubicBezTo>
                      <a:cubicBezTo>
                        <a:pt x="4952744" y="4581303"/>
                        <a:pt x="4952744" y="4581303"/>
                        <a:pt x="4948240" y="4582265"/>
                      </a:cubicBezTo>
                      <a:cubicBezTo>
                        <a:pt x="4948240" y="4582265"/>
                        <a:pt x="4949202" y="4586769"/>
                        <a:pt x="4949202" y="4586769"/>
                      </a:cubicBezTo>
                      <a:cubicBezTo>
                        <a:pt x="4944698" y="4587731"/>
                        <a:pt x="4944698" y="4587731"/>
                        <a:pt x="4944698" y="4587731"/>
                      </a:cubicBezTo>
                      <a:cubicBezTo>
                        <a:pt x="4943735" y="4583228"/>
                        <a:pt x="4943735" y="4583228"/>
                        <a:pt x="4943735" y="4583228"/>
                      </a:cubicBezTo>
                      <a:cubicBezTo>
                        <a:pt x="4946315" y="4573257"/>
                        <a:pt x="4946315" y="4573257"/>
                        <a:pt x="4946315" y="4573257"/>
                      </a:cubicBezTo>
                      <a:cubicBezTo>
                        <a:pt x="4949857" y="4567790"/>
                        <a:pt x="4954362" y="4566827"/>
                        <a:pt x="4953399" y="4562324"/>
                      </a:cubicBezTo>
                      <a:cubicBezTo>
                        <a:pt x="4953399" y="4562324"/>
                        <a:pt x="4953399" y="4562324"/>
                        <a:pt x="4948895" y="4563286"/>
                      </a:cubicBezTo>
                      <a:cubicBezTo>
                        <a:pt x="4944391" y="4564249"/>
                        <a:pt x="4945353" y="4568752"/>
                        <a:pt x="4945353" y="4568752"/>
                      </a:cubicBezTo>
                      <a:cubicBezTo>
                        <a:pt x="4937307" y="4575181"/>
                        <a:pt x="4938270" y="4579685"/>
                        <a:pt x="4934728" y="4585152"/>
                      </a:cubicBezTo>
                      <a:cubicBezTo>
                        <a:pt x="4935690" y="4589655"/>
                        <a:pt x="4935690" y="4589655"/>
                        <a:pt x="4935690" y="4589655"/>
                      </a:cubicBezTo>
                      <a:cubicBezTo>
                        <a:pt x="4933110" y="4599626"/>
                        <a:pt x="4928607" y="4600589"/>
                        <a:pt x="4929569" y="4605092"/>
                      </a:cubicBezTo>
                      <a:cubicBezTo>
                        <a:pt x="4914439" y="4622453"/>
                        <a:pt x="4894805" y="4640777"/>
                        <a:pt x="4880638" y="4662642"/>
                      </a:cubicBezTo>
                      <a:cubicBezTo>
                        <a:pt x="4876134" y="4663604"/>
                        <a:pt x="4876134" y="4663604"/>
                        <a:pt x="4876134" y="4663604"/>
                      </a:cubicBezTo>
                      <a:cubicBezTo>
                        <a:pt x="4871630" y="4664567"/>
                        <a:pt x="4872593" y="4669071"/>
                        <a:pt x="4872593" y="4669071"/>
                      </a:cubicBezTo>
                      <a:cubicBezTo>
                        <a:pt x="4868088" y="4670033"/>
                        <a:pt x="4864546" y="4675500"/>
                        <a:pt x="4861005" y="4680965"/>
                      </a:cubicBezTo>
                      <a:cubicBezTo>
                        <a:pt x="4861005" y="4680965"/>
                        <a:pt x="4861005" y="4680965"/>
                        <a:pt x="4857463" y="4686432"/>
                      </a:cubicBezTo>
                      <a:cubicBezTo>
                        <a:pt x="4852959" y="4687394"/>
                        <a:pt x="4849417" y="4692861"/>
                        <a:pt x="4845875" y="4698327"/>
                      </a:cubicBezTo>
                      <a:cubicBezTo>
                        <a:pt x="4841371" y="4699289"/>
                        <a:pt x="4837829" y="4704756"/>
                        <a:pt x="4834288" y="4710222"/>
                      </a:cubicBezTo>
                      <a:cubicBezTo>
                        <a:pt x="4825279" y="4712147"/>
                        <a:pt x="4815616" y="4733050"/>
                        <a:pt x="4798562" y="4741402"/>
                      </a:cubicBezTo>
                      <a:cubicBezTo>
                        <a:pt x="4795982" y="4751374"/>
                        <a:pt x="4772807" y="4775163"/>
                        <a:pt x="4762182" y="4791561"/>
                      </a:cubicBezTo>
                      <a:cubicBezTo>
                        <a:pt x="4762182" y="4791561"/>
                        <a:pt x="4746090" y="4804419"/>
                        <a:pt x="4750594" y="4803457"/>
                      </a:cubicBezTo>
                      <a:cubicBezTo>
                        <a:pt x="4770227" y="4785134"/>
                        <a:pt x="4753481" y="4816969"/>
                        <a:pt x="4761527" y="4810540"/>
                      </a:cubicBezTo>
                      <a:cubicBezTo>
                        <a:pt x="4768610" y="4799608"/>
                        <a:pt x="4767648" y="4795104"/>
                        <a:pt x="4792748" y="4780322"/>
                      </a:cubicBezTo>
                      <a:cubicBezTo>
                        <a:pt x="4782777" y="4777742"/>
                        <a:pt x="4832015" y="4743675"/>
                        <a:pt x="4825586" y="4735629"/>
                      </a:cubicBezTo>
                      <a:cubicBezTo>
                        <a:pt x="4810457" y="4752990"/>
                        <a:pt x="4829128" y="4730163"/>
                        <a:pt x="4840716" y="4718268"/>
                      </a:cubicBezTo>
                      <a:cubicBezTo>
                        <a:pt x="4840716" y="4718268"/>
                        <a:pt x="4840716" y="4718268"/>
                        <a:pt x="4841678" y="4722772"/>
                      </a:cubicBezTo>
                      <a:cubicBezTo>
                        <a:pt x="4837175" y="4723734"/>
                        <a:pt x="4837175" y="4723734"/>
                        <a:pt x="4837175" y="4723734"/>
                      </a:cubicBezTo>
                      <a:cubicBezTo>
                        <a:pt x="4833633" y="4729201"/>
                        <a:pt x="4833633" y="4729201"/>
                        <a:pt x="4838137" y="4728239"/>
                      </a:cubicBezTo>
                      <a:cubicBezTo>
                        <a:pt x="4838137" y="4728239"/>
                        <a:pt x="4838137" y="4728239"/>
                        <a:pt x="4842641" y="4727276"/>
                      </a:cubicBezTo>
                      <a:cubicBezTo>
                        <a:pt x="4846183" y="4721810"/>
                        <a:pt x="4846183" y="4721810"/>
                        <a:pt x="4846183" y="4721810"/>
                      </a:cubicBezTo>
                      <a:cubicBezTo>
                        <a:pt x="4849725" y="4716343"/>
                        <a:pt x="4848762" y="4711839"/>
                        <a:pt x="4843296" y="4708298"/>
                      </a:cubicBezTo>
                      <a:cubicBezTo>
                        <a:pt x="4846838" y="4702831"/>
                        <a:pt x="4850379" y="4697365"/>
                        <a:pt x="4854883" y="4696402"/>
                      </a:cubicBezTo>
                      <a:cubicBezTo>
                        <a:pt x="4859387" y="4695440"/>
                        <a:pt x="4859387" y="4695440"/>
                        <a:pt x="4863892" y="4694478"/>
                      </a:cubicBezTo>
                      <a:cubicBezTo>
                        <a:pt x="4863892" y="4694478"/>
                        <a:pt x="4863892" y="4694478"/>
                        <a:pt x="4864854" y="4698982"/>
                      </a:cubicBezTo>
                      <a:cubicBezTo>
                        <a:pt x="4869358" y="4698020"/>
                        <a:pt x="4868395" y="4693515"/>
                        <a:pt x="4868395" y="4693515"/>
                      </a:cubicBezTo>
                      <a:cubicBezTo>
                        <a:pt x="4868395" y="4693515"/>
                        <a:pt x="4867433" y="4689012"/>
                        <a:pt x="4867433" y="4689012"/>
                      </a:cubicBezTo>
                      <a:cubicBezTo>
                        <a:pt x="4866471" y="4684508"/>
                        <a:pt x="4870975" y="4683545"/>
                        <a:pt x="4870013" y="4679041"/>
                      </a:cubicBezTo>
                      <a:cubicBezTo>
                        <a:pt x="4874517" y="4678079"/>
                        <a:pt x="4878058" y="4672613"/>
                        <a:pt x="4878058" y="4672613"/>
                      </a:cubicBezTo>
                      <a:cubicBezTo>
                        <a:pt x="4878058" y="4672613"/>
                        <a:pt x="4878058" y="4672613"/>
                        <a:pt x="4882563" y="4671651"/>
                      </a:cubicBezTo>
                      <a:cubicBezTo>
                        <a:pt x="4881600" y="4667146"/>
                        <a:pt x="4881600" y="4667146"/>
                        <a:pt x="4881600" y="4667146"/>
                      </a:cubicBezTo>
                      <a:cubicBezTo>
                        <a:pt x="4881600" y="4667146"/>
                        <a:pt x="4886105" y="4666184"/>
                        <a:pt x="4885142" y="4661680"/>
                      </a:cubicBezTo>
                      <a:cubicBezTo>
                        <a:pt x="4900272" y="4644319"/>
                        <a:pt x="4914439" y="4622453"/>
                        <a:pt x="4935035" y="4608634"/>
                      </a:cubicBezTo>
                      <a:cubicBezTo>
                        <a:pt x="4938577" y="4603167"/>
                        <a:pt x="4938577" y="4603167"/>
                        <a:pt x="4938577" y="4603167"/>
                      </a:cubicBezTo>
                      <a:cubicBezTo>
                        <a:pt x="4938577" y="4603167"/>
                        <a:pt x="4937615" y="4598664"/>
                        <a:pt x="4937615" y="4598664"/>
                      </a:cubicBezTo>
                      <a:cubicBezTo>
                        <a:pt x="4937615" y="4598664"/>
                        <a:pt x="4942119" y="4597702"/>
                        <a:pt x="4942119" y="4597702"/>
                      </a:cubicBezTo>
                      <a:cubicBezTo>
                        <a:pt x="4942119" y="4597702"/>
                        <a:pt x="4943081" y="4602205"/>
                        <a:pt x="4943081" y="4602205"/>
                      </a:cubicBezTo>
                      <a:cubicBezTo>
                        <a:pt x="4952089" y="4600281"/>
                        <a:pt x="4955631" y="4594815"/>
                        <a:pt x="4963677" y="4588386"/>
                      </a:cubicBezTo>
                      <a:cubicBezTo>
                        <a:pt x="4962715" y="4583882"/>
                        <a:pt x="4962715" y="4583882"/>
                        <a:pt x="4962715" y="4583882"/>
                      </a:cubicBezTo>
                      <a:cubicBezTo>
                        <a:pt x="4977189" y="4585499"/>
                        <a:pt x="4955631" y="4594815"/>
                        <a:pt x="4961097" y="4598356"/>
                      </a:cubicBezTo>
                      <a:cubicBezTo>
                        <a:pt x="4964640" y="4592890"/>
                        <a:pt x="4980730" y="4580033"/>
                        <a:pt x="4991357" y="4563634"/>
                      </a:cubicBezTo>
                      <a:cubicBezTo>
                        <a:pt x="4994898" y="4558167"/>
                        <a:pt x="5001982" y="4547235"/>
                        <a:pt x="5010027" y="4540806"/>
                      </a:cubicBezTo>
                      <a:cubicBezTo>
                        <a:pt x="5013570" y="4535340"/>
                        <a:pt x="5020653" y="4524407"/>
                        <a:pt x="5028699" y="4517979"/>
                      </a:cubicBezTo>
                      <a:cubicBezTo>
                        <a:pt x="5039324" y="4501580"/>
                        <a:pt x="5051874" y="4494189"/>
                        <a:pt x="5061537" y="4473286"/>
                      </a:cubicBezTo>
                      <a:cubicBezTo>
                        <a:pt x="5065079" y="4467819"/>
                        <a:pt x="5073126" y="4461391"/>
                        <a:pt x="5073126" y="4461391"/>
                      </a:cubicBezTo>
                      <a:cubicBezTo>
                        <a:pt x="5076667" y="4455925"/>
                        <a:pt x="5081171" y="4454962"/>
                        <a:pt x="5080209" y="4450458"/>
                      </a:cubicBezTo>
                      <a:cubicBezTo>
                        <a:pt x="5084713" y="4449496"/>
                        <a:pt x="5084713" y="4449496"/>
                        <a:pt x="5088254" y="4444030"/>
                      </a:cubicBezTo>
                      <a:cubicBezTo>
                        <a:pt x="5087292" y="4439526"/>
                        <a:pt x="5095338" y="4433097"/>
                        <a:pt x="5098881" y="4427631"/>
                      </a:cubicBezTo>
                      <a:cubicBezTo>
                        <a:pt x="5099843" y="4432134"/>
                        <a:pt x="5110468" y="4415736"/>
                        <a:pt x="5110468" y="4415736"/>
                      </a:cubicBezTo>
                      <a:cubicBezTo>
                        <a:pt x="5114009" y="4410269"/>
                        <a:pt x="5117551" y="4404803"/>
                        <a:pt x="5116589" y="4400299"/>
                      </a:cubicBezTo>
                      <a:cubicBezTo>
                        <a:pt x="5121093" y="4399337"/>
                        <a:pt x="5121093" y="4399337"/>
                        <a:pt x="5121093" y="4399337"/>
                      </a:cubicBezTo>
                      <a:cubicBezTo>
                        <a:pt x="5159398" y="4358185"/>
                        <a:pt x="5202862" y="4297094"/>
                        <a:pt x="5231197" y="4253363"/>
                      </a:cubicBezTo>
                      <a:cubicBezTo>
                        <a:pt x="5235700" y="4252401"/>
                        <a:pt x="5235700" y="4252401"/>
                        <a:pt x="5235700" y="4252401"/>
                      </a:cubicBezTo>
                      <a:cubicBezTo>
                        <a:pt x="5235700" y="4252401"/>
                        <a:pt x="5235700" y="4252401"/>
                        <a:pt x="5240205" y="4251439"/>
                      </a:cubicBezTo>
                      <a:cubicBezTo>
                        <a:pt x="5236663" y="4256905"/>
                        <a:pt x="5236663" y="4256905"/>
                        <a:pt x="5233121" y="4262371"/>
                      </a:cubicBezTo>
                      <a:cubicBezTo>
                        <a:pt x="5233121" y="4262371"/>
                        <a:pt x="5229579" y="4267837"/>
                        <a:pt x="5226037" y="4273304"/>
                      </a:cubicBezTo>
                      <a:cubicBezTo>
                        <a:pt x="5222495" y="4278771"/>
                        <a:pt x="5222495" y="4278771"/>
                        <a:pt x="5218954" y="4284236"/>
                      </a:cubicBezTo>
                      <a:cubicBezTo>
                        <a:pt x="5218954" y="4284236"/>
                        <a:pt x="5218954" y="4284236"/>
                        <a:pt x="5219916" y="4288741"/>
                      </a:cubicBezTo>
                      <a:cubicBezTo>
                        <a:pt x="5211870" y="4295170"/>
                        <a:pt x="5209291" y="4305140"/>
                        <a:pt x="5202207" y="4316072"/>
                      </a:cubicBezTo>
                      <a:cubicBezTo>
                        <a:pt x="5202207" y="4316072"/>
                        <a:pt x="5198665" y="4321539"/>
                        <a:pt x="5203169" y="4320576"/>
                      </a:cubicBezTo>
                      <a:cubicBezTo>
                        <a:pt x="5204132" y="4325081"/>
                        <a:pt x="5207674" y="4319614"/>
                        <a:pt x="5207674" y="4319614"/>
                      </a:cubicBezTo>
                      <a:cubicBezTo>
                        <a:pt x="5211216" y="4314147"/>
                        <a:pt x="5211216" y="4314147"/>
                        <a:pt x="5211216" y="4314147"/>
                      </a:cubicBezTo>
                      <a:cubicBezTo>
                        <a:pt x="5211216" y="4314147"/>
                        <a:pt x="5215719" y="4313185"/>
                        <a:pt x="5214757" y="4308682"/>
                      </a:cubicBezTo>
                      <a:cubicBezTo>
                        <a:pt x="5218299" y="4303215"/>
                        <a:pt x="5218299" y="4303215"/>
                        <a:pt x="5218299" y="4303215"/>
                      </a:cubicBezTo>
                      <a:cubicBezTo>
                        <a:pt x="5217337" y="4298711"/>
                        <a:pt x="5221841" y="4297748"/>
                        <a:pt x="5225382" y="4292283"/>
                      </a:cubicBezTo>
                      <a:cubicBezTo>
                        <a:pt x="5221841" y="4297748"/>
                        <a:pt x="5217916" y="4304180"/>
                        <a:pt x="5214073" y="4310299"/>
                      </a:cubicBezTo>
                      <a:lnTo>
                        <a:pt x="5204204" y="4325020"/>
                      </a:lnTo>
                      <a:lnTo>
                        <a:pt x="5204132" y="4325081"/>
                      </a:lnTo>
                      <a:lnTo>
                        <a:pt x="5204128" y="4325131"/>
                      </a:lnTo>
                      <a:lnTo>
                        <a:pt x="5203246" y="4326447"/>
                      </a:lnTo>
                      <a:cubicBezTo>
                        <a:pt x="5196808" y="4334887"/>
                        <a:pt x="5192544" y="4336975"/>
                        <a:pt x="5194162" y="4322501"/>
                      </a:cubicBezTo>
                      <a:cubicBezTo>
                        <a:pt x="5181919" y="4353374"/>
                        <a:pt x="5173872" y="4359803"/>
                        <a:pt x="5159705" y="4381669"/>
                      </a:cubicBezTo>
                      <a:cubicBezTo>
                        <a:pt x="5164209" y="4380706"/>
                        <a:pt x="5164209" y="4380706"/>
                        <a:pt x="5164209" y="4380706"/>
                      </a:cubicBezTo>
                      <a:cubicBezTo>
                        <a:pt x="5153584" y="4397105"/>
                        <a:pt x="5153584" y="4397105"/>
                        <a:pt x="5153584" y="4397105"/>
                      </a:cubicBezTo>
                      <a:cubicBezTo>
                        <a:pt x="5149080" y="4398068"/>
                        <a:pt x="5149080" y="4398068"/>
                        <a:pt x="5149080" y="4398068"/>
                      </a:cubicBezTo>
                      <a:cubicBezTo>
                        <a:pt x="5150042" y="4402571"/>
                        <a:pt x="5150042" y="4402571"/>
                        <a:pt x="5150042" y="4402571"/>
                      </a:cubicBezTo>
                      <a:cubicBezTo>
                        <a:pt x="5145539" y="4403533"/>
                        <a:pt x="5145539" y="4403533"/>
                        <a:pt x="5145539" y="4403533"/>
                      </a:cubicBezTo>
                      <a:cubicBezTo>
                        <a:pt x="5141997" y="4409000"/>
                        <a:pt x="5142959" y="4413504"/>
                        <a:pt x="5138455" y="4414466"/>
                      </a:cubicBezTo>
                      <a:cubicBezTo>
                        <a:pt x="5139417" y="4418971"/>
                        <a:pt x="5134912" y="4419933"/>
                        <a:pt x="5135875" y="4424436"/>
                      </a:cubicBezTo>
                      <a:cubicBezTo>
                        <a:pt x="5131371" y="4425399"/>
                        <a:pt x="5132334" y="4429903"/>
                        <a:pt x="5132334" y="4429903"/>
                      </a:cubicBezTo>
                      <a:cubicBezTo>
                        <a:pt x="5128792" y="4435370"/>
                        <a:pt x="5125249" y="4440835"/>
                        <a:pt x="5121707" y="4446302"/>
                      </a:cubicBezTo>
                      <a:cubicBezTo>
                        <a:pt x="5122670" y="4450806"/>
                        <a:pt x="5122670" y="4450806"/>
                        <a:pt x="5122670" y="4450806"/>
                      </a:cubicBezTo>
                      <a:cubicBezTo>
                        <a:pt x="5122670" y="4450806"/>
                        <a:pt x="5118166" y="4451768"/>
                        <a:pt x="5119128" y="4456272"/>
                      </a:cubicBezTo>
                      <a:cubicBezTo>
                        <a:pt x="5107541" y="4468167"/>
                        <a:pt x="5096915" y="4484566"/>
                        <a:pt x="5086289" y="4500965"/>
                      </a:cubicBezTo>
                      <a:cubicBezTo>
                        <a:pt x="5085327" y="4496461"/>
                        <a:pt x="5085327" y="4496461"/>
                        <a:pt x="5080824" y="4497423"/>
                      </a:cubicBezTo>
                      <a:cubicBezTo>
                        <a:pt x="5084365" y="4491957"/>
                        <a:pt x="5084365" y="4491957"/>
                        <a:pt x="5084365" y="4491957"/>
                      </a:cubicBezTo>
                      <a:cubicBezTo>
                        <a:pt x="5088869" y="4490995"/>
                        <a:pt x="5087907" y="4486491"/>
                        <a:pt x="5087907" y="4486491"/>
                      </a:cubicBezTo>
                      <a:cubicBezTo>
                        <a:pt x="5087907" y="4486491"/>
                        <a:pt x="5083403" y="4487453"/>
                        <a:pt x="5083403" y="4487453"/>
                      </a:cubicBezTo>
                      <a:cubicBezTo>
                        <a:pt x="5079862" y="4492920"/>
                        <a:pt x="5079862" y="4492920"/>
                        <a:pt x="5079862" y="4492920"/>
                      </a:cubicBezTo>
                      <a:cubicBezTo>
                        <a:pt x="5079862" y="4492920"/>
                        <a:pt x="5076319" y="4498385"/>
                        <a:pt x="5076319" y="4498385"/>
                      </a:cubicBezTo>
                      <a:cubicBezTo>
                        <a:pt x="5077282" y="4502890"/>
                        <a:pt x="5077282" y="4502890"/>
                        <a:pt x="5077282" y="4502890"/>
                      </a:cubicBezTo>
                      <a:cubicBezTo>
                        <a:pt x="5077282" y="4502890"/>
                        <a:pt x="5077282" y="4502890"/>
                        <a:pt x="5078244" y="4507394"/>
                      </a:cubicBezTo>
                      <a:cubicBezTo>
                        <a:pt x="5066656" y="4519289"/>
                        <a:pt x="5056030" y="4535688"/>
                        <a:pt x="5044443" y="4547582"/>
                      </a:cubicBezTo>
                      <a:cubicBezTo>
                        <a:pt x="5044443" y="4547582"/>
                        <a:pt x="5044443" y="4547582"/>
                        <a:pt x="5045405" y="4552086"/>
                      </a:cubicBezTo>
                      <a:cubicBezTo>
                        <a:pt x="5018688" y="4581343"/>
                        <a:pt x="4996475" y="4609636"/>
                        <a:pt x="4968796" y="4634389"/>
                      </a:cubicBezTo>
                      <a:cubicBezTo>
                        <a:pt x="4934994" y="4674578"/>
                        <a:pt x="4900232" y="4710262"/>
                        <a:pt x="4860964" y="4746909"/>
                      </a:cubicBezTo>
                      <a:cubicBezTo>
                        <a:pt x="4852918" y="4753338"/>
                        <a:pt x="4835864" y="4761691"/>
                        <a:pt x="4837789" y="4770699"/>
                      </a:cubicBezTo>
                      <a:cubicBezTo>
                        <a:pt x="4837789" y="4770699"/>
                        <a:pt x="4837789" y="4770699"/>
                        <a:pt x="4833284" y="4771662"/>
                      </a:cubicBezTo>
                      <a:cubicBezTo>
                        <a:pt x="4828781" y="4772624"/>
                        <a:pt x="4825239" y="4778090"/>
                        <a:pt x="4820735" y="4779052"/>
                      </a:cubicBezTo>
                      <a:cubicBezTo>
                        <a:pt x="4820735" y="4779052"/>
                        <a:pt x="4817192" y="4784519"/>
                        <a:pt x="4817192" y="4784519"/>
                      </a:cubicBezTo>
                      <a:cubicBezTo>
                        <a:pt x="4817192" y="4784519"/>
                        <a:pt x="4821697" y="4783556"/>
                        <a:pt x="4821697" y="4783556"/>
                      </a:cubicBezTo>
                      <a:cubicBezTo>
                        <a:pt x="4802064" y="4801880"/>
                        <a:pt x="4782430" y="4820203"/>
                        <a:pt x="4762796" y="4838527"/>
                      </a:cubicBezTo>
                      <a:cubicBezTo>
                        <a:pt x="4715484" y="4881602"/>
                        <a:pt x="4715484" y="4881602"/>
                        <a:pt x="4715484" y="4881602"/>
                      </a:cubicBezTo>
                      <a:cubicBezTo>
                        <a:pt x="4699392" y="4894460"/>
                        <a:pt x="4699392" y="4894460"/>
                        <a:pt x="4699392" y="4894460"/>
                      </a:cubicBezTo>
                      <a:cubicBezTo>
                        <a:pt x="4691345" y="4900888"/>
                        <a:pt x="4670750" y="4914708"/>
                        <a:pt x="4654658" y="4927565"/>
                      </a:cubicBezTo>
                      <a:cubicBezTo>
                        <a:pt x="4635024" y="4945888"/>
                        <a:pt x="4618932" y="4958746"/>
                        <a:pt x="4623437" y="4957784"/>
                      </a:cubicBezTo>
                      <a:cubicBezTo>
                        <a:pt x="4567115" y="5002783"/>
                        <a:pt x="4510794" y="5047783"/>
                        <a:pt x="4440960" y="5095671"/>
                      </a:cubicBezTo>
                      <a:cubicBezTo>
                        <a:pt x="4403311" y="5117843"/>
                        <a:pt x="4336057" y="5155760"/>
                        <a:pt x="4291323" y="5188865"/>
                      </a:cubicBezTo>
                      <a:cubicBezTo>
                        <a:pt x="4239199" y="5209421"/>
                        <a:pt x="4189961" y="5243488"/>
                        <a:pt x="4134296" y="5269510"/>
                      </a:cubicBezTo>
                      <a:cubicBezTo>
                        <a:pt x="4126249" y="5275939"/>
                        <a:pt x="4125287" y="5271434"/>
                        <a:pt x="4117242" y="5277863"/>
                      </a:cubicBezTo>
                      <a:cubicBezTo>
                        <a:pt x="4013954" y="5323478"/>
                        <a:pt x="3908744" y="5360084"/>
                        <a:pt x="3802571" y="5392188"/>
                      </a:cubicBezTo>
                      <a:cubicBezTo>
                        <a:pt x="3747232" y="5408720"/>
                        <a:pt x="3692538" y="5422760"/>
                        <a:pt x="3637806" y="5433865"/>
                      </a:cubicBezTo>
                      <a:lnTo>
                        <a:pt x="3560810" y="5445094"/>
                      </a:lnTo>
                      <a:lnTo>
                        <a:pt x="3576039" y="5442351"/>
                      </a:lnTo>
                      <a:cubicBezTo>
                        <a:pt x="3593372" y="5438059"/>
                        <a:pt x="3608895" y="5433565"/>
                        <a:pt x="3617903" y="5431641"/>
                      </a:cubicBezTo>
                      <a:cubicBezTo>
                        <a:pt x="3617903" y="5431641"/>
                        <a:pt x="3622408" y="5430679"/>
                        <a:pt x="3622408" y="5430679"/>
                      </a:cubicBezTo>
                      <a:cubicBezTo>
                        <a:pt x="3671952" y="5420094"/>
                        <a:pt x="3707984" y="5412396"/>
                        <a:pt x="3756567" y="5397306"/>
                      </a:cubicBezTo>
                      <a:cubicBezTo>
                        <a:pt x="3761071" y="5396344"/>
                        <a:pt x="3761071" y="5396344"/>
                        <a:pt x="3761071" y="5396344"/>
                      </a:cubicBezTo>
                      <a:cubicBezTo>
                        <a:pt x="3765576" y="5395381"/>
                        <a:pt x="3765576" y="5395381"/>
                        <a:pt x="3764613" y="5390877"/>
                      </a:cubicBezTo>
                      <a:cubicBezTo>
                        <a:pt x="3760109" y="5391839"/>
                        <a:pt x="3755605" y="5392802"/>
                        <a:pt x="3755605" y="5392802"/>
                      </a:cubicBezTo>
                      <a:cubicBezTo>
                        <a:pt x="3756567" y="5397306"/>
                        <a:pt x="3756567" y="5397306"/>
                        <a:pt x="3756567" y="5397306"/>
                      </a:cubicBezTo>
                      <a:cubicBezTo>
                        <a:pt x="3702519" y="5408853"/>
                        <a:pt x="3670990" y="5415589"/>
                        <a:pt x="3621445" y="5426174"/>
                      </a:cubicBezTo>
                      <a:cubicBezTo>
                        <a:pt x="3624986" y="5420708"/>
                        <a:pt x="3620483" y="5421670"/>
                        <a:pt x="3615016" y="5418129"/>
                      </a:cubicBezTo>
                      <a:cubicBezTo>
                        <a:pt x="3610512" y="5419091"/>
                        <a:pt x="3610512" y="5419091"/>
                        <a:pt x="3610512" y="5419091"/>
                      </a:cubicBezTo>
                      <a:cubicBezTo>
                        <a:pt x="3611474" y="5423595"/>
                        <a:pt x="3611474" y="5423595"/>
                        <a:pt x="3611474" y="5423595"/>
                      </a:cubicBezTo>
                      <a:cubicBezTo>
                        <a:pt x="3571900" y="5436759"/>
                        <a:pt x="3527514" y="5427403"/>
                        <a:pt x="3516889" y="5443802"/>
                      </a:cubicBezTo>
                      <a:cubicBezTo>
                        <a:pt x="3517851" y="5448307"/>
                        <a:pt x="3517851" y="5448307"/>
                        <a:pt x="3517851" y="5448307"/>
                      </a:cubicBezTo>
                      <a:cubicBezTo>
                        <a:pt x="3512384" y="5444765"/>
                        <a:pt x="3503377" y="5446689"/>
                        <a:pt x="3498872" y="5447651"/>
                      </a:cubicBezTo>
                      <a:cubicBezTo>
                        <a:pt x="3494368" y="5448614"/>
                        <a:pt x="3489865" y="5449576"/>
                        <a:pt x="3489865" y="5449576"/>
                      </a:cubicBezTo>
                      <a:cubicBezTo>
                        <a:pt x="3488902" y="5445073"/>
                        <a:pt x="3486978" y="5436064"/>
                        <a:pt x="3490519" y="5430598"/>
                      </a:cubicBezTo>
                      <a:cubicBezTo>
                        <a:pt x="3495023" y="5429636"/>
                        <a:pt x="3504032" y="5427711"/>
                        <a:pt x="3508535" y="5426749"/>
                      </a:cubicBezTo>
                      <a:cubicBezTo>
                        <a:pt x="3517544" y="5424825"/>
                        <a:pt x="3527514" y="5427403"/>
                        <a:pt x="3535561" y="5420975"/>
                      </a:cubicBezTo>
                      <a:cubicBezTo>
                        <a:pt x="3535561" y="5420975"/>
                        <a:pt x="3540064" y="5420013"/>
                        <a:pt x="3540064" y="5420013"/>
                      </a:cubicBezTo>
                      <a:cubicBezTo>
                        <a:pt x="3540064" y="5420013"/>
                        <a:pt x="3540064" y="5420013"/>
                        <a:pt x="3544568" y="5419051"/>
                      </a:cubicBezTo>
                      <a:cubicBezTo>
                        <a:pt x="3549073" y="5418089"/>
                        <a:pt x="3549073" y="5418089"/>
                        <a:pt x="3553577" y="5417126"/>
                      </a:cubicBezTo>
                      <a:cubicBezTo>
                        <a:pt x="3558080" y="5416164"/>
                        <a:pt x="3558080" y="5416164"/>
                        <a:pt x="3558080" y="5416164"/>
                      </a:cubicBezTo>
                      <a:cubicBezTo>
                        <a:pt x="3558080" y="5416164"/>
                        <a:pt x="3557118" y="5411660"/>
                        <a:pt x="3552615" y="5412622"/>
                      </a:cubicBezTo>
                      <a:cubicBezTo>
                        <a:pt x="3548110" y="5413584"/>
                        <a:pt x="3543606" y="5414547"/>
                        <a:pt x="3543606" y="5414547"/>
                      </a:cubicBezTo>
                      <a:cubicBezTo>
                        <a:pt x="3539102" y="5415509"/>
                        <a:pt x="3539102" y="5415509"/>
                        <a:pt x="3539102" y="5415509"/>
                      </a:cubicBezTo>
                      <a:cubicBezTo>
                        <a:pt x="3542644" y="5410042"/>
                        <a:pt x="3538139" y="5411005"/>
                        <a:pt x="3538139" y="5411005"/>
                      </a:cubicBezTo>
                      <a:cubicBezTo>
                        <a:pt x="3533636" y="5411967"/>
                        <a:pt x="3533636" y="5411967"/>
                        <a:pt x="3533636" y="5411967"/>
                      </a:cubicBezTo>
                      <a:cubicBezTo>
                        <a:pt x="3533636" y="5411967"/>
                        <a:pt x="3529132" y="5412929"/>
                        <a:pt x="3529132" y="5412929"/>
                      </a:cubicBezTo>
                      <a:cubicBezTo>
                        <a:pt x="3530094" y="5417433"/>
                        <a:pt x="3530094" y="5417433"/>
                        <a:pt x="3530094" y="5417433"/>
                      </a:cubicBezTo>
                      <a:cubicBezTo>
                        <a:pt x="3526552" y="5422900"/>
                        <a:pt x="3516582" y="5420320"/>
                        <a:pt x="3507573" y="5422245"/>
                      </a:cubicBezTo>
                      <a:cubicBezTo>
                        <a:pt x="3503070" y="5423207"/>
                        <a:pt x="3498565" y="5424169"/>
                        <a:pt x="3489557" y="5426094"/>
                      </a:cubicBezTo>
                      <a:cubicBezTo>
                        <a:pt x="3462533" y="5431868"/>
                        <a:pt x="3462533" y="5431868"/>
                        <a:pt x="3462533" y="5431868"/>
                      </a:cubicBezTo>
                      <a:cubicBezTo>
                        <a:pt x="3457066" y="5428326"/>
                        <a:pt x="3458028" y="5432830"/>
                        <a:pt x="3458028" y="5432830"/>
                      </a:cubicBezTo>
                      <a:cubicBezTo>
                        <a:pt x="3458028" y="5432830"/>
                        <a:pt x="3458991" y="5437334"/>
                        <a:pt x="3463495" y="5436372"/>
                      </a:cubicBezTo>
                      <a:cubicBezTo>
                        <a:pt x="3481511" y="5432523"/>
                        <a:pt x="3481511" y="5432523"/>
                        <a:pt x="3481511" y="5432523"/>
                      </a:cubicBezTo>
                      <a:cubicBezTo>
                        <a:pt x="3477969" y="5437988"/>
                        <a:pt x="3475389" y="5447960"/>
                        <a:pt x="3476352" y="5452463"/>
                      </a:cubicBezTo>
                      <a:cubicBezTo>
                        <a:pt x="3471848" y="5453425"/>
                        <a:pt x="3467344" y="5454387"/>
                        <a:pt x="3467344" y="5454387"/>
                      </a:cubicBezTo>
                      <a:cubicBezTo>
                        <a:pt x="3462839" y="5455350"/>
                        <a:pt x="3462839" y="5455350"/>
                        <a:pt x="3462839" y="5455350"/>
                      </a:cubicBezTo>
                      <a:cubicBezTo>
                        <a:pt x="3466382" y="5449884"/>
                        <a:pt x="3466382" y="5449884"/>
                        <a:pt x="3466382" y="5449884"/>
                      </a:cubicBezTo>
                      <a:cubicBezTo>
                        <a:pt x="3466382" y="5449884"/>
                        <a:pt x="3461877" y="5450846"/>
                        <a:pt x="3460915" y="5446342"/>
                      </a:cubicBezTo>
                      <a:cubicBezTo>
                        <a:pt x="3456412" y="5447304"/>
                        <a:pt x="3457374" y="5451808"/>
                        <a:pt x="3452870" y="5452771"/>
                      </a:cubicBezTo>
                      <a:cubicBezTo>
                        <a:pt x="3452870" y="5452771"/>
                        <a:pt x="3448365" y="5453733"/>
                        <a:pt x="3448365" y="5453733"/>
                      </a:cubicBezTo>
                      <a:cubicBezTo>
                        <a:pt x="3443861" y="5454695"/>
                        <a:pt x="3438395" y="5451153"/>
                        <a:pt x="3429387" y="5453078"/>
                      </a:cubicBezTo>
                      <a:cubicBezTo>
                        <a:pt x="3411370" y="5456927"/>
                        <a:pt x="3432929" y="5447611"/>
                        <a:pt x="3418454" y="5445995"/>
                      </a:cubicBezTo>
                      <a:cubicBezTo>
                        <a:pt x="3411370" y="5456927"/>
                        <a:pt x="3395934" y="5450806"/>
                        <a:pt x="3385964" y="5448226"/>
                      </a:cubicBezTo>
                      <a:cubicBezTo>
                        <a:pt x="3386926" y="5452731"/>
                        <a:pt x="3387888" y="5457234"/>
                        <a:pt x="3383384" y="5458196"/>
                      </a:cubicBezTo>
                      <a:cubicBezTo>
                        <a:pt x="3382422" y="5453693"/>
                        <a:pt x="3381459" y="5449188"/>
                        <a:pt x="3376955" y="5450151"/>
                      </a:cubicBezTo>
                      <a:cubicBezTo>
                        <a:pt x="3373414" y="5455617"/>
                        <a:pt x="3359901" y="5458504"/>
                        <a:pt x="3350893" y="5460429"/>
                      </a:cubicBezTo>
                      <a:cubicBezTo>
                        <a:pt x="3353473" y="5450458"/>
                        <a:pt x="3321944" y="5457194"/>
                        <a:pt x="3318402" y="5462660"/>
                      </a:cubicBezTo>
                      <a:cubicBezTo>
                        <a:pt x="3313898" y="5463623"/>
                        <a:pt x="3313898" y="5463623"/>
                        <a:pt x="3313898" y="5463623"/>
                      </a:cubicBezTo>
                      <a:cubicBezTo>
                        <a:pt x="3300386" y="5466509"/>
                        <a:pt x="3311973" y="5454614"/>
                        <a:pt x="3298461" y="5457501"/>
                      </a:cubicBezTo>
                      <a:cubicBezTo>
                        <a:pt x="3290416" y="5463930"/>
                        <a:pt x="3286874" y="5469396"/>
                        <a:pt x="3263391" y="5469703"/>
                      </a:cubicBezTo>
                      <a:cubicBezTo>
                        <a:pt x="3253421" y="5467123"/>
                        <a:pt x="3238946" y="5465507"/>
                        <a:pt x="3225433" y="5468394"/>
                      </a:cubicBezTo>
                      <a:cubicBezTo>
                        <a:pt x="3220930" y="5469356"/>
                        <a:pt x="3211921" y="5471281"/>
                        <a:pt x="3206456" y="5467738"/>
                      </a:cubicBezTo>
                      <a:cubicBezTo>
                        <a:pt x="3178468" y="5469008"/>
                        <a:pt x="3200989" y="5464196"/>
                        <a:pt x="3181048" y="5459038"/>
                      </a:cubicBezTo>
                      <a:cubicBezTo>
                        <a:pt x="3164956" y="5471895"/>
                        <a:pt x="3105133" y="5456418"/>
                        <a:pt x="3088079" y="5464771"/>
                      </a:cubicBezTo>
                      <a:cubicBezTo>
                        <a:pt x="3108020" y="5469930"/>
                        <a:pt x="3070064" y="5468620"/>
                        <a:pt x="3070064" y="5468620"/>
                      </a:cubicBezTo>
                      <a:cubicBezTo>
                        <a:pt x="3065559" y="5469583"/>
                        <a:pt x="3061055" y="5470545"/>
                        <a:pt x="3056551" y="5471507"/>
                      </a:cubicBezTo>
                      <a:cubicBezTo>
                        <a:pt x="2999616" y="5469542"/>
                        <a:pt x="2967125" y="5471774"/>
                        <a:pt x="2934326" y="5450524"/>
                      </a:cubicBezTo>
                      <a:cubicBezTo>
                        <a:pt x="2931747" y="5460493"/>
                        <a:pt x="2895408" y="5444710"/>
                        <a:pt x="2882857" y="5452101"/>
                      </a:cubicBezTo>
                      <a:cubicBezTo>
                        <a:pt x="2892828" y="5454680"/>
                        <a:pt x="2858412" y="5447903"/>
                        <a:pt x="2853908" y="5448866"/>
                      </a:cubicBezTo>
                      <a:cubicBezTo>
                        <a:pt x="2853908" y="5448866"/>
                        <a:pt x="2858412" y="5447903"/>
                        <a:pt x="2858412" y="5447903"/>
                      </a:cubicBezTo>
                      <a:cubicBezTo>
                        <a:pt x="2821417" y="5451098"/>
                        <a:pt x="2791506" y="5443359"/>
                        <a:pt x="2748082" y="5438507"/>
                      </a:cubicBezTo>
                      <a:cubicBezTo>
                        <a:pt x="2759016" y="5445591"/>
                        <a:pt x="2732646" y="5432386"/>
                        <a:pt x="2730066" y="5442356"/>
                      </a:cubicBezTo>
                      <a:cubicBezTo>
                        <a:pt x="2728141" y="5433349"/>
                        <a:pt x="2711087" y="5441702"/>
                        <a:pt x="2695651" y="5435580"/>
                      </a:cubicBezTo>
                      <a:cubicBezTo>
                        <a:pt x="2714629" y="5436236"/>
                        <a:pt x="2700810" y="5415640"/>
                        <a:pt x="2699193" y="5430115"/>
                      </a:cubicBezTo>
                      <a:cubicBezTo>
                        <a:pt x="2671206" y="5431384"/>
                        <a:pt x="2644837" y="5418179"/>
                        <a:pt x="2625858" y="5417524"/>
                      </a:cubicBezTo>
                      <a:cubicBezTo>
                        <a:pt x="2636790" y="5424608"/>
                        <a:pt x="2606879" y="5416869"/>
                        <a:pt x="2592405" y="5415252"/>
                      </a:cubicBezTo>
                      <a:cubicBezTo>
                        <a:pt x="2592405" y="5415252"/>
                        <a:pt x="2596909" y="5414289"/>
                        <a:pt x="2601413" y="5413327"/>
                      </a:cubicBezTo>
                      <a:cubicBezTo>
                        <a:pt x="2566997" y="5406551"/>
                        <a:pt x="2548018" y="5405896"/>
                        <a:pt x="2528079" y="5400737"/>
                      </a:cubicBezTo>
                      <a:cubicBezTo>
                        <a:pt x="2508137" y="5395578"/>
                        <a:pt x="2489159" y="5394923"/>
                        <a:pt x="2448315" y="5380101"/>
                      </a:cubicBezTo>
                      <a:cubicBezTo>
                        <a:pt x="2448315" y="5380101"/>
                        <a:pt x="2457322" y="5378176"/>
                        <a:pt x="2442848" y="5376560"/>
                      </a:cubicBezTo>
                      <a:cubicBezTo>
                        <a:pt x="2428374" y="5374942"/>
                        <a:pt x="2449277" y="5384605"/>
                        <a:pt x="2429336" y="5379447"/>
                      </a:cubicBezTo>
                      <a:cubicBezTo>
                        <a:pt x="2412937" y="5368821"/>
                        <a:pt x="2398463" y="5367204"/>
                        <a:pt x="2384951" y="5370091"/>
                      </a:cubicBezTo>
                      <a:cubicBezTo>
                        <a:pt x="2373055" y="5358503"/>
                        <a:pt x="2374017" y="5363006"/>
                        <a:pt x="2372093" y="5353999"/>
                      </a:cubicBezTo>
                      <a:cubicBezTo>
                        <a:pt x="2363085" y="5355923"/>
                        <a:pt x="2358581" y="5356886"/>
                        <a:pt x="2344107" y="5355268"/>
                      </a:cubicBezTo>
                      <a:cubicBezTo>
                        <a:pt x="2343144" y="5350765"/>
                        <a:pt x="2353114" y="5353344"/>
                        <a:pt x="2343144" y="5350765"/>
                      </a:cubicBezTo>
                      <a:cubicBezTo>
                        <a:pt x="2324166" y="5350109"/>
                        <a:pt x="2301338" y="5331439"/>
                        <a:pt x="2273352" y="5332708"/>
                      </a:cubicBezTo>
                      <a:cubicBezTo>
                        <a:pt x="2271427" y="5323699"/>
                        <a:pt x="2287826" y="5334326"/>
                        <a:pt x="2292330" y="5333363"/>
                      </a:cubicBezTo>
                      <a:cubicBezTo>
                        <a:pt x="2270465" y="5319196"/>
                        <a:pt x="2247944" y="5324007"/>
                        <a:pt x="2235087" y="5307915"/>
                      </a:cubicBezTo>
                      <a:cubicBezTo>
                        <a:pt x="2226078" y="5309840"/>
                        <a:pt x="2246982" y="5319503"/>
                        <a:pt x="2231545" y="5313382"/>
                      </a:cubicBezTo>
                      <a:cubicBezTo>
                        <a:pt x="2236049" y="5312420"/>
                        <a:pt x="2229620" y="5304373"/>
                        <a:pt x="2215146" y="5302757"/>
                      </a:cubicBezTo>
                      <a:cubicBezTo>
                        <a:pt x="2202596" y="5310147"/>
                        <a:pt x="2178806" y="5286972"/>
                        <a:pt x="2180731" y="5295981"/>
                      </a:cubicBezTo>
                      <a:cubicBezTo>
                        <a:pt x="2175264" y="5292439"/>
                        <a:pt x="2169798" y="5288897"/>
                        <a:pt x="2164331" y="5285355"/>
                      </a:cubicBezTo>
                      <a:cubicBezTo>
                        <a:pt x="2164331" y="5285355"/>
                        <a:pt x="2164331" y="5285355"/>
                        <a:pt x="2159828" y="5286317"/>
                      </a:cubicBezTo>
                      <a:cubicBezTo>
                        <a:pt x="2165293" y="5289859"/>
                        <a:pt x="2170760" y="5293401"/>
                        <a:pt x="2170760" y="5293401"/>
                      </a:cubicBezTo>
                      <a:cubicBezTo>
                        <a:pt x="2156286" y="5291783"/>
                        <a:pt x="2144391" y="5280196"/>
                        <a:pt x="2132496" y="5268608"/>
                      </a:cubicBezTo>
                      <a:cubicBezTo>
                        <a:pt x="2128954" y="5274075"/>
                        <a:pt x="2123488" y="5270533"/>
                        <a:pt x="2117059" y="5262487"/>
                      </a:cubicBezTo>
                      <a:cubicBezTo>
                        <a:pt x="2108050" y="5264412"/>
                        <a:pt x="2114479" y="5272458"/>
                        <a:pt x="2119946" y="5276000"/>
                      </a:cubicBezTo>
                      <a:cubicBezTo>
                        <a:pt x="2115441" y="5276962"/>
                        <a:pt x="2115441" y="5276962"/>
                        <a:pt x="2115441" y="5276962"/>
                      </a:cubicBezTo>
                      <a:cubicBezTo>
                        <a:pt x="2109012" y="5268916"/>
                        <a:pt x="2084568" y="5264719"/>
                        <a:pt x="2083606" y="5260215"/>
                      </a:cubicBezTo>
                      <a:cubicBezTo>
                        <a:pt x="2082644" y="5255711"/>
                        <a:pt x="2082644" y="5255711"/>
                        <a:pt x="2082644" y="5255711"/>
                      </a:cubicBezTo>
                      <a:cubicBezTo>
                        <a:pt x="2088110" y="5259252"/>
                        <a:pt x="2092614" y="5258290"/>
                        <a:pt x="2092614" y="5258290"/>
                      </a:cubicBezTo>
                      <a:cubicBezTo>
                        <a:pt x="2098080" y="5261832"/>
                        <a:pt x="2098080" y="5261832"/>
                        <a:pt x="2098080" y="5261832"/>
                      </a:cubicBezTo>
                      <a:cubicBezTo>
                        <a:pt x="2102585" y="5260870"/>
                        <a:pt x="2097118" y="5257328"/>
                        <a:pt x="2097118" y="5257328"/>
                      </a:cubicBezTo>
                      <a:cubicBezTo>
                        <a:pt x="2091652" y="5253787"/>
                        <a:pt x="2086186" y="5250245"/>
                        <a:pt x="2081681" y="5251207"/>
                      </a:cubicBezTo>
                      <a:cubicBezTo>
                        <a:pt x="2085223" y="5245740"/>
                        <a:pt x="2037295" y="5241851"/>
                        <a:pt x="2059816" y="5237040"/>
                      </a:cubicBezTo>
                      <a:cubicBezTo>
                        <a:pt x="2045342" y="5235422"/>
                        <a:pt x="2029905" y="5229301"/>
                        <a:pt x="2014467" y="5223180"/>
                      </a:cubicBezTo>
                      <a:cubicBezTo>
                        <a:pt x="2003535" y="5216096"/>
                        <a:pt x="1992603" y="5209013"/>
                        <a:pt x="1987136" y="5205471"/>
                      </a:cubicBezTo>
                      <a:cubicBezTo>
                        <a:pt x="1986174" y="5200967"/>
                        <a:pt x="1986174" y="5200967"/>
                        <a:pt x="1981670" y="5201929"/>
                      </a:cubicBezTo>
                      <a:cubicBezTo>
                        <a:pt x="1981670" y="5201929"/>
                        <a:pt x="1980707" y="5197426"/>
                        <a:pt x="1977165" y="5202891"/>
                      </a:cubicBezTo>
                      <a:cubicBezTo>
                        <a:pt x="1955300" y="5188725"/>
                        <a:pt x="1917036" y="5163932"/>
                        <a:pt x="1895171" y="5149765"/>
                      </a:cubicBezTo>
                      <a:cubicBezTo>
                        <a:pt x="1884238" y="5142682"/>
                        <a:pt x="1876847" y="5130132"/>
                        <a:pt x="1865914" y="5123048"/>
                      </a:cubicBezTo>
                      <a:cubicBezTo>
                        <a:pt x="1815754" y="5086668"/>
                        <a:pt x="1758511" y="5061221"/>
                        <a:pt x="1715436" y="5013908"/>
                      </a:cubicBezTo>
                      <a:cubicBezTo>
                        <a:pt x="1663659" y="4992003"/>
                        <a:pt x="1636982" y="4955315"/>
                        <a:pt x="1588748" y="4927943"/>
                      </a:cubicBezTo>
                      <a:cubicBezTo>
                        <a:pt x="1595177" y="4935989"/>
                        <a:pt x="1601605" y="4944035"/>
                        <a:pt x="1598064" y="4949501"/>
                      </a:cubicBezTo>
                      <a:cubicBezTo>
                        <a:pt x="1581664" y="4938876"/>
                        <a:pt x="1576198" y="4935335"/>
                        <a:pt x="1564303" y="4923746"/>
                      </a:cubicBezTo>
                      <a:cubicBezTo>
                        <a:pt x="1558836" y="4920205"/>
                        <a:pt x="1553371" y="4916663"/>
                        <a:pt x="1547904" y="4913121"/>
                      </a:cubicBezTo>
                      <a:cubicBezTo>
                        <a:pt x="1546942" y="4908617"/>
                        <a:pt x="1545017" y="4899609"/>
                        <a:pt x="1545979" y="4904113"/>
                      </a:cubicBezTo>
                      <a:cubicBezTo>
                        <a:pt x="1539551" y="4896067"/>
                        <a:pt x="1540513" y="4900571"/>
                        <a:pt x="1541475" y="4905075"/>
                      </a:cubicBezTo>
                      <a:cubicBezTo>
                        <a:pt x="1507715" y="4879321"/>
                        <a:pt x="1520265" y="4871929"/>
                        <a:pt x="1523807" y="4866464"/>
                      </a:cubicBezTo>
                      <a:cubicBezTo>
                        <a:pt x="1522845" y="4861959"/>
                        <a:pt x="1522845" y="4861959"/>
                        <a:pt x="1517378" y="4858417"/>
                      </a:cubicBezTo>
                      <a:cubicBezTo>
                        <a:pt x="1517378" y="4858417"/>
                        <a:pt x="1515454" y="4849410"/>
                        <a:pt x="1511912" y="4854876"/>
                      </a:cubicBezTo>
                      <a:cubicBezTo>
                        <a:pt x="1511912" y="4854876"/>
                        <a:pt x="1510949" y="4850372"/>
                        <a:pt x="1506446" y="4851334"/>
                      </a:cubicBezTo>
                      <a:cubicBezTo>
                        <a:pt x="1513529" y="4840401"/>
                        <a:pt x="1492626" y="4830738"/>
                        <a:pt x="1483618" y="4832662"/>
                      </a:cubicBezTo>
                      <a:cubicBezTo>
                        <a:pt x="1482656" y="4828159"/>
                        <a:pt x="1478151" y="4829121"/>
                        <a:pt x="1478151" y="4829121"/>
                      </a:cubicBezTo>
                      <a:cubicBezTo>
                        <a:pt x="1473647" y="4830084"/>
                        <a:pt x="1473647" y="4830084"/>
                        <a:pt x="1479114" y="4833625"/>
                      </a:cubicBezTo>
                      <a:cubicBezTo>
                        <a:pt x="1480076" y="4838129"/>
                        <a:pt x="1485543" y="4841671"/>
                        <a:pt x="1485543" y="4841671"/>
                      </a:cubicBezTo>
                      <a:cubicBezTo>
                        <a:pt x="1482000" y="4847137"/>
                        <a:pt x="1458210" y="4823962"/>
                        <a:pt x="1462060" y="4841978"/>
                      </a:cubicBezTo>
                      <a:cubicBezTo>
                        <a:pt x="1461097" y="4837474"/>
                        <a:pt x="1461097" y="4837474"/>
                        <a:pt x="1461097" y="4837474"/>
                      </a:cubicBezTo>
                      <a:cubicBezTo>
                        <a:pt x="1442774" y="4817841"/>
                        <a:pt x="1394232" y="4766987"/>
                        <a:pt x="1435076" y="4781808"/>
                      </a:cubicBezTo>
                      <a:cubicBezTo>
                        <a:pt x="1434114" y="4777305"/>
                        <a:pt x="1434114" y="4777305"/>
                        <a:pt x="1429609" y="4778267"/>
                      </a:cubicBezTo>
                      <a:cubicBezTo>
                        <a:pt x="1428647" y="4773763"/>
                        <a:pt x="1428647" y="4773763"/>
                        <a:pt x="1428647" y="4773763"/>
                      </a:cubicBezTo>
                      <a:cubicBezTo>
                        <a:pt x="1415790" y="4757671"/>
                        <a:pt x="1404857" y="4750588"/>
                        <a:pt x="1391038" y="4729991"/>
                      </a:cubicBezTo>
                      <a:cubicBezTo>
                        <a:pt x="1388458" y="4739962"/>
                        <a:pt x="1369172" y="4715825"/>
                        <a:pt x="1363706" y="4712283"/>
                      </a:cubicBezTo>
                      <a:cubicBezTo>
                        <a:pt x="1363706" y="4712283"/>
                        <a:pt x="1363706" y="4712283"/>
                        <a:pt x="1362744" y="4707779"/>
                      </a:cubicBezTo>
                      <a:cubicBezTo>
                        <a:pt x="1362744" y="4707779"/>
                        <a:pt x="1358239" y="4708741"/>
                        <a:pt x="1358239" y="4708741"/>
                      </a:cubicBezTo>
                      <a:cubicBezTo>
                        <a:pt x="1352773" y="4705200"/>
                        <a:pt x="1352773" y="4705200"/>
                        <a:pt x="1347307" y="4701658"/>
                      </a:cubicBezTo>
                      <a:cubicBezTo>
                        <a:pt x="1348269" y="4706162"/>
                        <a:pt x="1348269" y="4706162"/>
                        <a:pt x="1348269" y="4706162"/>
                      </a:cubicBezTo>
                      <a:cubicBezTo>
                        <a:pt x="1353736" y="4709703"/>
                        <a:pt x="1353736" y="4709703"/>
                        <a:pt x="1354698" y="4714207"/>
                      </a:cubicBezTo>
                      <a:cubicBezTo>
                        <a:pt x="1354698" y="4714207"/>
                        <a:pt x="1344727" y="4711628"/>
                        <a:pt x="1338299" y="4703582"/>
                      </a:cubicBezTo>
                      <a:cubicBezTo>
                        <a:pt x="1332832" y="4700040"/>
                        <a:pt x="1321899" y="4692957"/>
                        <a:pt x="1318358" y="4698423"/>
                      </a:cubicBezTo>
                      <a:cubicBezTo>
                        <a:pt x="1316434" y="4689415"/>
                        <a:pt x="1310005" y="4681370"/>
                        <a:pt x="1303576" y="4673323"/>
                      </a:cubicBezTo>
                      <a:cubicBezTo>
                        <a:pt x="1308080" y="4672361"/>
                        <a:pt x="1308080" y="4672361"/>
                        <a:pt x="1308080" y="4672361"/>
                      </a:cubicBezTo>
                      <a:cubicBezTo>
                        <a:pt x="1307118" y="4667857"/>
                        <a:pt x="1307118" y="4667857"/>
                        <a:pt x="1307118" y="4667857"/>
                      </a:cubicBezTo>
                      <a:cubicBezTo>
                        <a:pt x="1307118" y="4667857"/>
                        <a:pt x="1306156" y="4663353"/>
                        <a:pt x="1301651" y="4664315"/>
                      </a:cubicBezTo>
                      <a:cubicBezTo>
                        <a:pt x="1300689" y="4659811"/>
                        <a:pt x="1295223" y="4656270"/>
                        <a:pt x="1294261" y="4651766"/>
                      </a:cubicBezTo>
                      <a:cubicBezTo>
                        <a:pt x="1289757" y="4652728"/>
                        <a:pt x="1288794" y="4648223"/>
                        <a:pt x="1288794" y="4648223"/>
                      </a:cubicBezTo>
                      <a:cubicBezTo>
                        <a:pt x="1282366" y="4640178"/>
                        <a:pt x="1281403" y="4635674"/>
                        <a:pt x="1284945" y="4630207"/>
                      </a:cubicBezTo>
                      <a:cubicBezTo>
                        <a:pt x="1292336" y="4642757"/>
                        <a:pt x="1298764" y="4650803"/>
                        <a:pt x="1303269" y="4649841"/>
                      </a:cubicBezTo>
                      <a:cubicBezTo>
                        <a:pt x="1296840" y="4641795"/>
                        <a:pt x="1301344" y="4640832"/>
                        <a:pt x="1300382" y="4636329"/>
                      </a:cubicBezTo>
                      <a:cubicBezTo>
                        <a:pt x="1294915" y="4632787"/>
                        <a:pt x="1293953" y="4628283"/>
                        <a:pt x="1288488" y="4624741"/>
                      </a:cubicBezTo>
                      <a:cubicBezTo>
                        <a:pt x="1272743" y="4595138"/>
                        <a:pt x="1250571" y="4557488"/>
                        <a:pt x="1225818" y="4529809"/>
                      </a:cubicBezTo>
                      <a:cubicBezTo>
                        <a:pt x="1213924" y="4518221"/>
                        <a:pt x="1196561" y="4503092"/>
                        <a:pt x="1185629" y="4496009"/>
                      </a:cubicBezTo>
                      <a:cubicBezTo>
                        <a:pt x="1184667" y="4491504"/>
                        <a:pt x="1184667" y="4491504"/>
                        <a:pt x="1189171" y="4490542"/>
                      </a:cubicBezTo>
                      <a:cubicBezTo>
                        <a:pt x="1188209" y="4486037"/>
                        <a:pt x="1188209" y="4486037"/>
                        <a:pt x="1182742" y="4482495"/>
                      </a:cubicBezTo>
                      <a:cubicBezTo>
                        <a:pt x="1181780" y="4477992"/>
                        <a:pt x="1177276" y="4478954"/>
                        <a:pt x="1177276" y="4478954"/>
                      </a:cubicBezTo>
                      <a:cubicBezTo>
                        <a:pt x="1177276" y="4478954"/>
                        <a:pt x="1178238" y="4483458"/>
                        <a:pt x="1178238" y="4483458"/>
                      </a:cubicBezTo>
                      <a:cubicBezTo>
                        <a:pt x="1172772" y="4479917"/>
                        <a:pt x="1171809" y="4475412"/>
                        <a:pt x="1166343" y="4471870"/>
                      </a:cubicBezTo>
                      <a:cubicBezTo>
                        <a:pt x="1166343" y="4471870"/>
                        <a:pt x="1165381" y="4467367"/>
                        <a:pt x="1169885" y="4466405"/>
                      </a:cubicBezTo>
                      <a:cubicBezTo>
                        <a:pt x="1157990" y="4454817"/>
                        <a:pt x="1146096" y="4443229"/>
                        <a:pt x="1139667" y="4435183"/>
                      </a:cubicBezTo>
                      <a:cubicBezTo>
                        <a:pt x="1139667" y="4435183"/>
                        <a:pt x="1139667" y="4435183"/>
                        <a:pt x="1138704" y="4430679"/>
                      </a:cubicBezTo>
                      <a:cubicBezTo>
                        <a:pt x="1138704" y="4430679"/>
                        <a:pt x="1134200" y="4431641"/>
                        <a:pt x="1134200" y="4431641"/>
                      </a:cubicBezTo>
                      <a:cubicBezTo>
                        <a:pt x="1129696" y="4432603"/>
                        <a:pt x="1129696" y="4432603"/>
                        <a:pt x="1129696" y="4432603"/>
                      </a:cubicBezTo>
                      <a:cubicBezTo>
                        <a:pt x="1129696" y="4432603"/>
                        <a:pt x="1129696" y="4432603"/>
                        <a:pt x="1128734" y="4428100"/>
                      </a:cubicBezTo>
                      <a:cubicBezTo>
                        <a:pt x="1123268" y="4424558"/>
                        <a:pt x="1118764" y="4425520"/>
                        <a:pt x="1118764" y="4425520"/>
                      </a:cubicBezTo>
                      <a:lnTo>
                        <a:pt x="1120688" y="4434529"/>
                      </a:lnTo>
                      <a:lnTo>
                        <a:pt x="1115221" y="4430987"/>
                      </a:lnTo>
                      <a:cubicBezTo>
                        <a:pt x="1108794" y="4422940"/>
                        <a:pt x="1095936" y="4406849"/>
                        <a:pt x="1091431" y="4407812"/>
                      </a:cubicBezTo>
                      <a:cubicBezTo>
                        <a:pt x="1070221" y="4374666"/>
                        <a:pt x="1076650" y="4382711"/>
                        <a:pt x="1073763" y="4369199"/>
                      </a:cubicBezTo>
                      <a:cubicBezTo>
                        <a:pt x="1059943" y="4348604"/>
                        <a:pt x="1072146" y="4383673"/>
                        <a:pt x="1063792" y="4366620"/>
                      </a:cubicBezTo>
                      <a:cubicBezTo>
                        <a:pt x="1062830" y="4362116"/>
                        <a:pt x="1069915" y="4351183"/>
                        <a:pt x="1058981" y="4344100"/>
                      </a:cubicBezTo>
                      <a:cubicBezTo>
                        <a:pt x="1060906" y="4353108"/>
                        <a:pt x="1057364" y="4358574"/>
                        <a:pt x="1050936" y="4350528"/>
                      </a:cubicBezTo>
                      <a:cubicBezTo>
                        <a:pt x="1056402" y="4354070"/>
                        <a:pt x="1052553" y="4336054"/>
                        <a:pt x="1048049" y="4337016"/>
                      </a:cubicBezTo>
                      <a:cubicBezTo>
                        <a:pt x="1031650" y="4326391"/>
                        <a:pt x="1013674" y="4264296"/>
                        <a:pt x="988922" y="4236617"/>
                      </a:cubicBezTo>
                      <a:cubicBezTo>
                        <a:pt x="996006" y="4225685"/>
                        <a:pt x="979606" y="4215060"/>
                        <a:pt x="981224" y="4200585"/>
                      </a:cubicBezTo>
                      <a:cubicBezTo>
                        <a:pt x="974140" y="4211517"/>
                        <a:pt x="955509" y="4168401"/>
                        <a:pt x="970291" y="4193501"/>
                      </a:cubicBezTo>
                      <a:cubicBezTo>
                        <a:pt x="962900" y="4180951"/>
                        <a:pt x="956471" y="4172906"/>
                        <a:pt x="953584" y="4159394"/>
                      </a:cubicBezTo>
                      <a:cubicBezTo>
                        <a:pt x="950043" y="4164859"/>
                        <a:pt x="951968" y="4173868"/>
                        <a:pt x="943614" y="4156814"/>
                      </a:cubicBezTo>
                      <a:cubicBezTo>
                        <a:pt x="943614" y="4156814"/>
                        <a:pt x="948119" y="4155851"/>
                        <a:pt x="947156" y="4151347"/>
                      </a:cubicBezTo>
                      <a:cubicBezTo>
                        <a:pt x="932681" y="4149731"/>
                        <a:pt x="938496" y="4110811"/>
                        <a:pt x="918555" y="4105652"/>
                      </a:cubicBezTo>
                      <a:cubicBezTo>
                        <a:pt x="925638" y="4094719"/>
                        <a:pt x="903773" y="4080553"/>
                        <a:pt x="910857" y="4069620"/>
                      </a:cubicBezTo>
                      <a:cubicBezTo>
                        <a:pt x="904428" y="4061574"/>
                        <a:pt x="899924" y="4062536"/>
                        <a:pt x="892533" y="4049987"/>
                      </a:cubicBezTo>
                      <a:cubicBezTo>
                        <a:pt x="908932" y="4060612"/>
                        <a:pt x="888684" y="4031970"/>
                        <a:pt x="891263" y="4022000"/>
                      </a:cubicBezTo>
                      <a:cubicBezTo>
                        <a:pt x="875826" y="4015878"/>
                        <a:pt x="878099" y="3982425"/>
                        <a:pt x="869091" y="3984350"/>
                      </a:cubicBezTo>
                      <a:cubicBezTo>
                        <a:pt x="866204" y="3970838"/>
                        <a:pt x="866204" y="3970838"/>
                        <a:pt x="873595" y="3983387"/>
                      </a:cubicBezTo>
                      <a:cubicBezTo>
                        <a:pt x="865242" y="3966334"/>
                        <a:pt x="855926" y="3944776"/>
                        <a:pt x="852077" y="3926760"/>
                      </a:cubicBezTo>
                      <a:cubicBezTo>
                        <a:pt x="857543" y="3930302"/>
                        <a:pt x="858506" y="3934806"/>
                        <a:pt x="863010" y="3933844"/>
                      </a:cubicBezTo>
                      <a:lnTo>
                        <a:pt x="869247" y="3944432"/>
                      </a:lnTo>
                      <a:lnTo>
                        <a:pt x="868668" y="3952062"/>
                      </a:lnTo>
                      <a:cubicBezTo>
                        <a:pt x="868706" y="3954997"/>
                        <a:pt x="867822" y="3956363"/>
                        <a:pt x="862355" y="3952821"/>
                      </a:cubicBezTo>
                      <a:cubicBezTo>
                        <a:pt x="868784" y="3960868"/>
                        <a:pt x="870708" y="3969875"/>
                        <a:pt x="875212" y="3968913"/>
                      </a:cubicBezTo>
                      <a:cubicBezTo>
                        <a:pt x="877137" y="3977922"/>
                        <a:pt x="884528" y="3990472"/>
                        <a:pt x="890956" y="3998517"/>
                      </a:cubicBezTo>
                      <a:cubicBezTo>
                        <a:pt x="891918" y="4003022"/>
                        <a:pt x="891918" y="4003022"/>
                        <a:pt x="891918" y="4003022"/>
                      </a:cubicBezTo>
                      <a:cubicBezTo>
                        <a:pt x="892881" y="4007525"/>
                        <a:pt x="892881" y="4007525"/>
                        <a:pt x="892881" y="4007525"/>
                      </a:cubicBezTo>
                      <a:cubicBezTo>
                        <a:pt x="897385" y="4006563"/>
                        <a:pt x="897385" y="4006563"/>
                        <a:pt x="897385" y="4006563"/>
                      </a:cubicBezTo>
                      <a:cubicBezTo>
                        <a:pt x="897385" y="4006563"/>
                        <a:pt x="899964" y="3996593"/>
                        <a:pt x="897077" y="3983081"/>
                      </a:cubicBezTo>
                      <a:cubicBezTo>
                        <a:pt x="891611" y="3979538"/>
                        <a:pt x="891611" y="3979538"/>
                        <a:pt x="891611" y="3979538"/>
                      </a:cubicBezTo>
                      <a:cubicBezTo>
                        <a:pt x="890649" y="3975035"/>
                        <a:pt x="890649" y="3975035"/>
                        <a:pt x="890649" y="3975035"/>
                      </a:cubicBezTo>
                      <a:cubicBezTo>
                        <a:pt x="890649" y="3975035"/>
                        <a:pt x="889687" y="3970531"/>
                        <a:pt x="885183" y="3971493"/>
                      </a:cubicBezTo>
                      <a:cubicBezTo>
                        <a:pt x="886800" y="3957019"/>
                        <a:pt x="887762" y="3961523"/>
                        <a:pt x="878447" y="3939965"/>
                      </a:cubicBezTo>
                      <a:cubicBezTo>
                        <a:pt x="882951" y="3939002"/>
                        <a:pt x="887454" y="3938040"/>
                        <a:pt x="890034" y="3928070"/>
                      </a:cubicBezTo>
                      <a:cubicBezTo>
                        <a:pt x="880718" y="3906512"/>
                        <a:pt x="887803" y="3895579"/>
                        <a:pt x="879449" y="3878525"/>
                      </a:cubicBezTo>
                      <a:cubicBezTo>
                        <a:pt x="879490" y="3812581"/>
                        <a:pt x="864093" y="3740517"/>
                        <a:pt x="852546" y="3686468"/>
                      </a:cubicBezTo>
                      <a:cubicBezTo>
                        <a:pt x="851584" y="3681964"/>
                        <a:pt x="847081" y="3682926"/>
                        <a:pt x="847081" y="3682926"/>
                      </a:cubicBezTo>
                      <a:cubicBezTo>
                        <a:pt x="847081" y="3682926"/>
                        <a:pt x="842576" y="3683888"/>
                        <a:pt x="843539" y="3688393"/>
                      </a:cubicBezTo>
                      <a:cubicBezTo>
                        <a:pt x="858628" y="3736975"/>
                        <a:pt x="874024" y="3809040"/>
                        <a:pt x="872058" y="3865975"/>
                      </a:cubicBezTo>
                      <a:cubicBezTo>
                        <a:pt x="872058" y="3865975"/>
                        <a:pt x="872058" y="3865975"/>
                        <a:pt x="867555" y="3866938"/>
                      </a:cubicBezTo>
                      <a:cubicBezTo>
                        <a:pt x="866592" y="3862433"/>
                        <a:pt x="866592" y="3862433"/>
                        <a:pt x="861126" y="3858892"/>
                      </a:cubicBezTo>
                      <a:cubicBezTo>
                        <a:pt x="866592" y="3862433"/>
                        <a:pt x="867555" y="3866938"/>
                        <a:pt x="868517" y="3871442"/>
                      </a:cubicBezTo>
                      <a:cubicBezTo>
                        <a:pt x="868517" y="3871442"/>
                        <a:pt x="868517" y="3871442"/>
                        <a:pt x="864975" y="3876908"/>
                      </a:cubicBezTo>
                      <a:cubicBezTo>
                        <a:pt x="861126" y="3858892"/>
                        <a:pt x="854390" y="3827364"/>
                        <a:pt x="849886" y="3828326"/>
                      </a:cubicBezTo>
                      <a:cubicBezTo>
                        <a:pt x="856314" y="3836371"/>
                        <a:pt x="852773" y="3841838"/>
                        <a:pt x="848269" y="3842800"/>
                      </a:cubicBezTo>
                      <a:cubicBezTo>
                        <a:pt x="841840" y="3834754"/>
                        <a:pt x="839916" y="3825746"/>
                        <a:pt x="832524" y="3813196"/>
                      </a:cubicBezTo>
                      <a:cubicBezTo>
                        <a:pt x="830600" y="3804189"/>
                        <a:pt x="831255" y="3785210"/>
                        <a:pt x="822902" y="3768156"/>
                      </a:cubicBezTo>
                      <a:cubicBezTo>
                        <a:pt x="820977" y="3759148"/>
                        <a:pt x="819053" y="3750139"/>
                        <a:pt x="812624" y="3742094"/>
                      </a:cubicBezTo>
                      <a:cubicBezTo>
                        <a:pt x="804926" y="3706061"/>
                        <a:pt x="798190" y="3674534"/>
                        <a:pt x="789529" y="3633997"/>
                      </a:cubicBezTo>
                      <a:cubicBezTo>
                        <a:pt x="789529" y="3633997"/>
                        <a:pt x="785988" y="3639463"/>
                        <a:pt x="786951" y="3643967"/>
                      </a:cubicBezTo>
                      <a:cubicBezTo>
                        <a:pt x="786951" y="3643967"/>
                        <a:pt x="785988" y="3639463"/>
                        <a:pt x="785988" y="3639463"/>
                      </a:cubicBezTo>
                      <a:cubicBezTo>
                        <a:pt x="785026" y="3634959"/>
                        <a:pt x="785026" y="3634959"/>
                        <a:pt x="785026" y="3634959"/>
                      </a:cubicBezTo>
                      <a:cubicBezTo>
                        <a:pt x="784064" y="3630455"/>
                        <a:pt x="784064" y="3630455"/>
                        <a:pt x="783101" y="3625951"/>
                      </a:cubicBezTo>
                      <a:cubicBezTo>
                        <a:pt x="778290" y="3603430"/>
                        <a:pt x="768975" y="3581873"/>
                        <a:pt x="765126" y="3563856"/>
                      </a:cubicBezTo>
                      <a:cubicBezTo>
                        <a:pt x="764163" y="3559353"/>
                        <a:pt x="764163" y="3559353"/>
                        <a:pt x="763201" y="3554849"/>
                      </a:cubicBezTo>
                      <a:cubicBezTo>
                        <a:pt x="762239" y="3550344"/>
                        <a:pt x="761276" y="3545840"/>
                        <a:pt x="760314" y="3541336"/>
                      </a:cubicBezTo>
                      <a:cubicBezTo>
                        <a:pt x="758390" y="3532328"/>
                        <a:pt x="756465" y="3523320"/>
                        <a:pt x="754541" y="3514312"/>
                      </a:cubicBezTo>
                      <a:cubicBezTo>
                        <a:pt x="753578" y="3509808"/>
                        <a:pt x="753578" y="3509808"/>
                        <a:pt x="753578" y="3509808"/>
                      </a:cubicBezTo>
                      <a:cubicBezTo>
                        <a:pt x="752616" y="3505304"/>
                        <a:pt x="752616" y="3505304"/>
                        <a:pt x="752616" y="3505304"/>
                      </a:cubicBezTo>
                      <a:cubicBezTo>
                        <a:pt x="752616" y="3505304"/>
                        <a:pt x="752616" y="3505304"/>
                        <a:pt x="748111" y="3506266"/>
                      </a:cubicBezTo>
                      <a:cubicBezTo>
                        <a:pt x="751654" y="3500799"/>
                        <a:pt x="751654" y="3500799"/>
                        <a:pt x="756158" y="3499837"/>
                      </a:cubicBezTo>
                      <a:cubicBezTo>
                        <a:pt x="748767" y="3487287"/>
                        <a:pt x="748767" y="3487287"/>
                        <a:pt x="748767" y="3487287"/>
                      </a:cubicBezTo>
                      <a:cubicBezTo>
                        <a:pt x="748767" y="3487287"/>
                        <a:pt x="748767" y="3487287"/>
                        <a:pt x="745225" y="3492754"/>
                      </a:cubicBezTo>
                      <a:cubicBezTo>
                        <a:pt x="744262" y="3488250"/>
                        <a:pt x="744262" y="3488250"/>
                        <a:pt x="743300" y="3483746"/>
                      </a:cubicBezTo>
                      <a:cubicBezTo>
                        <a:pt x="743956" y="3464767"/>
                        <a:pt x="739144" y="3442247"/>
                        <a:pt x="735295" y="3424231"/>
                      </a:cubicBezTo>
                      <a:cubicBezTo>
                        <a:pt x="738837" y="3418765"/>
                        <a:pt x="736913" y="3409757"/>
                        <a:pt x="735950" y="3405253"/>
                      </a:cubicBezTo>
                      <a:cubicBezTo>
                        <a:pt x="734988" y="3400748"/>
                        <a:pt x="734988" y="3400748"/>
                        <a:pt x="734026" y="3396245"/>
                      </a:cubicBezTo>
                      <a:cubicBezTo>
                        <a:pt x="733064" y="3391740"/>
                        <a:pt x="736605" y="3386274"/>
                        <a:pt x="736605" y="3386274"/>
                      </a:cubicBezTo>
                      <a:cubicBezTo>
                        <a:pt x="741109" y="3385312"/>
                        <a:pt x="741109" y="3385312"/>
                        <a:pt x="742071" y="3389816"/>
                      </a:cubicBezTo>
                      <a:cubicBezTo>
                        <a:pt x="742071" y="3389816"/>
                        <a:pt x="746576" y="3388854"/>
                        <a:pt x="747538" y="3393358"/>
                      </a:cubicBezTo>
                      <a:cubicBezTo>
                        <a:pt x="747538" y="3393358"/>
                        <a:pt x="747538" y="3393358"/>
                        <a:pt x="746576" y="3388854"/>
                      </a:cubicBezTo>
                      <a:cubicBezTo>
                        <a:pt x="751080" y="3387891"/>
                        <a:pt x="751080" y="3387891"/>
                        <a:pt x="751080" y="3387891"/>
                      </a:cubicBezTo>
                      <a:cubicBezTo>
                        <a:pt x="750118" y="3383387"/>
                        <a:pt x="745614" y="3384350"/>
                        <a:pt x="744651" y="3379845"/>
                      </a:cubicBezTo>
                      <a:cubicBezTo>
                        <a:pt x="739184" y="3376304"/>
                        <a:pt x="738222" y="3371800"/>
                        <a:pt x="733718" y="3372762"/>
                      </a:cubicBezTo>
                      <a:cubicBezTo>
                        <a:pt x="734680" y="3377266"/>
                        <a:pt x="730177" y="3378228"/>
                        <a:pt x="730177" y="3378228"/>
                      </a:cubicBezTo>
                      <a:cubicBezTo>
                        <a:pt x="730177" y="3378228"/>
                        <a:pt x="728252" y="3369221"/>
                        <a:pt x="722786" y="3365679"/>
                      </a:cubicBezTo>
                      <a:cubicBezTo>
                        <a:pt x="720861" y="3356670"/>
                        <a:pt x="719899" y="3352167"/>
                        <a:pt x="722479" y="3342196"/>
                      </a:cubicBezTo>
                      <a:cubicBezTo>
                        <a:pt x="723441" y="3346700"/>
                        <a:pt x="727944" y="3345738"/>
                        <a:pt x="727944" y="3345738"/>
                      </a:cubicBezTo>
                      <a:cubicBezTo>
                        <a:pt x="726982" y="3341234"/>
                        <a:pt x="726982" y="3341234"/>
                        <a:pt x="726982" y="3341234"/>
                      </a:cubicBezTo>
                      <a:cubicBezTo>
                        <a:pt x="726020" y="3336730"/>
                        <a:pt x="726020" y="3336730"/>
                        <a:pt x="725057" y="3332226"/>
                      </a:cubicBezTo>
                      <a:cubicBezTo>
                        <a:pt x="724095" y="3327721"/>
                        <a:pt x="724095" y="3327721"/>
                        <a:pt x="724095" y="3327721"/>
                      </a:cubicBezTo>
                      <a:cubicBezTo>
                        <a:pt x="724095" y="3327721"/>
                        <a:pt x="724095" y="3327721"/>
                        <a:pt x="723133" y="3323218"/>
                      </a:cubicBezTo>
                      <a:cubicBezTo>
                        <a:pt x="721208" y="3314209"/>
                        <a:pt x="720246" y="3309705"/>
                        <a:pt x="719284" y="3305202"/>
                      </a:cubicBezTo>
                      <a:cubicBezTo>
                        <a:pt x="718321" y="3300697"/>
                        <a:pt x="717359" y="3296193"/>
                        <a:pt x="716397" y="3291690"/>
                      </a:cubicBezTo>
                      <a:cubicBezTo>
                        <a:pt x="719939" y="3286223"/>
                        <a:pt x="718977" y="3281718"/>
                        <a:pt x="718015" y="3277215"/>
                      </a:cubicBezTo>
                      <a:cubicBezTo>
                        <a:pt x="726061" y="3270786"/>
                        <a:pt x="716745" y="3249228"/>
                        <a:pt x="716438" y="3225746"/>
                      </a:cubicBezTo>
                      <a:cubicBezTo>
                        <a:pt x="711934" y="3226708"/>
                        <a:pt x="711934" y="3226708"/>
                        <a:pt x="711934" y="3226708"/>
                      </a:cubicBezTo>
                      <a:cubicBezTo>
                        <a:pt x="708740" y="3189713"/>
                        <a:pt x="707470" y="3161726"/>
                        <a:pt x="710705" y="3132778"/>
                      </a:cubicBezTo>
                      <a:cubicBezTo>
                        <a:pt x="709743" y="3128274"/>
                        <a:pt x="714246" y="3127311"/>
                        <a:pt x="713284" y="3122808"/>
                      </a:cubicBezTo>
                      <a:cubicBezTo>
                        <a:pt x="712322" y="3118304"/>
                        <a:pt x="712322" y="3118304"/>
                        <a:pt x="712322" y="3118304"/>
                      </a:cubicBezTo>
                      <a:cubicBezTo>
                        <a:pt x="708780" y="3123770"/>
                        <a:pt x="708780" y="3123770"/>
                        <a:pt x="708780" y="3123770"/>
                      </a:cubicBezTo>
                      <a:cubicBezTo>
                        <a:pt x="706856" y="3114761"/>
                        <a:pt x="710397" y="3109296"/>
                        <a:pt x="708472" y="3100287"/>
                      </a:cubicBezTo>
                      <a:cubicBezTo>
                        <a:pt x="707510" y="3095784"/>
                        <a:pt x="712015" y="3094821"/>
                        <a:pt x="712015" y="3094821"/>
                      </a:cubicBezTo>
                      <a:cubicBezTo>
                        <a:pt x="711052" y="3090317"/>
                        <a:pt x="711052" y="3090317"/>
                        <a:pt x="706548" y="3091280"/>
                      </a:cubicBezTo>
                      <a:cubicBezTo>
                        <a:pt x="705586" y="3086775"/>
                        <a:pt x="710090" y="3085813"/>
                        <a:pt x="709128" y="3081309"/>
                      </a:cubicBezTo>
                      <a:cubicBezTo>
                        <a:pt x="708166" y="3076805"/>
                        <a:pt x="707203" y="3072301"/>
                        <a:pt x="709783" y="3062331"/>
                      </a:cubicBezTo>
                      <a:cubicBezTo>
                        <a:pt x="709783" y="3062331"/>
                        <a:pt x="709783" y="3062331"/>
                        <a:pt x="708821" y="3057826"/>
                      </a:cubicBezTo>
                      <a:cubicBezTo>
                        <a:pt x="707859" y="3053322"/>
                        <a:pt x="706897" y="3048818"/>
                        <a:pt x="705934" y="3044314"/>
                      </a:cubicBezTo>
                      <a:cubicBezTo>
                        <a:pt x="710439" y="3043352"/>
                        <a:pt x="710439" y="3043352"/>
                        <a:pt x="710439" y="3043352"/>
                      </a:cubicBezTo>
                      <a:cubicBezTo>
                        <a:pt x="709823" y="2996387"/>
                        <a:pt x="712751" y="2943955"/>
                        <a:pt x="717295" y="2877050"/>
                      </a:cubicBezTo>
                      <a:cubicBezTo>
                        <a:pt x="717295" y="2877050"/>
                        <a:pt x="722762" y="2880591"/>
                        <a:pt x="721799" y="2876088"/>
                      </a:cubicBezTo>
                      <a:cubicBezTo>
                        <a:pt x="723724" y="2885095"/>
                        <a:pt x="720182" y="2890562"/>
                        <a:pt x="722107" y="2899570"/>
                      </a:cubicBezTo>
                      <a:cubicBezTo>
                        <a:pt x="723069" y="2904074"/>
                        <a:pt x="719527" y="2909541"/>
                        <a:pt x="723376" y="2927557"/>
                      </a:cubicBezTo>
                      <a:cubicBezTo>
                        <a:pt x="721759" y="2942030"/>
                        <a:pt x="720141" y="2956505"/>
                        <a:pt x="719487" y="2975484"/>
                      </a:cubicBezTo>
                      <a:cubicBezTo>
                        <a:pt x="720101" y="3022449"/>
                        <a:pt x="717174" y="3074880"/>
                        <a:pt x="727759" y="3124424"/>
                      </a:cubicBezTo>
                      <a:cubicBezTo>
                        <a:pt x="727759" y="3124424"/>
                        <a:pt x="724217" y="3129891"/>
                        <a:pt x="724217" y="3129891"/>
                      </a:cubicBezTo>
                      <a:cubicBezTo>
                        <a:pt x="725180" y="3134395"/>
                        <a:pt x="725180" y="3134395"/>
                        <a:pt x="726142" y="3138899"/>
                      </a:cubicBezTo>
                      <a:cubicBezTo>
                        <a:pt x="722599" y="3144365"/>
                        <a:pt x="723562" y="3148870"/>
                        <a:pt x="724524" y="3153374"/>
                      </a:cubicBezTo>
                      <a:cubicBezTo>
                        <a:pt x="729029" y="3152412"/>
                        <a:pt x="729029" y="3152412"/>
                        <a:pt x="728066" y="3147907"/>
                      </a:cubicBezTo>
                      <a:cubicBezTo>
                        <a:pt x="729991" y="3156915"/>
                        <a:pt x="730953" y="3161420"/>
                        <a:pt x="726449" y="3162382"/>
                      </a:cubicBezTo>
                      <a:cubicBezTo>
                        <a:pt x="727411" y="3166886"/>
                        <a:pt x="728373" y="3171389"/>
                        <a:pt x="729335" y="3175894"/>
                      </a:cubicBezTo>
                      <a:cubicBezTo>
                        <a:pt x="733840" y="3174931"/>
                        <a:pt x="733840" y="3174931"/>
                        <a:pt x="732878" y="3170427"/>
                      </a:cubicBezTo>
                      <a:cubicBezTo>
                        <a:pt x="736420" y="3164962"/>
                        <a:pt x="735458" y="3160457"/>
                        <a:pt x="735458" y="3160457"/>
                      </a:cubicBezTo>
                      <a:cubicBezTo>
                        <a:pt x="733533" y="3151449"/>
                        <a:pt x="732571" y="3146945"/>
                        <a:pt x="731608" y="3142441"/>
                      </a:cubicBezTo>
                      <a:cubicBezTo>
                        <a:pt x="731608" y="3142441"/>
                        <a:pt x="735149" y="3136974"/>
                        <a:pt x="735149" y="3136974"/>
                      </a:cubicBezTo>
                      <a:cubicBezTo>
                        <a:pt x="736112" y="3141478"/>
                        <a:pt x="740616" y="3140516"/>
                        <a:pt x="739654" y="3136012"/>
                      </a:cubicBezTo>
                      <a:cubicBezTo>
                        <a:pt x="739654" y="3136012"/>
                        <a:pt x="739654" y="3136012"/>
                        <a:pt x="738691" y="3131509"/>
                      </a:cubicBezTo>
                      <a:cubicBezTo>
                        <a:pt x="738691" y="3131509"/>
                        <a:pt x="737729" y="3127004"/>
                        <a:pt x="737729" y="3127004"/>
                      </a:cubicBezTo>
                      <a:cubicBezTo>
                        <a:pt x="736767" y="3122500"/>
                        <a:pt x="732263" y="3123462"/>
                        <a:pt x="731301" y="3118959"/>
                      </a:cubicBezTo>
                      <a:cubicBezTo>
                        <a:pt x="731301" y="3118959"/>
                        <a:pt x="730338" y="3114455"/>
                        <a:pt x="730338" y="3114455"/>
                      </a:cubicBezTo>
                      <a:cubicBezTo>
                        <a:pt x="730338" y="3114455"/>
                        <a:pt x="729376" y="3109950"/>
                        <a:pt x="729376" y="3109950"/>
                      </a:cubicBezTo>
                      <a:cubicBezTo>
                        <a:pt x="727451" y="3100942"/>
                        <a:pt x="730031" y="3090972"/>
                        <a:pt x="729069" y="3086468"/>
                      </a:cubicBezTo>
                      <a:cubicBezTo>
                        <a:pt x="728106" y="3081964"/>
                        <a:pt x="730686" y="3071994"/>
                        <a:pt x="733265" y="3062023"/>
                      </a:cubicBezTo>
                      <a:lnTo>
                        <a:pt x="733987" y="3065401"/>
                      </a:lnTo>
                      <a:cubicBezTo>
                        <a:pt x="734227" y="3066527"/>
                        <a:pt x="734227" y="3066527"/>
                        <a:pt x="734227" y="3066527"/>
                      </a:cubicBezTo>
                      <a:cubicBezTo>
                        <a:pt x="734227" y="3066527"/>
                        <a:pt x="735190" y="3071031"/>
                        <a:pt x="735190" y="3071031"/>
                      </a:cubicBezTo>
                      <a:cubicBezTo>
                        <a:pt x="735190" y="3071031"/>
                        <a:pt x="738732" y="3065565"/>
                        <a:pt x="738732" y="3065565"/>
                      </a:cubicBezTo>
                      <a:cubicBezTo>
                        <a:pt x="735845" y="3052053"/>
                        <a:pt x="735845" y="3052053"/>
                        <a:pt x="735845" y="3052053"/>
                      </a:cubicBezTo>
                      <a:cubicBezTo>
                        <a:pt x="735845" y="3052053"/>
                        <a:pt x="734883" y="3047548"/>
                        <a:pt x="733921" y="3043045"/>
                      </a:cubicBezTo>
                      <a:cubicBezTo>
                        <a:pt x="741659" y="3013133"/>
                        <a:pt x="743276" y="2998659"/>
                        <a:pt x="736541" y="2967131"/>
                      </a:cubicBezTo>
                      <a:cubicBezTo>
                        <a:pt x="736541" y="2967131"/>
                        <a:pt x="735578" y="2962627"/>
                        <a:pt x="735578" y="2962627"/>
                      </a:cubicBezTo>
                      <a:cubicBezTo>
                        <a:pt x="738158" y="2952656"/>
                        <a:pt x="740738" y="2942686"/>
                        <a:pt x="744279" y="2937219"/>
                      </a:cubicBezTo>
                      <a:cubicBezTo>
                        <a:pt x="736889" y="2924670"/>
                        <a:pt x="745896" y="2922745"/>
                        <a:pt x="747514" y="2908270"/>
                      </a:cubicBezTo>
                      <a:cubicBezTo>
                        <a:pt x="753328" y="2869352"/>
                        <a:pt x="752713" y="2822387"/>
                        <a:pt x="767536" y="2781543"/>
                      </a:cubicBezTo>
                      <a:lnTo>
                        <a:pt x="767175" y="2788737"/>
                      </a:lnTo>
                      <a:lnTo>
                        <a:pt x="765918" y="2796017"/>
                      </a:lnTo>
                      <a:cubicBezTo>
                        <a:pt x="765918" y="2796017"/>
                        <a:pt x="766563" y="2793524"/>
                        <a:pt x="767088" y="2790469"/>
                      </a:cubicBezTo>
                      <a:lnTo>
                        <a:pt x="767175" y="2788737"/>
                      </a:lnTo>
                      <a:lnTo>
                        <a:pt x="777228" y="2730482"/>
                      </a:lnTo>
                      <a:lnTo>
                        <a:pt x="774987" y="2827750"/>
                      </a:lnTo>
                      <a:cubicBezTo>
                        <a:pt x="776043" y="3008184"/>
                        <a:pt x="792787" y="3186092"/>
                        <a:pt x="824931" y="3364010"/>
                      </a:cubicBezTo>
                      <a:cubicBezTo>
                        <a:pt x="826529" y="3371490"/>
                        <a:pt x="827728" y="3377099"/>
                        <a:pt x="829326" y="3384580"/>
                      </a:cubicBezTo>
                      <a:cubicBezTo>
                        <a:pt x="847900" y="3370834"/>
                        <a:pt x="840565" y="3354803"/>
                        <a:pt x="837369" y="3339843"/>
                      </a:cubicBezTo>
                      <a:cubicBezTo>
                        <a:pt x="787445" y="3078708"/>
                        <a:pt x="782061" y="2824680"/>
                        <a:pt x="819665" y="2577354"/>
                      </a:cubicBezTo>
                      <a:lnTo>
                        <a:pt x="843923" y="2454020"/>
                      </a:lnTo>
                      <a:lnTo>
                        <a:pt x="844696" y="2456577"/>
                      </a:lnTo>
                      <a:cubicBezTo>
                        <a:pt x="844855" y="2460076"/>
                        <a:pt x="845576" y="2463454"/>
                        <a:pt x="850081" y="2462491"/>
                      </a:cubicBezTo>
                      <a:cubicBezTo>
                        <a:pt x="853951" y="2447536"/>
                        <a:pt x="850331" y="2447131"/>
                        <a:pt x="847719" y="2445923"/>
                      </a:cubicBezTo>
                      <a:lnTo>
                        <a:pt x="846151" y="2442693"/>
                      </a:lnTo>
                      <a:lnTo>
                        <a:pt x="847411" y="2436286"/>
                      </a:lnTo>
                      <a:lnTo>
                        <a:pt x="851391" y="2424533"/>
                      </a:lnTo>
                      <a:cubicBezTo>
                        <a:pt x="851391" y="2424533"/>
                        <a:pt x="852354" y="2429038"/>
                        <a:pt x="853316" y="2433542"/>
                      </a:cubicBezTo>
                      <a:cubicBezTo>
                        <a:pt x="863633" y="2393660"/>
                        <a:pt x="880380" y="2361825"/>
                        <a:pt x="879111" y="2333838"/>
                      </a:cubicBezTo>
                      <a:cubicBezTo>
                        <a:pt x="879111" y="2333838"/>
                        <a:pt x="881035" y="2342846"/>
                        <a:pt x="884578" y="2337381"/>
                      </a:cubicBezTo>
                      <a:cubicBezTo>
                        <a:pt x="878804" y="2310355"/>
                        <a:pt x="897475" y="2287529"/>
                        <a:pt x="911642" y="2265663"/>
                      </a:cubicBezTo>
                      <a:cubicBezTo>
                        <a:pt x="913915" y="2232210"/>
                        <a:pt x="927119" y="2205841"/>
                        <a:pt x="944828" y="2178509"/>
                      </a:cubicBezTo>
                      <a:cubicBezTo>
                        <a:pt x="958034" y="2152140"/>
                        <a:pt x="976705" y="2129312"/>
                        <a:pt x="987023" y="2089431"/>
                      </a:cubicBezTo>
                      <a:cubicBezTo>
                        <a:pt x="991527" y="2088468"/>
                        <a:pt x="991527" y="2088468"/>
                        <a:pt x="991527" y="2088468"/>
                      </a:cubicBezTo>
                      <a:cubicBezTo>
                        <a:pt x="988948" y="2098439"/>
                        <a:pt x="988948" y="2098439"/>
                        <a:pt x="988948" y="2098439"/>
                      </a:cubicBezTo>
                      <a:cubicBezTo>
                        <a:pt x="988948" y="2098439"/>
                        <a:pt x="988948" y="2098439"/>
                        <a:pt x="993452" y="2097477"/>
                      </a:cubicBezTo>
                      <a:cubicBezTo>
                        <a:pt x="992489" y="2092973"/>
                        <a:pt x="992489" y="2092973"/>
                        <a:pt x="992489" y="2092973"/>
                      </a:cubicBezTo>
                      <a:cubicBezTo>
                        <a:pt x="996031" y="2087506"/>
                        <a:pt x="996031" y="2087506"/>
                        <a:pt x="996031" y="2087506"/>
                      </a:cubicBezTo>
                      <a:cubicBezTo>
                        <a:pt x="999573" y="2082040"/>
                        <a:pt x="1005694" y="2066604"/>
                        <a:pt x="1012778" y="2055671"/>
                      </a:cubicBezTo>
                      <a:cubicBezTo>
                        <a:pt x="1011815" y="2051167"/>
                        <a:pt x="1007312" y="2052129"/>
                        <a:pt x="1010853" y="2046663"/>
                      </a:cubicBezTo>
                      <a:cubicBezTo>
                        <a:pt x="1010853" y="2046663"/>
                        <a:pt x="1009891" y="2042158"/>
                        <a:pt x="1014395" y="2041196"/>
                      </a:cubicBezTo>
                      <a:cubicBezTo>
                        <a:pt x="1014395" y="2041196"/>
                        <a:pt x="1010853" y="2046663"/>
                        <a:pt x="1016320" y="2050205"/>
                      </a:cubicBezTo>
                      <a:cubicBezTo>
                        <a:pt x="1018899" y="2040234"/>
                        <a:pt x="1017937" y="2035730"/>
                        <a:pt x="1021479" y="2030264"/>
                      </a:cubicBezTo>
                      <a:cubicBezTo>
                        <a:pt x="1021479" y="2030264"/>
                        <a:pt x="1021479" y="2030264"/>
                        <a:pt x="1022441" y="2034767"/>
                      </a:cubicBezTo>
                      <a:cubicBezTo>
                        <a:pt x="1023404" y="2039271"/>
                        <a:pt x="1023404" y="2039271"/>
                        <a:pt x="1023404" y="2039271"/>
                      </a:cubicBezTo>
                      <a:cubicBezTo>
                        <a:pt x="1023404" y="2039271"/>
                        <a:pt x="1027908" y="2038309"/>
                        <a:pt x="1027908" y="2038309"/>
                      </a:cubicBezTo>
                      <a:cubicBezTo>
                        <a:pt x="1027908" y="2038309"/>
                        <a:pt x="1026946" y="2033805"/>
                        <a:pt x="1026946" y="2033805"/>
                      </a:cubicBezTo>
                      <a:cubicBezTo>
                        <a:pt x="1030487" y="2028340"/>
                        <a:pt x="1025984" y="2029302"/>
                        <a:pt x="1025021" y="2024797"/>
                      </a:cubicBezTo>
                      <a:cubicBezTo>
                        <a:pt x="1024059" y="2020293"/>
                        <a:pt x="1028562" y="2019331"/>
                        <a:pt x="1027600" y="2014827"/>
                      </a:cubicBezTo>
                      <a:cubicBezTo>
                        <a:pt x="1028562" y="2019331"/>
                        <a:pt x="1033067" y="2018368"/>
                        <a:pt x="1032104" y="2013865"/>
                      </a:cubicBezTo>
                      <a:cubicBezTo>
                        <a:pt x="1035647" y="2008398"/>
                        <a:pt x="1035647" y="2008398"/>
                        <a:pt x="1035647" y="2008398"/>
                      </a:cubicBezTo>
                      <a:cubicBezTo>
                        <a:pt x="1035647" y="2008398"/>
                        <a:pt x="1034684" y="2003894"/>
                        <a:pt x="1034684" y="2003894"/>
                      </a:cubicBezTo>
                      <a:cubicBezTo>
                        <a:pt x="1038225" y="1998429"/>
                        <a:pt x="1037263" y="1993924"/>
                        <a:pt x="1041767" y="1992962"/>
                      </a:cubicBezTo>
                      <a:lnTo>
                        <a:pt x="1045309" y="1987495"/>
                      </a:lnTo>
                      <a:lnTo>
                        <a:pt x="1046272" y="1991999"/>
                      </a:lnTo>
                      <a:cubicBezTo>
                        <a:pt x="1049813" y="1986533"/>
                        <a:pt x="1049813" y="1986533"/>
                        <a:pt x="1049813" y="1986533"/>
                      </a:cubicBezTo>
                      <a:cubicBezTo>
                        <a:pt x="1048851" y="1982030"/>
                        <a:pt x="1053355" y="1981067"/>
                        <a:pt x="1052393" y="1976563"/>
                      </a:cubicBezTo>
                      <a:cubicBezTo>
                        <a:pt x="1057859" y="1980105"/>
                        <a:pt x="1060439" y="1970134"/>
                        <a:pt x="1063980" y="1964667"/>
                      </a:cubicBezTo>
                      <a:cubicBezTo>
                        <a:pt x="1065905" y="1973676"/>
                        <a:pt x="1072989" y="1962743"/>
                        <a:pt x="1070409" y="1972714"/>
                      </a:cubicBezTo>
                      <a:cubicBezTo>
                        <a:pt x="1080072" y="1951811"/>
                        <a:pt x="1080072" y="1951811"/>
                        <a:pt x="1080072" y="1951811"/>
                      </a:cubicBezTo>
                      <a:cubicBezTo>
                        <a:pt x="1080072" y="1951811"/>
                        <a:pt x="1084576" y="1950848"/>
                        <a:pt x="1084576" y="1950848"/>
                      </a:cubicBezTo>
                      <a:cubicBezTo>
                        <a:pt x="1085539" y="1955353"/>
                        <a:pt x="1085539" y="1955353"/>
                        <a:pt x="1085539" y="1955353"/>
                      </a:cubicBezTo>
                      <a:cubicBezTo>
                        <a:pt x="1081997" y="1960818"/>
                        <a:pt x="1081997" y="1960818"/>
                        <a:pt x="1081997" y="1960818"/>
                      </a:cubicBezTo>
                      <a:cubicBezTo>
                        <a:pt x="1078455" y="1966285"/>
                        <a:pt x="1078455" y="1966285"/>
                        <a:pt x="1082959" y="1965323"/>
                      </a:cubicBezTo>
                      <a:cubicBezTo>
                        <a:pt x="1082959" y="1965323"/>
                        <a:pt x="1082959" y="1965323"/>
                        <a:pt x="1087463" y="1964361"/>
                      </a:cubicBezTo>
                      <a:cubicBezTo>
                        <a:pt x="1086501" y="1959856"/>
                        <a:pt x="1086501" y="1959856"/>
                        <a:pt x="1086501" y="1959856"/>
                      </a:cubicBezTo>
                      <a:cubicBezTo>
                        <a:pt x="1090043" y="1954390"/>
                        <a:pt x="1090043" y="1954390"/>
                        <a:pt x="1090043" y="1954390"/>
                      </a:cubicBezTo>
                      <a:cubicBezTo>
                        <a:pt x="1089081" y="1949886"/>
                        <a:pt x="1089081" y="1949886"/>
                        <a:pt x="1088118" y="1945382"/>
                      </a:cubicBezTo>
                      <a:cubicBezTo>
                        <a:pt x="1088118" y="1945382"/>
                        <a:pt x="1083614" y="1946344"/>
                        <a:pt x="1083614" y="1946344"/>
                      </a:cubicBezTo>
                      <a:cubicBezTo>
                        <a:pt x="1092315" y="1920937"/>
                        <a:pt x="1092315" y="1920937"/>
                        <a:pt x="1094895" y="1910966"/>
                      </a:cubicBezTo>
                      <a:cubicBezTo>
                        <a:pt x="1087810" y="1921900"/>
                        <a:pt x="1086848" y="1917396"/>
                        <a:pt x="1082345" y="1918358"/>
                      </a:cubicBezTo>
                      <a:cubicBezTo>
                        <a:pt x="1085886" y="1912891"/>
                        <a:pt x="1089428" y="1907425"/>
                        <a:pt x="1092970" y="1901959"/>
                      </a:cubicBezTo>
                      <a:cubicBezTo>
                        <a:pt x="1096512" y="1896492"/>
                        <a:pt x="1100053" y="1891027"/>
                        <a:pt x="1103595" y="1885560"/>
                      </a:cubicBezTo>
                      <a:cubicBezTo>
                        <a:pt x="1107137" y="1880093"/>
                        <a:pt x="1106175" y="1875590"/>
                        <a:pt x="1110679" y="1874628"/>
                      </a:cubicBezTo>
                      <a:cubicBezTo>
                        <a:pt x="1110679" y="1874628"/>
                        <a:pt x="1111641" y="1879131"/>
                        <a:pt x="1112603" y="1883635"/>
                      </a:cubicBezTo>
                      <a:cubicBezTo>
                        <a:pt x="1122267" y="1862732"/>
                        <a:pt x="1122267" y="1862732"/>
                        <a:pt x="1122267" y="1862732"/>
                      </a:cubicBezTo>
                      <a:cubicBezTo>
                        <a:pt x="1126770" y="1861770"/>
                        <a:pt x="1126770" y="1861770"/>
                        <a:pt x="1126770" y="1861770"/>
                      </a:cubicBezTo>
                      <a:cubicBezTo>
                        <a:pt x="1127733" y="1866274"/>
                        <a:pt x="1127733" y="1866274"/>
                        <a:pt x="1128695" y="1870778"/>
                      </a:cubicBezTo>
                      <a:cubicBezTo>
                        <a:pt x="1133200" y="1869816"/>
                        <a:pt x="1133200" y="1869816"/>
                        <a:pt x="1133200" y="1869816"/>
                      </a:cubicBezTo>
                      <a:cubicBezTo>
                        <a:pt x="1133200" y="1869816"/>
                        <a:pt x="1132237" y="1865312"/>
                        <a:pt x="1132237" y="1865312"/>
                      </a:cubicBezTo>
                      <a:cubicBezTo>
                        <a:pt x="1136741" y="1864349"/>
                        <a:pt x="1136741" y="1864349"/>
                        <a:pt x="1136741" y="1864349"/>
                      </a:cubicBezTo>
                      <a:cubicBezTo>
                        <a:pt x="1135779" y="1859845"/>
                        <a:pt x="1135779" y="1859845"/>
                        <a:pt x="1134817" y="1855341"/>
                      </a:cubicBezTo>
                      <a:cubicBezTo>
                        <a:pt x="1134817" y="1855341"/>
                        <a:pt x="1134817" y="1855341"/>
                        <a:pt x="1138359" y="1849875"/>
                      </a:cubicBezTo>
                      <a:cubicBezTo>
                        <a:pt x="1138359" y="1849875"/>
                        <a:pt x="1138359" y="1849875"/>
                        <a:pt x="1141900" y="1844409"/>
                      </a:cubicBezTo>
                      <a:cubicBezTo>
                        <a:pt x="1141900" y="1844409"/>
                        <a:pt x="1146404" y="1843446"/>
                        <a:pt x="1146404" y="1843446"/>
                      </a:cubicBezTo>
                      <a:cubicBezTo>
                        <a:pt x="1146404" y="1843446"/>
                        <a:pt x="1147367" y="1847951"/>
                        <a:pt x="1147367" y="1847951"/>
                      </a:cubicBezTo>
                      <a:cubicBezTo>
                        <a:pt x="1143824" y="1853416"/>
                        <a:pt x="1144787" y="1857921"/>
                        <a:pt x="1144787" y="1857921"/>
                      </a:cubicBezTo>
                      <a:cubicBezTo>
                        <a:pt x="1140284" y="1858883"/>
                        <a:pt x="1141246" y="1863387"/>
                        <a:pt x="1142208" y="1867891"/>
                      </a:cubicBezTo>
                      <a:cubicBezTo>
                        <a:pt x="1145749" y="1862425"/>
                        <a:pt x="1145749" y="1862425"/>
                        <a:pt x="1150253" y="1861463"/>
                      </a:cubicBezTo>
                      <a:cubicBezTo>
                        <a:pt x="1152833" y="1851492"/>
                        <a:pt x="1151871" y="1846988"/>
                        <a:pt x="1155412" y="1841522"/>
                      </a:cubicBezTo>
                      <a:cubicBezTo>
                        <a:pt x="1155412" y="1841522"/>
                        <a:pt x="1154450" y="1837018"/>
                        <a:pt x="1154450" y="1837018"/>
                      </a:cubicBezTo>
                      <a:cubicBezTo>
                        <a:pt x="1157992" y="1831552"/>
                        <a:pt x="1157030" y="1827047"/>
                        <a:pt x="1156068" y="1822543"/>
                      </a:cubicBezTo>
                      <a:cubicBezTo>
                        <a:pt x="1160572" y="1821581"/>
                        <a:pt x="1160572" y="1821581"/>
                        <a:pt x="1160572" y="1821581"/>
                      </a:cubicBezTo>
                      <a:cubicBezTo>
                        <a:pt x="1171197" y="1805182"/>
                        <a:pt x="1189869" y="1782355"/>
                        <a:pt x="1199532" y="1761452"/>
                      </a:cubicBezTo>
                      <a:cubicBezTo>
                        <a:pt x="1199532" y="1761452"/>
                        <a:pt x="1203074" y="1755985"/>
                        <a:pt x="1203074" y="1755985"/>
                      </a:cubicBezTo>
                      <a:cubicBezTo>
                        <a:pt x="1203074" y="1755985"/>
                        <a:pt x="1207577" y="1755023"/>
                        <a:pt x="1206615" y="1750519"/>
                      </a:cubicBezTo>
                      <a:cubicBezTo>
                        <a:pt x="1211119" y="1749556"/>
                        <a:pt x="1210157" y="1745053"/>
                        <a:pt x="1213699" y="1739586"/>
                      </a:cubicBezTo>
                      <a:cubicBezTo>
                        <a:pt x="1213699" y="1739586"/>
                        <a:pt x="1217240" y="1734120"/>
                        <a:pt x="1217240" y="1734120"/>
                      </a:cubicBezTo>
                      <a:cubicBezTo>
                        <a:pt x="1220782" y="1728654"/>
                        <a:pt x="1224324" y="1723188"/>
                        <a:pt x="1227866" y="1717721"/>
                      </a:cubicBezTo>
                      <a:cubicBezTo>
                        <a:pt x="1232370" y="1716759"/>
                        <a:pt x="1235912" y="1711293"/>
                        <a:pt x="1234950" y="1706789"/>
                      </a:cubicBezTo>
                      <a:cubicBezTo>
                        <a:pt x="1239454" y="1705826"/>
                        <a:pt x="1239454" y="1705826"/>
                        <a:pt x="1239454" y="1705826"/>
                      </a:cubicBezTo>
                      <a:cubicBezTo>
                        <a:pt x="1242996" y="1700360"/>
                        <a:pt x="1252659" y="1679456"/>
                        <a:pt x="1268751" y="1666599"/>
                      </a:cubicBezTo>
                      <a:cubicBezTo>
                        <a:pt x="1270041" y="1661614"/>
                        <a:pt x="1275353" y="1653415"/>
                        <a:pt x="1280989" y="1643969"/>
                      </a:cubicBezTo>
                      <a:lnTo>
                        <a:pt x="1294822" y="1614580"/>
                      </a:lnTo>
                      <a:lnTo>
                        <a:pt x="1295376" y="1620968"/>
                      </a:lnTo>
                      <a:cubicBezTo>
                        <a:pt x="1297773" y="1632189"/>
                        <a:pt x="1288150" y="1642066"/>
                        <a:pt x="1280397" y="1651544"/>
                      </a:cubicBezTo>
                      <a:cubicBezTo>
                        <a:pt x="1230267" y="1718960"/>
                        <a:pt x="1188817" y="1790388"/>
                        <a:pt x="1150037" y="1865158"/>
                      </a:cubicBezTo>
                      <a:cubicBezTo>
                        <a:pt x="1146023" y="1873837"/>
                        <a:pt x="1125579" y="1887981"/>
                        <a:pt x="1157500" y="1890938"/>
                      </a:cubicBezTo>
                      <a:cubicBezTo>
                        <a:pt x="1175530" y="1892953"/>
                        <a:pt x="1159625" y="1910038"/>
                        <a:pt x="1155212" y="1916847"/>
                      </a:cubicBezTo>
                      <a:cubicBezTo>
                        <a:pt x="1067755" y="2084143"/>
                        <a:pt x="1005537" y="2259733"/>
                        <a:pt x="966688" y="2444019"/>
                      </a:cubicBezTo>
                      <a:cubicBezTo>
                        <a:pt x="916582" y="2685460"/>
                        <a:pt x="913758" y="2928532"/>
                        <a:pt x="940585" y="3173091"/>
                      </a:cubicBezTo>
                      <a:cubicBezTo>
                        <a:pt x="940985" y="3174961"/>
                        <a:pt x="941784" y="3178702"/>
                        <a:pt x="947522" y="3187253"/>
                      </a:cubicBezTo>
                      <a:cubicBezTo>
                        <a:pt x="974972" y="3077752"/>
                        <a:pt x="932698" y="2971416"/>
                        <a:pt x="961347" y="2867525"/>
                      </a:cubicBezTo>
                      <a:cubicBezTo>
                        <a:pt x="960496" y="2945922"/>
                        <a:pt x="1000117" y="3021540"/>
                        <a:pt x="983906" y="3101263"/>
                      </a:cubicBezTo>
                      <a:cubicBezTo>
                        <a:pt x="978550" y="3121962"/>
                        <a:pt x="978406" y="3139591"/>
                        <a:pt x="992151" y="3158164"/>
                      </a:cubicBezTo>
                      <a:cubicBezTo>
                        <a:pt x="1007767" y="3176337"/>
                        <a:pt x="1012961" y="3200648"/>
                        <a:pt x="1014015" y="3223887"/>
                      </a:cubicBezTo>
                      <a:cubicBezTo>
                        <a:pt x="1028329" y="3400726"/>
                        <a:pt x="1098350" y="3563707"/>
                        <a:pt x="1162759" y="3727888"/>
                      </a:cubicBezTo>
                      <a:cubicBezTo>
                        <a:pt x="1171692" y="3751399"/>
                        <a:pt x="1182498" y="3774511"/>
                        <a:pt x="1178341" y="3800819"/>
                      </a:cubicBezTo>
                      <a:cubicBezTo>
                        <a:pt x="1177397" y="3814708"/>
                        <a:pt x="1183934" y="3826999"/>
                        <a:pt x="1193412" y="3834752"/>
                      </a:cubicBezTo>
                      <a:cubicBezTo>
                        <a:pt x="1246814" y="3874183"/>
                        <a:pt x="1265608" y="3934695"/>
                        <a:pt x="1287744" y="3992539"/>
                      </a:cubicBezTo>
                      <a:cubicBezTo>
                        <a:pt x="1297078" y="4017920"/>
                        <a:pt x="1304541" y="4043701"/>
                        <a:pt x="1330979" y="4057607"/>
                      </a:cubicBezTo>
                      <a:cubicBezTo>
                        <a:pt x="1340057" y="4063489"/>
                        <a:pt x="1339785" y="4071369"/>
                        <a:pt x="1343653" y="4080319"/>
                      </a:cubicBezTo>
                      <a:cubicBezTo>
                        <a:pt x="1347648" y="4099019"/>
                        <a:pt x="1354984" y="4115051"/>
                        <a:pt x="1369002" y="4125744"/>
                      </a:cubicBezTo>
                      <a:cubicBezTo>
                        <a:pt x="1437892" y="4173599"/>
                        <a:pt x="1482325" y="4244277"/>
                        <a:pt x="1538651" y="4306548"/>
                      </a:cubicBezTo>
                      <a:cubicBezTo>
                        <a:pt x="1848443" y="4649041"/>
                        <a:pt x="2240609" y="4837057"/>
                        <a:pt x="2686262" y="4927608"/>
                      </a:cubicBezTo>
                      <a:cubicBezTo>
                        <a:pt x="2813000" y="4953326"/>
                        <a:pt x="2941336" y="4986526"/>
                        <a:pt x="3070633" y="4978456"/>
                      </a:cubicBezTo>
                      <a:cubicBezTo>
                        <a:pt x="3236262" y="4966535"/>
                        <a:pt x="3400965" y="4941124"/>
                        <a:pt x="3564597" y="4919852"/>
                      </a:cubicBezTo>
                      <a:cubicBezTo>
                        <a:pt x="3600929" y="4916001"/>
                        <a:pt x="3637134" y="4902400"/>
                        <a:pt x="3668800" y="4885857"/>
                      </a:cubicBezTo>
                      <a:cubicBezTo>
                        <a:pt x="3677352" y="4880120"/>
                        <a:pt x="3688173" y="4875853"/>
                        <a:pt x="3697923" y="4875725"/>
                      </a:cubicBezTo>
                      <a:cubicBezTo>
                        <a:pt x="3759495" y="4880168"/>
                        <a:pt x="3807864" y="4850281"/>
                        <a:pt x="3859302" y="4825603"/>
                      </a:cubicBezTo>
                      <a:cubicBezTo>
                        <a:pt x="3981154" y="4764374"/>
                        <a:pt x="4106072" y="4708354"/>
                        <a:pt x="4218717" y="4631492"/>
                      </a:cubicBezTo>
                      <a:cubicBezTo>
                        <a:pt x="4726089" y="4278670"/>
                        <a:pt x="5050014" y="3808608"/>
                        <a:pt x="5136420" y="3187886"/>
                      </a:cubicBezTo>
                      <a:cubicBezTo>
                        <a:pt x="5163250" y="3002258"/>
                        <a:pt x="5133847" y="2818866"/>
                        <a:pt x="5095093" y="2637473"/>
                      </a:cubicBezTo>
                      <a:cubicBezTo>
                        <a:pt x="5007996" y="2229804"/>
                        <a:pt x="4835925" y="1863754"/>
                        <a:pt x="4552027" y="1550927"/>
                      </a:cubicBezTo>
                      <a:cubicBezTo>
                        <a:pt x="4447383" y="1436406"/>
                        <a:pt x="4331245" y="1332162"/>
                        <a:pt x="4206285" y="1241535"/>
                      </a:cubicBezTo>
                      <a:cubicBezTo>
                        <a:pt x="4141534" y="1194752"/>
                        <a:pt x="4074914" y="1148367"/>
                        <a:pt x="4017916" y="1092106"/>
                      </a:cubicBezTo>
                      <a:cubicBezTo>
                        <a:pt x="3946102" y="1021411"/>
                        <a:pt x="3860780" y="979023"/>
                        <a:pt x="3766634" y="950252"/>
                      </a:cubicBezTo>
                      <a:cubicBezTo>
                        <a:pt x="3358801" y="826200"/>
                        <a:pt x="2946216" y="826355"/>
                        <a:pt x="2533034" y="924406"/>
                      </a:cubicBezTo>
                      <a:cubicBezTo>
                        <a:pt x="2476929" y="936392"/>
                        <a:pt x="2419353" y="950648"/>
                        <a:pt x="2362177" y="966775"/>
                      </a:cubicBezTo>
                      <a:cubicBezTo>
                        <a:pt x="2463328" y="900190"/>
                        <a:pt x="2585272" y="903469"/>
                        <a:pt x="2692688" y="857055"/>
                      </a:cubicBezTo>
                      <a:cubicBezTo>
                        <a:pt x="2635257" y="853681"/>
                        <a:pt x="2580622" y="863399"/>
                        <a:pt x="2526787" y="876855"/>
                      </a:cubicBezTo>
                      <a:cubicBezTo>
                        <a:pt x="2469610" y="892981"/>
                        <a:pt x="2412035" y="907237"/>
                        <a:pt x="2357128" y="924834"/>
                      </a:cubicBezTo>
                      <a:cubicBezTo>
                        <a:pt x="2301822" y="940562"/>
                        <a:pt x="2247314" y="960029"/>
                        <a:pt x="2195476" y="982835"/>
                      </a:cubicBezTo>
                      <a:cubicBezTo>
                        <a:pt x="2141369" y="1004172"/>
                        <a:pt x="2092200" y="1030320"/>
                        <a:pt x="2038892" y="1055397"/>
                      </a:cubicBezTo>
                      <a:cubicBezTo>
                        <a:pt x="2033826" y="1040836"/>
                        <a:pt x="2051456" y="1040981"/>
                        <a:pt x="2051328" y="1031230"/>
                      </a:cubicBezTo>
                      <a:cubicBezTo>
                        <a:pt x="2049059" y="1029760"/>
                        <a:pt x="2046789" y="1028290"/>
                        <a:pt x="2044919" y="1028689"/>
                      </a:cubicBezTo>
                      <a:cubicBezTo>
                        <a:pt x="2007516" y="1036680"/>
                        <a:pt x="1975850" y="1053222"/>
                        <a:pt x="1942714" y="1072034"/>
                      </a:cubicBezTo>
                      <a:cubicBezTo>
                        <a:pt x="1843705" y="1130339"/>
                        <a:pt x="1749635" y="1193455"/>
                        <a:pt x="1659433" y="1265523"/>
                      </a:cubicBezTo>
                      <a:cubicBezTo>
                        <a:pt x="1639387" y="1281537"/>
                        <a:pt x="1618543" y="1293812"/>
                        <a:pt x="1591162" y="1293796"/>
                      </a:cubicBezTo>
                      <a:cubicBezTo>
                        <a:pt x="1566051" y="1295250"/>
                        <a:pt x="1549075" y="1316475"/>
                        <a:pt x="1530900" y="1332091"/>
                      </a:cubicBezTo>
                      <a:cubicBezTo>
                        <a:pt x="1515131" y="1345237"/>
                        <a:pt x="1498863" y="1356045"/>
                        <a:pt x="1480860" y="1363313"/>
                      </a:cubicBezTo>
                      <a:lnTo>
                        <a:pt x="1469896" y="1366433"/>
                      </a:lnTo>
                      <a:lnTo>
                        <a:pt x="1485917" y="1349400"/>
                      </a:lnTo>
                      <a:cubicBezTo>
                        <a:pt x="1513115" y="1322395"/>
                        <a:pt x="1542565" y="1294909"/>
                        <a:pt x="1574268" y="1266943"/>
                      </a:cubicBezTo>
                      <a:cubicBezTo>
                        <a:pt x="1606451" y="1241229"/>
                        <a:pt x="1667276" y="1195266"/>
                        <a:pt x="1710085" y="1153153"/>
                      </a:cubicBezTo>
                      <a:cubicBezTo>
                        <a:pt x="1756743" y="1129056"/>
                        <a:pt x="1799552" y="1086942"/>
                        <a:pt x="1853295" y="1051913"/>
                      </a:cubicBezTo>
                      <a:cubicBezTo>
                        <a:pt x="1856836" y="1046446"/>
                        <a:pt x="1862302" y="1049988"/>
                        <a:pt x="1870349" y="1043559"/>
                      </a:cubicBezTo>
                      <a:cubicBezTo>
                        <a:pt x="1961740" y="986358"/>
                        <a:pt x="2063102" y="931734"/>
                        <a:pt x="2165426" y="881616"/>
                      </a:cubicBezTo>
                      <a:cubicBezTo>
                        <a:pt x="2217070" y="858808"/>
                        <a:pt x="2269194" y="838252"/>
                        <a:pt x="2321799" y="819950"/>
                      </a:cubicBezTo>
                      <a:lnTo>
                        <a:pt x="2427971" y="787847"/>
                      </a:lnTo>
                      <a:lnTo>
                        <a:pt x="2380636" y="803258"/>
                      </a:lnTo>
                      <a:cubicBezTo>
                        <a:pt x="2364348" y="809681"/>
                        <a:pt x="2349305" y="816427"/>
                        <a:pt x="2340778" y="820604"/>
                      </a:cubicBezTo>
                      <a:cubicBezTo>
                        <a:pt x="2336273" y="821566"/>
                        <a:pt x="2336273" y="821566"/>
                        <a:pt x="2336273" y="821566"/>
                      </a:cubicBezTo>
                      <a:cubicBezTo>
                        <a:pt x="2288653" y="841160"/>
                        <a:pt x="2258087" y="852399"/>
                        <a:pt x="2205963" y="872955"/>
                      </a:cubicBezTo>
                      <a:cubicBezTo>
                        <a:pt x="2201459" y="873917"/>
                        <a:pt x="2201459" y="873917"/>
                        <a:pt x="2201459" y="873917"/>
                      </a:cubicBezTo>
                      <a:cubicBezTo>
                        <a:pt x="2202421" y="878421"/>
                        <a:pt x="2197917" y="879383"/>
                        <a:pt x="2202421" y="878421"/>
                      </a:cubicBezTo>
                      <a:cubicBezTo>
                        <a:pt x="2202421" y="878421"/>
                        <a:pt x="2206925" y="877459"/>
                        <a:pt x="2211429" y="876496"/>
                      </a:cubicBezTo>
                      <a:cubicBezTo>
                        <a:pt x="2259049" y="856904"/>
                        <a:pt x="2294120" y="844701"/>
                        <a:pt x="2337236" y="826071"/>
                      </a:cubicBezTo>
                      <a:cubicBezTo>
                        <a:pt x="2338198" y="830575"/>
                        <a:pt x="2338198" y="830575"/>
                        <a:pt x="2342703" y="829613"/>
                      </a:cubicBezTo>
                      <a:cubicBezTo>
                        <a:pt x="2342703" y="829613"/>
                        <a:pt x="2347207" y="828650"/>
                        <a:pt x="2347207" y="828650"/>
                      </a:cubicBezTo>
                      <a:cubicBezTo>
                        <a:pt x="2347207" y="828650"/>
                        <a:pt x="2347207" y="828650"/>
                        <a:pt x="2346245" y="824146"/>
                      </a:cubicBezTo>
                      <a:cubicBezTo>
                        <a:pt x="2384856" y="806478"/>
                        <a:pt x="2432785" y="810367"/>
                        <a:pt x="2437943" y="790426"/>
                      </a:cubicBezTo>
                      <a:lnTo>
                        <a:pt x="2455960" y="786577"/>
                      </a:lnTo>
                      <a:cubicBezTo>
                        <a:pt x="2460464" y="785615"/>
                        <a:pt x="2464967" y="784653"/>
                        <a:pt x="2464967" y="784653"/>
                      </a:cubicBezTo>
                      <a:cubicBezTo>
                        <a:pt x="2465930" y="789157"/>
                        <a:pt x="2467854" y="798165"/>
                        <a:pt x="2464313" y="803631"/>
                      </a:cubicBezTo>
                      <a:cubicBezTo>
                        <a:pt x="2459809" y="804594"/>
                        <a:pt x="2455304" y="805556"/>
                        <a:pt x="2450800" y="806518"/>
                      </a:cubicBezTo>
                      <a:cubicBezTo>
                        <a:pt x="2437288" y="809405"/>
                        <a:pt x="2429242" y="815833"/>
                        <a:pt x="2420234" y="817758"/>
                      </a:cubicBezTo>
                      <a:cubicBezTo>
                        <a:pt x="2420234" y="817758"/>
                        <a:pt x="2415730" y="818720"/>
                        <a:pt x="2415730" y="818720"/>
                      </a:cubicBezTo>
                      <a:cubicBezTo>
                        <a:pt x="2412188" y="824186"/>
                        <a:pt x="2407684" y="825149"/>
                        <a:pt x="2403180" y="826111"/>
                      </a:cubicBezTo>
                      <a:cubicBezTo>
                        <a:pt x="2403180" y="826111"/>
                        <a:pt x="2398676" y="827073"/>
                        <a:pt x="2398676" y="827073"/>
                      </a:cubicBezTo>
                      <a:cubicBezTo>
                        <a:pt x="2399639" y="831577"/>
                        <a:pt x="2404142" y="830615"/>
                        <a:pt x="2404142" y="830615"/>
                      </a:cubicBezTo>
                      <a:cubicBezTo>
                        <a:pt x="2413151" y="828691"/>
                        <a:pt x="2412188" y="824186"/>
                        <a:pt x="2416693" y="823224"/>
                      </a:cubicBezTo>
                      <a:cubicBezTo>
                        <a:pt x="2416693" y="823224"/>
                        <a:pt x="2416693" y="823224"/>
                        <a:pt x="2421196" y="822262"/>
                      </a:cubicBezTo>
                      <a:cubicBezTo>
                        <a:pt x="2416693" y="823224"/>
                        <a:pt x="2417655" y="827728"/>
                        <a:pt x="2417655" y="827728"/>
                      </a:cubicBezTo>
                      <a:cubicBezTo>
                        <a:pt x="2417655" y="827728"/>
                        <a:pt x="2422158" y="826766"/>
                        <a:pt x="2422158" y="826766"/>
                      </a:cubicBezTo>
                      <a:cubicBezTo>
                        <a:pt x="2426663" y="825804"/>
                        <a:pt x="2431167" y="824841"/>
                        <a:pt x="2431167" y="824841"/>
                      </a:cubicBezTo>
                      <a:cubicBezTo>
                        <a:pt x="2431167" y="824841"/>
                        <a:pt x="2430205" y="820337"/>
                        <a:pt x="2430205" y="820337"/>
                      </a:cubicBezTo>
                      <a:cubicBezTo>
                        <a:pt x="2434709" y="819375"/>
                        <a:pt x="2442754" y="812946"/>
                        <a:pt x="2447259" y="811984"/>
                      </a:cubicBezTo>
                      <a:cubicBezTo>
                        <a:pt x="2456267" y="810059"/>
                        <a:pt x="2460771" y="809097"/>
                        <a:pt x="2469779" y="807172"/>
                      </a:cubicBezTo>
                      <a:cubicBezTo>
                        <a:pt x="2492299" y="802361"/>
                        <a:pt x="2492299" y="802361"/>
                        <a:pt x="2492299" y="802361"/>
                      </a:cubicBezTo>
                      <a:cubicBezTo>
                        <a:pt x="2496804" y="801399"/>
                        <a:pt x="2500345" y="795933"/>
                        <a:pt x="2500345" y="795933"/>
                      </a:cubicBezTo>
                      <a:cubicBezTo>
                        <a:pt x="2500345" y="795933"/>
                        <a:pt x="2495842" y="796895"/>
                        <a:pt x="2491337" y="797858"/>
                      </a:cubicBezTo>
                      <a:cubicBezTo>
                        <a:pt x="2473321" y="801707"/>
                        <a:pt x="2473321" y="801707"/>
                        <a:pt x="2473321" y="801707"/>
                      </a:cubicBezTo>
                      <a:cubicBezTo>
                        <a:pt x="2475900" y="791736"/>
                        <a:pt x="2479442" y="786270"/>
                        <a:pt x="2478479" y="781766"/>
                      </a:cubicBezTo>
                      <a:cubicBezTo>
                        <a:pt x="2477517" y="777261"/>
                        <a:pt x="2477517" y="777261"/>
                        <a:pt x="2477517" y="777261"/>
                      </a:cubicBezTo>
                      <a:cubicBezTo>
                        <a:pt x="2482021" y="776299"/>
                        <a:pt x="2482021" y="776299"/>
                        <a:pt x="2486526" y="775337"/>
                      </a:cubicBezTo>
                      <a:cubicBezTo>
                        <a:pt x="2490068" y="769870"/>
                        <a:pt x="2490068" y="769870"/>
                        <a:pt x="2490068" y="769870"/>
                      </a:cubicBezTo>
                      <a:cubicBezTo>
                        <a:pt x="2484601" y="766329"/>
                        <a:pt x="2484601" y="766329"/>
                        <a:pt x="2484601" y="766329"/>
                      </a:cubicBezTo>
                      <a:close/>
                      <a:moveTo>
                        <a:pt x="4722193" y="185911"/>
                      </a:moveTo>
                      <a:cubicBezTo>
                        <a:pt x="4753921" y="193845"/>
                        <a:pt x="4773751" y="197812"/>
                        <a:pt x="4809446" y="213679"/>
                      </a:cubicBezTo>
                      <a:cubicBezTo>
                        <a:pt x="4809446" y="213679"/>
                        <a:pt x="4809446" y="217645"/>
                        <a:pt x="4801514" y="217645"/>
                      </a:cubicBezTo>
                      <a:cubicBezTo>
                        <a:pt x="4801514" y="217645"/>
                        <a:pt x="4833242" y="229546"/>
                        <a:pt x="4841174" y="225579"/>
                      </a:cubicBezTo>
                      <a:cubicBezTo>
                        <a:pt x="4849106" y="233513"/>
                        <a:pt x="4853073" y="237479"/>
                        <a:pt x="4849106" y="241446"/>
                      </a:cubicBezTo>
                      <a:cubicBezTo>
                        <a:pt x="4864970" y="241446"/>
                        <a:pt x="4904631" y="269214"/>
                        <a:pt x="4928427" y="277147"/>
                      </a:cubicBezTo>
                      <a:cubicBezTo>
                        <a:pt x="4936360" y="281114"/>
                        <a:pt x="4940326" y="281114"/>
                        <a:pt x="4948258" y="285081"/>
                      </a:cubicBezTo>
                      <a:cubicBezTo>
                        <a:pt x="5011715" y="312848"/>
                        <a:pt x="5071206" y="356483"/>
                        <a:pt x="5126730" y="392184"/>
                      </a:cubicBezTo>
                      <a:cubicBezTo>
                        <a:pt x="5146560" y="404084"/>
                        <a:pt x="5186221" y="419951"/>
                        <a:pt x="5178288" y="427885"/>
                      </a:cubicBezTo>
                      <a:cubicBezTo>
                        <a:pt x="5194153" y="435818"/>
                        <a:pt x="5206051" y="443752"/>
                        <a:pt x="5213983" y="443752"/>
                      </a:cubicBezTo>
                      <a:cubicBezTo>
                        <a:pt x="5225881" y="455652"/>
                        <a:pt x="5217949" y="455652"/>
                        <a:pt x="5213984" y="455652"/>
                      </a:cubicBezTo>
                      <a:cubicBezTo>
                        <a:pt x="5170357" y="435818"/>
                        <a:pt x="5122764" y="400117"/>
                        <a:pt x="5091035" y="380284"/>
                      </a:cubicBezTo>
                      <a:cubicBezTo>
                        <a:pt x="5087070" y="376317"/>
                        <a:pt x="5083104" y="376317"/>
                        <a:pt x="5083103" y="380284"/>
                      </a:cubicBezTo>
                      <a:cubicBezTo>
                        <a:pt x="5087069" y="380284"/>
                        <a:pt x="5087069" y="380284"/>
                        <a:pt x="5091036" y="384250"/>
                      </a:cubicBezTo>
                      <a:cubicBezTo>
                        <a:pt x="5095002" y="384250"/>
                        <a:pt x="5098967" y="388217"/>
                        <a:pt x="5098968" y="392184"/>
                      </a:cubicBezTo>
                      <a:cubicBezTo>
                        <a:pt x="5098968" y="392184"/>
                        <a:pt x="5095002" y="392184"/>
                        <a:pt x="5091035" y="388217"/>
                      </a:cubicBezTo>
                      <a:cubicBezTo>
                        <a:pt x="5091035" y="388217"/>
                        <a:pt x="5091035" y="388217"/>
                        <a:pt x="5087069" y="388217"/>
                      </a:cubicBezTo>
                      <a:cubicBezTo>
                        <a:pt x="5126730" y="419951"/>
                        <a:pt x="5170356" y="447719"/>
                        <a:pt x="5217950" y="479453"/>
                      </a:cubicBezTo>
                      <a:cubicBezTo>
                        <a:pt x="5261576" y="507220"/>
                        <a:pt x="5305202" y="538955"/>
                        <a:pt x="5348829" y="574656"/>
                      </a:cubicBezTo>
                      <a:cubicBezTo>
                        <a:pt x="5360727" y="578622"/>
                        <a:pt x="5368659" y="582589"/>
                        <a:pt x="5376592" y="590523"/>
                      </a:cubicBezTo>
                      <a:cubicBezTo>
                        <a:pt x="5416252" y="622257"/>
                        <a:pt x="5440049" y="638124"/>
                        <a:pt x="5471777" y="669858"/>
                      </a:cubicBezTo>
                      <a:cubicBezTo>
                        <a:pt x="5475743" y="669858"/>
                        <a:pt x="5483675" y="665892"/>
                        <a:pt x="5487641" y="661925"/>
                      </a:cubicBezTo>
                      <a:cubicBezTo>
                        <a:pt x="5499539" y="669858"/>
                        <a:pt x="5507472" y="673825"/>
                        <a:pt x="5511437" y="673825"/>
                      </a:cubicBezTo>
                      <a:cubicBezTo>
                        <a:pt x="5511437" y="673825"/>
                        <a:pt x="5507471" y="669858"/>
                        <a:pt x="5507471" y="669858"/>
                      </a:cubicBezTo>
                      <a:cubicBezTo>
                        <a:pt x="5507471" y="665891"/>
                        <a:pt x="5507471" y="665891"/>
                        <a:pt x="5507471" y="665891"/>
                      </a:cubicBezTo>
                      <a:cubicBezTo>
                        <a:pt x="5511438" y="665892"/>
                        <a:pt x="5515403" y="669858"/>
                        <a:pt x="5515404" y="673825"/>
                      </a:cubicBezTo>
                      <a:cubicBezTo>
                        <a:pt x="5515404" y="673825"/>
                        <a:pt x="5519369" y="673825"/>
                        <a:pt x="5519369" y="677792"/>
                      </a:cubicBezTo>
                      <a:cubicBezTo>
                        <a:pt x="5527301" y="669858"/>
                        <a:pt x="5543166" y="681759"/>
                        <a:pt x="5562995" y="701593"/>
                      </a:cubicBezTo>
                      <a:cubicBezTo>
                        <a:pt x="5582826" y="721427"/>
                        <a:pt x="5606623" y="745227"/>
                        <a:pt x="5626452" y="765061"/>
                      </a:cubicBezTo>
                      <a:cubicBezTo>
                        <a:pt x="5630419" y="776961"/>
                        <a:pt x="5610589" y="753161"/>
                        <a:pt x="5610589" y="757128"/>
                      </a:cubicBezTo>
                      <a:cubicBezTo>
                        <a:pt x="5610589" y="757128"/>
                        <a:pt x="5614555" y="761094"/>
                        <a:pt x="5614555" y="761094"/>
                      </a:cubicBezTo>
                      <a:cubicBezTo>
                        <a:pt x="5618520" y="765061"/>
                        <a:pt x="5622487" y="765061"/>
                        <a:pt x="5618521" y="769028"/>
                      </a:cubicBezTo>
                      <a:cubicBezTo>
                        <a:pt x="5618521" y="769028"/>
                        <a:pt x="5618521" y="769028"/>
                        <a:pt x="5614555" y="765061"/>
                      </a:cubicBezTo>
                      <a:cubicBezTo>
                        <a:pt x="5614555" y="765061"/>
                        <a:pt x="5614555" y="765061"/>
                        <a:pt x="5610588" y="765061"/>
                      </a:cubicBezTo>
                      <a:cubicBezTo>
                        <a:pt x="5622486" y="776961"/>
                        <a:pt x="5634385" y="788862"/>
                        <a:pt x="5630418" y="792829"/>
                      </a:cubicBezTo>
                      <a:cubicBezTo>
                        <a:pt x="5618521" y="788862"/>
                        <a:pt x="5598690" y="769028"/>
                        <a:pt x="5590759" y="765061"/>
                      </a:cubicBezTo>
                      <a:cubicBezTo>
                        <a:pt x="5590759" y="765061"/>
                        <a:pt x="5590759" y="765061"/>
                        <a:pt x="5594724" y="769028"/>
                      </a:cubicBezTo>
                      <a:cubicBezTo>
                        <a:pt x="5598690" y="772995"/>
                        <a:pt x="5598690" y="772995"/>
                        <a:pt x="5602657" y="776961"/>
                      </a:cubicBezTo>
                      <a:cubicBezTo>
                        <a:pt x="5602657" y="776961"/>
                        <a:pt x="5598690" y="776961"/>
                        <a:pt x="5598690" y="776961"/>
                      </a:cubicBezTo>
                      <a:cubicBezTo>
                        <a:pt x="5598690" y="772995"/>
                        <a:pt x="5594725" y="772995"/>
                        <a:pt x="5594725" y="772995"/>
                      </a:cubicBezTo>
                      <a:cubicBezTo>
                        <a:pt x="5602657" y="776961"/>
                        <a:pt x="5606622" y="788862"/>
                        <a:pt x="5614555" y="796795"/>
                      </a:cubicBezTo>
                      <a:cubicBezTo>
                        <a:pt x="5650249" y="832496"/>
                        <a:pt x="5693876" y="868197"/>
                        <a:pt x="5729570" y="907865"/>
                      </a:cubicBezTo>
                      <a:cubicBezTo>
                        <a:pt x="5741468" y="919765"/>
                        <a:pt x="5745434" y="927699"/>
                        <a:pt x="5757333" y="943566"/>
                      </a:cubicBezTo>
                      <a:cubicBezTo>
                        <a:pt x="5789061" y="979267"/>
                        <a:pt x="5824756" y="1022902"/>
                        <a:pt x="5856484" y="1058602"/>
                      </a:cubicBezTo>
                      <a:cubicBezTo>
                        <a:pt x="5884247" y="1094304"/>
                        <a:pt x="5908042" y="1122071"/>
                        <a:pt x="5908043" y="1133972"/>
                      </a:cubicBezTo>
                      <a:cubicBezTo>
                        <a:pt x="5908043" y="1133972"/>
                        <a:pt x="5908043" y="1133972"/>
                        <a:pt x="5908042" y="1137938"/>
                      </a:cubicBezTo>
                      <a:cubicBezTo>
                        <a:pt x="5908042" y="1137938"/>
                        <a:pt x="5908042" y="1137938"/>
                        <a:pt x="5912009" y="1141905"/>
                      </a:cubicBezTo>
                      <a:cubicBezTo>
                        <a:pt x="5915975" y="1141905"/>
                        <a:pt x="5915975" y="1145872"/>
                        <a:pt x="5915975" y="1149838"/>
                      </a:cubicBezTo>
                      <a:cubicBezTo>
                        <a:pt x="5915975" y="1149838"/>
                        <a:pt x="5915975" y="1149838"/>
                        <a:pt x="5912008" y="1145872"/>
                      </a:cubicBezTo>
                      <a:cubicBezTo>
                        <a:pt x="5912008" y="1145872"/>
                        <a:pt x="5912008" y="1145872"/>
                        <a:pt x="5908042" y="1141905"/>
                      </a:cubicBezTo>
                      <a:cubicBezTo>
                        <a:pt x="5915974" y="1157772"/>
                        <a:pt x="5927873" y="1173639"/>
                        <a:pt x="5935805" y="1185539"/>
                      </a:cubicBezTo>
                      <a:cubicBezTo>
                        <a:pt x="5931839" y="1189506"/>
                        <a:pt x="5939771" y="1205373"/>
                        <a:pt x="5931839" y="1205373"/>
                      </a:cubicBezTo>
                      <a:cubicBezTo>
                        <a:pt x="5987364" y="1280742"/>
                        <a:pt x="6007194" y="1344210"/>
                        <a:pt x="6054787" y="1391812"/>
                      </a:cubicBezTo>
                      <a:cubicBezTo>
                        <a:pt x="6078583" y="1443380"/>
                        <a:pt x="6078583" y="1479081"/>
                        <a:pt x="6110311" y="1530649"/>
                      </a:cubicBezTo>
                      <a:cubicBezTo>
                        <a:pt x="6110311" y="1534616"/>
                        <a:pt x="6114277" y="1546516"/>
                        <a:pt x="6118243" y="1550483"/>
                      </a:cubicBezTo>
                      <a:cubicBezTo>
                        <a:pt x="6130142" y="1574284"/>
                        <a:pt x="6146006" y="1606018"/>
                        <a:pt x="6157904" y="1633786"/>
                      </a:cubicBezTo>
                      <a:cubicBezTo>
                        <a:pt x="6169802" y="1661553"/>
                        <a:pt x="6177734" y="1693287"/>
                        <a:pt x="6177734" y="1709154"/>
                      </a:cubicBezTo>
                      <a:cubicBezTo>
                        <a:pt x="6169802" y="1705187"/>
                        <a:pt x="6161869" y="1689320"/>
                        <a:pt x="6153938" y="1669486"/>
                      </a:cubicBezTo>
                      <a:cubicBezTo>
                        <a:pt x="6149972" y="1649652"/>
                        <a:pt x="6142039" y="1629819"/>
                        <a:pt x="6134108" y="1621885"/>
                      </a:cubicBezTo>
                      <a:cubicBezTo>
                        <a:pt x="6130142" y="1609984"/>
                        <a:pt x="6130141" y="1602051"/>
                        <a:pt x="6130142" y="1590151"/>
                      </a:cubicBezTo>
                      <a:cubicBezTo>
                        <a:pt x="6114278" y="1554450"/>
                        <a:pt x="6106345" y="1542549"/>
                        <a:pt x="6090481" y="1514782"/>
                      </a:cubicBezTo>
                      <a:cubicBezTo>
                        <a:pt x="6098413" y="1518749"/>
                        <a:pt x="6086515" y="1498915"/>
                        <a:pt x="6082549" y="1487014"/>
                      </a:cubicBezTo>
                      <a:cubicBezTo>
                        <a:pt x="6078583" y="1483048"/>
                        <a:pt x="6066685" y="1471147"/>
                        <a:pt x="6074617" y="1487014"/>
                      </a:cubicBezTo>
                      <a:cubicBezTo>
                        <a:pt x="6058752" y="1459247"/>
                        <a:pt x="6038922" y="1423546"/>
                        <a:pt x="6019092" y="1383878"/>
                      </a:cubicBezTo>
                      <a:cubicBezTo>
                        <a:pt x="6003227" y="1348177"/>
                        <a:pt x="5979431" y="1308510"/>
                        <a:pt x="5959602" y="1272808"/>
                      </a:cubicBezTo>
                      <a:cubicBezTo>
                        <a:pt x="5959602" y="1272808"/>
                        <a:pt x="5955635" y="1264875"/>
                        <a:pt x="5963568" y="1264875"/>
                      </a:cubicBezTo>
                      <a:cubicBezTo>
                        <a:pt x="5935805" y="1221240"/>
                        <a:pt x="5923907" y="1197439"/>
                        <a:pt x="5900111" y="1181572"/>
                      </a:cubicBezTo>
                      <a:cubicBezTo>
                        <a:pt x="5888213" y="1157772"/>
                        <a:pt x="5876315" y="1145872"/>
                        <a:pt x="5868382" y="1130005"/>
                      </a:cubicBezTo>
                      <a:cubicBezTo>
                        <a:pt x="5860450" y="1122071"/>
                        <a:pt x="5868382" y="1133971"/>
                        <a:pt x="5864416" y="1133972"/>
                      </a:cubicBezTo>
                      <a:cubicBezTo>
                        <a:pt x="5852518" y="1118104"/>
                        <a:pt x="5840619" y="1102237"/>
                        <a:pt x="5828722" y="1086370"/>
                      </a:cubicBezTo>
                      <a:cubicBezTo>
                        <a:pt x="5840619" y="1086370"/>
                        <a:pt x="5828721" y="1074470"/>
                        <a:pt x="5824755" y="1066536"/>
                      </a:cubicBezTo>
                      <a:cubicBezTo>
                        <a:pt x="5828721" y="1058603"/>
                        <a:pt x="5844586" y="1070503"/>
                        <a:pt x="5860450" y="1078437"/>
                      </a:cubicBezTo>
                      <a:cubicBezTo>
                        <a:pt x="5856484" y="1058602"/>
                        <a:pt x="5804925" y="1014968"/>
                        <a:pt x="5789061" y="995134"/>
                      </a:cubicBezTo>
                      <a:cubicBezTo>
                        <a:pt x="5789061" y="999101"/>
                        <a:pt x="5789061" y="999101"/>
                        <a:pt x="5789061" y="999101"/>
                      </a:cubicBezTo>
                      <a:cubicBezTo>
                        <a:pt x="5793027" y="1003068"/>
                        <a:pt x="5793027" y="1007034"/>
                        <a:pt x="5793027" y="1007034"/>
                      </a:cubicBezTo>
                      <a:cubicBezTo>
                        <a:pt x="5789061" y="1003068"/>
                        <a:pt x="5785095" y="1003068"/>
                        <a:pt x="5785095" y="999101"/>
                      </a:cubicBezTo>
                      <a:cubicBezTo>
                        <a:pt x="5781129" y="1003068"/>
                        <a:pt x="5757332" y="975300"/>
                        <a:pt x="5765264" y="975300"/>
                      </a:cubicBezTo>
                      <a:cubicBezTo>
                        <a:pt x="5761299" y="975300"/>
                        <a:pt x="5761299" y="975300"/>
                        <a:pt x="5757332" y="971334"/>
                      </a:cubicBezTo>
                      <a:cubicBezTo>
                        <a:pt x="5757332" y="971334"/>
                        <a:pt x="5757332" y="971334"/>
                        <a:pt x="5757333" y="967367"/>
                      </a:cubicBezTo>
                      <a:cubicBezTo>
                        <a:pt x="5757333" y="967367"/>
                        <a:pt x="5757333" y="963400"/>
                        <a:pt x="5757333" y="963400"/>
                      </a:cubicBezTo>
                      <a:cubicBezTo>
                        <a:pt x="5757333" y="963400"/>
                        <a:pt x="5757333" y="963400"/>
                        <a:pt x="5761298" y="967367"/>
                      </a:cubicBezTo>
                      <a:cubicBezTo>
                        <a:pt x="5737503" y="939599"/>
                        <a:pt x="5753366" y="963400"/>
                        <a:pt x="5749401" y="967367"/>
                      </a:cubicBezTo>
                      <a:cubicBezTo>
                        <a:pt x="5745435" y="971333"/>
                        <a:pt x="5737502" y="963400"/>
                        <a:pt x="5737502" y="963400"/>
                      </a:cubicBezTo>
                      <a:cubicBezTo>
                        <a:pt x="5733536" y="967367"/>
                        <a:pt x="5753367" y="991167"/>
                        <a:pt x="5741469" y="983234"/>
                      </a:cubicBezTo>
                      <a:cubicBezTo>
                        <a:pt x="5729571" y="975300"/>
                        <a:pt x="5717672" y="967367"/>
                        <a:pt x="5705773" y="955466"/>
                      </a:cubicBezTo>
                      <a:cubicBezTo>
                        <a:pt x="5697842" y="943566"/>
                        <a:pt x="5685944" y="935633"/>
                        <a:pt x="5674045" y="919765"/>
                      </a:cubicBezTo>
                      <a:cubicBezTo>
                        <a:pt x="5678011" y="911832"/>
                        <a:pt x="5697842" y="931666"/>
                        <a:pt x="5705774" y="935633"/>
                      </a:cubicBezTo>
                      <a:cubicBezTo>
                        <a:pt x="5713706" y="931666"/>
                        <a:pt x="5697841" y="919765"/>
                        <a:pt x="5697842" y="915799"/>
                      </a:cubicBezTo>
                      <a:cubicBezTo>
                        <a:pt x="5689910" y="911832"/>
                        <a:pt x="5681977" y="899931"/>
                        <a:pt x="5678012" y="899931"/>
                      </a:cubicBezTo>
                      <a:cubicBezTo>
                        <a:pt x="5622487" y="836463"/>
                        <a:pt x="5566962" y="804729"/>
                        <a:pt x="5523336" y="749194"/>
                      </a:cubicBezTo>
                      <a:cubicBezTo>
                        <a:pt x="5515403" y="741261"/>
                        <a:pt x="5503505" y="733327"/>
                        <a:pt x="5495573" y="725393"/>
                      </a:cubicBezTo>
                      <a:cubicBezTo>
                        <a:pt x="5475743" y="705559"/>
                        <a:pt x="5479709" y="709526"/>
                        <a:pt x="5455913" y="689692"/>
                      </a:cubicBezTo>
                      <a:cubicBezTo>
                        <a:pt x="5451947" y="685725"/>
                        <a:pt x="5447980" y="685725"/>
                        <a:pt x="5447981" y="689692"/>
                      </a:cubicBezTo>
                      <a:cubicBezTo>
                        <a:pt x="5416252" y="665892"/>
                        <a:pt x="5396422" y="650024"/>
                        <a:pt x="5376591" y="634157"/>
                      </a:cubicBezTo>
                      <a:cubicBezTo>
                        <a:pt x="5356762" y="618290"/>
                        <a:pt x="5340897" y="602423"/>
                        <a:pt x="5317100" y="582589"/>
                      </a:cubicBezTo>
                      <a:cubicBezTo>
                        <a:pt x="5305203" y="578622"/>
                        <a:pt x="5317101" y="590523"/>
                        <a:pt x="5313135" y="598456"/>
                      </a:cubicBezTo>
                      <a:cubicBezTo>
                        <a:pt x="5305202" y="594490"/>
                        <a:pt x="5305202" y="594490"/>
                        <a:pt x="5301237" y="594489"/>
                      </a:cubicBezTo>
                      <a:cubicBezTo>
                        <a:pt x="5277440" y="578622"/>
                        <a:pt x="5273474" y="570689"/>
                        <a:pt x="5249678" y="554822"/>
                      </a:cubicBezTo>
                      <a:cubicBezTo>
                        <a:pt x="5249678" y="550855"/>
                        <a:pt x="5253644" y="550855"/>
                        <a:pt x="5249677" y="546888"/>
                      </a:cubicBezTo>
                      <a:cubicBezTo>
                        <a:pt x="5253644" y="546888"/>
                        <a:pt x="5257610" y="542921"/>
                        <a:pt x="5273474" y="554822"/>
                      </a:cubicBezTo>
                      <a:cubicBezTo>
                        <a:pt x="5257610" y="538955"/>
                        <a:pt x="5229847" y="519121"/>
                        <a:pt x="5206051" y="503254"/>
                      </a:cubicBezTo>
                      <a:cubicBezTo>
                        <a:pt x="5178289" y="487386"/>
                        <a:pt x="5154492" y="471519"/>
                        <a:pt x="5142594" y="455652"/>
                      </a:cubicBezTo>
                      <a:cubicBezTo>
                        <a:pt x="5091036" y="431852"/>
                        <a:pt x="5063273" y="408051"/>
                        <a:pt x="5015681" y="380283"/>
                      </a:cubicBezTo>
                      <a:cubicBezTo>
                        <a:pt x="4991884" y="372350"/>
                        <a:pt x="5027579" y="396151"/>
                        <a:pt x="5007749" y="392184"/>
                      </a:cubicBezTo>
                      <a:cubicBezTo>
                        <a:pt x="4999817" y="384250"/>
                        <a:pt x="4995850" y="388217"/>
                        <a:pt x="4983952" y="380284"/>
                      </a:cubicBezTo>
                      <a:cubicBezTo>
                        <a:pt x="4991884" y="376317"/>
                        <a:pt x="4976020" y="364416"/>
                        <a:pt x="4991884" y="364416"/>
                      </a:cubicBezTo>
                      <a:cubicBezTo>
                        <a:pt x="4979986" y="352516"/>
                        <a:pt x="4940325" y="332682"/>
                        <a:pt x="4916529" y="328715"/>
                      </a:cubicBezTo>
                      <a:cubicBezTo>
                        <a:pt x="4853072" y="285081"/>
                        <a:pt x="4777718" y="253346"/>
                        <a:pt x="4674600" y="213679"/>
                      </a:cubicBezTo>
                      <a:cubicBezTo>
                        <a:pt x="4698397" y="209712"/>
                        <a:pt x="4730125" y="221612"/>
                        <a:pt x="4761853" y="229546"/>
                      </a:cubicBezTo>
                      <a:cubicBezTo>
                        <a:pt x="4797548" y="249380"/>
                        <a:pt x="4857039" y="273180"/>
                        <a:pt x="4900665" y="289047"/>
                      </a:cubicBezTo>
                      <a:cubicBezTo>
                        <a:pt x="4896699" y="289048"/>
                        <a:pt x="4892733" y="285081"/>
                        <a:pt x="4892733" y="285081"/>
                      </a:cubicBezTo>
                      <a:cubicBezTo>
                        <a:pt x="4896699" y="281114"/>
                        <a:pt x="4900665" y="281114"/>
                        <a:pt x="4904631" y="285081"/>
                      </a:cubicBezTo>
                      <a:cubicBezTo>
                        <a:pt x="4904631" y="285081"/>
                        <a:pt x="4904631" y="285081"/>
                        <a:pt x="4908597" y="285081"/>
                      </a:cubicBezTo>
                      <a:cubicBezTo>
                        <a:pt x="4864970" y="261280"/>
                        <a:pt x="4817378" y="245413"/>
                        <a:pt x="4785650" y="217645"/>
                      </a:cubicBezTo>
                      <a:cubicBezTo>
                        <a:pt x="4757887" y="209712"/>
                        <a:pt x="4718227" y="197812"/>
                        <a:pt x="4722193" y="185911"/>
                      </a:cubicBezTo>
                      <a:close/>
                      <a:moveTo>
                        <a:pt x="1947650" y="777856"/>
                      </a:moveTo>
                      <a:lnTo>
                        <a:pt x="1935362" y="791245"/>
                      </a:lnTo>
                      <a:cubicBezTo>
                        <a:pt x="1928321" y="796870"/>
                        <a:pt x="1920035" y="802172"/>
                        <a:pt x="1909737" y="809082"/>
                      </a:cubicBezTo>
                      <a:cubicBezTo>
                        <a:pt x="1913279" y="803615"/>
                        <a:pt x="1908774" y="804578"/>
                        <a:pt x="1904271" y="805540"/>
                      </a:cubicBezTo>
                      <a:cubicBezTo>
                        <a:pt x="1882713" y="814856"/>
                        <a:pt x="1864041" y="837684"/>
                        <a:pt x="1846987" y="846036"/>
                      </a:cubicBezTo>
                      <a:cubicBezTo>
                        <a:pt x="1846987" y="846036"/>
                        <a:pt x="1850529" y="840570"/>
                        <a:pt x="1850529" y="840570"/>
                      </a:cubicBezTo>
                      <a:cubicBezTo>
                        <a:pt x="1820925" y="856314"/>
                        <a:pt x="1797750" y="880104"/>
                        <a:pt x="1787779" y="877524"/>
                      </a:cubicBezTo>
                      <a:cubicBezTo>
                        <a:pt x="1787779" y="877524"/>
                        <a:pt x="1788741" y="882029"/>
                        <a:pt x="1784238" y="882991"/>
                      </a:cubicBezTo>
                      <a:cubicBezTo>
                        <a:pt x="1773612" y="899390"/>
                        <a:pt x="1793246" y="881066"/>
                        <a:pt x="1797750" y="880104"/>
                      </a:cubicBezTo>
                      <a:cubicBezTo>
                        <a:pt x="1785681" y="889746"/>
                        <a:pt x="1777154" y="893923"/>
                        <a:pt x="1770316" y="897739"/>
                      </a:cubicBezTo>
                      <a:lnTo>
                        <a:pt x="1753457" y="912815"/>
                      </a:lnTo>
                      <a:lnTo>
                        <a:pt x="1753020" y="913030"/>
                      </a:lnTo>
                      <a:lnTo>
                        <a:pt x="1753224" y="903157"/>
                      </a:lnTo>
                      <a:cubicBezTo>
                        <a:pt x="1752863" y="901468"/>
                        <a:pt x="1750611" y="901949"/>
                        <a:pt x="1742083" y="906126"/>
                      </a:cubicBezTo>
                      <a:cubicBezTo>
                        <a:pt x="1740794" y="911111"/>
                        <a:pt x="1742401" y="913123"/>
                        <a:pt x="1743445" y="915254"/>
                      </a:cubicBezTo>
                      <a:lnTo>
                        <a:pt x="1742879" y="918021"/>
                      </a:lnTo>
                      <a:lnTo>
                        <a:pt x="1735613" y="921596"/>
                      </a:lnTo>
                      <a:cubicBezTo>
                        <a:pt x="1713871" y="930519"/>
                        <a:pt x="1691059" y="937592"/>
                        <a:pt x="1666447" y="941384"/>
                      </a:cubicBezTo>
                      <a:cubicBezTo>
                        <a:pt x="1683297" y="910409"/>
                        <a:pt x="1705611" y="895863"/>
                        <a:pt x="1730595" y="884660"/>
                      </a:cubicBezTo>
                      <a:cubicBezTo>
                        <a:pt x="1789914" y="860254"/>
                        <a:pt x="1846962" y="834378"/>
                        <a:pt x="1900144" y="799552"/>
                      </a:cubicBezTo>
                      <a:cubicBezTo>
                        <a:pt x="1910366" y="792479"/>
                        <a:pt x="1921080" y="787135"/>
                        <a:pt x="1932099" y="782795"/>
                      </a:cubicBezTo>
                      <a:close/>
                      <a:moveTo>
                        <a:pt x="2248188" y="634910"/>
                      </a:moveTo>
                      <a:lnTo>
                        <a:pt x="2249855" y="637515"/>
                      </a:lnTo>
                      <a:cubicBezTo>
                        <a:pt x="2249855" y="637515"/>
                        <a:pt x="2245351" y="638477"/>
                        <a:pt x="2245351" y="638477"/>
                      </a:cubicBezTo>
                      <a:cubicBezTo>
                        <a:pt x="2240848" y="639439"/>
                        <a:pt x="2236343" y="640402"/>
                        <a:pt x="2237306" y="644906"/>
                      </a:cubicBezTo>
                      <a:cubicBezTo>
                        <a:pt x="2237306" y="644906"/>
                        <a:pt x="2237306" y="644906"/>
                        <a:pt x="2241810" y="643944"/>
                      </a:cubicBezTo>
                      <a:cubicBezTo>
                        <a:pt x="2246313" y="642981"/>
                        <a:pt x="2246313" y="642981"/>
                        <a:pt x="2246313" y="642981"/>
                      </a:cubicBezTo>
                      <a:cubicBezTo>
                        <a:pt x="2214785" y="649717"/>
                        <a:pt x="2158157" y="671235"/>
                        <a:pt x="2139485" y="694062"/>
                      </a:cubicBezTo>
                      <a:cubicBezTo>
                        <a:pt x="2129352" y="696227"/>
                        <a:pt x="2118050" y="699820"/>
                        <a:pt x="2105648" y="704456"/>
                      </a:cubicBezTo>
                      <a:lnTo>
                        <a:pt x="2080196" y="714942"/>
                      </a:lnTo>
                      <a:lnTo>
                        <a:pt x="2084254" y="709377"/>
                      </a:lnTo>
                      <a:cubicBezTo>
                        <a:pt x="2090808" y="694289"/>
                        <a:pt x="2105370" y="689222"/>
                        <a:pt x="2119532" y="682286"/>
                      </a:cubicBezTo>
                      <a:close/>
                      <a:moveTo>
                        <a:pt x="2411064" y="586743"/>
                      </a:moveTo>
                      <a:lnTo>
                        <a:pt x="2413620" y="588398"/>
                      </a:lnTo>
                      <a:cubicBezTo>
                        <a:pt x="2404611" y="590323"/>
                        <a:pt x="2395603" y="592248"/>
                        <a:pt x="2392061" y="597714"/>
                      </a:cubicBezTo>
                      <a:cubicBezTo>
                        <a:pt x="2387558" y="598676"/>
                        <a:pt x="2378549" y="600601"/>
                        <a:pt x="2374045" y="601563"/>
                      </a:cubicBezTo>
                      <a:cubicBezTo>
                        <a:pt x="2360533" y="604450"/>
                        <a:pt x="2351525" y="606375"/>
                        <a:pt x="2338013" y="609261"/>
                      </a:cubicBezTo>
                      <a:cubicBezTo>
                        <a:pt x="2315492" y="614073"/>
                        <a:pt x="2299400" y="626930"/>
                        <a:pt x="2275917" y="627238"/>
                      </a:cubicBezTo>
                      <a:lnTo>
                        <a:pt x="2276204" y="626130"/>
                      </a:lnTo>
                      <a:lnTo>
                        <a:pt x="2387086" y="592524"/>
                      </a:lnTo>
                      <a:close/>
                      <a:moveTo>
                        <a:pt x="2522905" y="559776"/>
                      </a:moveTo>
                      <a:lnTo>
                        <a:pt x="2540871" y="556503"/>
                      </a:lnTo>
                      <a:lnTo>
                        <a:pt x="2502340" y="564735"/>
                      </a:lnTo>
                      <a:close/>
                      <a:moveTo>
                        <a:pt x="2659387" y="432280"/>
                      </a:moveTo>
                      <a:lnTo>
                        <a:pt x="2798433" y="411539"/>
                      </a:lnTo>
                      <a:lnTo>
                        <a:pt x="2817780" y="409701"/>
                      </a:lnTo>
                      <a:cubicBezTo>
                        <a:pt x="2861544" y="406863"/>
                        <a:pt x="2905643" y="405324"/>
                        <a:pt x="2950086" y="405117"/>
                      </a:cubicBezTo>
                      <a:cubicBezTo>
                        <a:pt x="2973528" y="404997"/>
                        <a:pt x="2986083" y="404270"/>
                        <a:pt x="2996187" y="398934"/>
                      </a:cubicBezTo>
                      <a:lnTo>
                        <a:pt x="3005378" y="391284"/>
                      </a:lnTo>
                      <a:lnTo>
                        <a:pt x="3093771" y="385395"/>
                      </a:lnTo>
                      <a:cubicBezTo>
                        <a:pt x="3382401" y="377891"/>
                        <a:pt x="3667463" y="417068"/>
                        <a:pt x="3939070" y="497975"/>
                      </a:cubicBezTo>
                      <a:cubicBezTo>
                        <a:pt x="3930063" y="499900"/>
                        <a:pt x="3924596" y="496358"/>
                        <a:pt x="3925558" y="500862"/>
                      </a:cubicBezTo>
                      <a:cubicBezTo>
                        <a:pt x="3962860" y="521150"/>
                        <a:pt x="3970907" y="514722"/>
                        <a:pt x="4005322" y="521498"/>
                      </a:cubicBezTo>
                      <a:cubicBezTo>
                        <a:pt x="4035233" y="529237"/>
                        <a:pt x="4070611" y="540516"/>
                        <a:pt x="4101485" y="552759"/>
                      </a:cubicBezTo>
                      <a:cubicBezTo>
                        <a:pt x="4107913" y="560806"/>
                        <a:pt x="4148757" y="575627"/>
                        <a:pt x="4157765" y="573703"/>
                      </a:cubicBezTo>
                      <a:cubicBezTo>
                        <a:pt x="4158727" y="578207"/>
                        <a:pt x="4158727" y="578207"/>
                        <a:pt x="4158727" y="578207"/>
                      </a:cubicBezTo>
                      <a:cubicBezTo>
                        <a:pt x="4163231" y="577244"/>
                        <a:pt x="4163231" y="577244"/>
                        <a:pt x="4163231" y="577244"/>
                      </a:cubicBezTo>
                      <a:cubicBezTo>
                        <a:pt x="4164194" y="581748"/>
                        <a:pt x="4164194" y="581748"/>
                        <a:pt x="4168698" y="580786"/>
                      </a:cubicBezTo>
                      <a:cubicBezTo>
                        <a:pt x="4173202" y="579823"/>
                        <a:pt x="4173202" y="579823"/>
                        <a:pt x="4178668" y="583366"/>
                      </a:cubicBezTo>
                      <a:cubicBezTo>
                        <a:pt x="4184135" y="586908"/>
                        <a:pt x="4199571" y="593029"/>
                        <a:pt x="4204075" y="592066"/>
                      </a:cubicBezTo>
                      <a:cubicBezTo>
                        <a:pt x="4230445" y="605271"/>
                        <a:pt x="4256814" y="618476"/>
                        <a:pt x="4286726" y="626215"/>
                      </a:cubicBezTo>
                      <a:cubicBezTo>
                        <a:pt x="4297658" y="633298"/>
                        <a:pt x="4308591" y="640382"/>
                        <a:pt x="4318562" y="642961"/>
                      </a:cubicBezTo>
                      <a:cubicBezTo>
                        <a:pt x="4344931" y="656166"/>
                        <a:pt x="4371300" y="669371"/>
                        <a:pt x="4392203" y="679034"/>
                      </a:cubicBezTo>
                      <a:cubicBezTo>
                        <a:pt x="4392203" y="679034"/>
                        <a:pt x="4387699" y="679996"/>
                        <a:pt x="4387699" y="679996"/>
                      </a:cubicBezTo>
                      <a:cubicBezTo>
                        <a:pt x="4393166" y="683538"/>
                        <a:pt x="4398632" y="687079"/>
                        <a:pt x="4403136" y="686117"/>
                      </a:cubicBezTo>
                      <a:cubicBezTo>
                        <a:pt x="4715065" y="845537"/>
                        <a:pt x="4998005" y="1067667"/>
                        <a:pt x="5230091" y="1338337"/>
                      </a:cubicBezTo>
                      <a:cubicBezTo>
                        <a:pt x="5485311" y="1651162"/>
                        <a:pt x="5672621" y="2020882"/>
                        <a:pt x="5771121" y="2437834"/>
                      </a:cubicBezTo>
                      <a:cubicBezTo>
                        <a:pt x="5766617" y="2438796"/>
                        <a:pt x="5766617" y="2438796"/>
                        <a:pt x="5762112" y="2439759"/>
                      </a:cubicBezTo>
                      <a:cubicBezTo>
                        <a:pt x="5744137" y="2377664"/>
                        <a:pt x="5711338" y="2356413"/>
                        <a:pt x="5684663" y="2319726"/>
                      </a:cubicBezTo>
                      <a:cubicBezTo>
                        <a:pt x="5684663" y="2319726"/>
                        <a:pt x="5682083" y="2329696"/>
                        <a:pt x="5684007" y="2338705"/>
                      </a:cubicBezTo>
                      <a:cubicBezTo>
                        <a:pt x="5671150" y="2322613"/>
                        <a:pt x="5667956" y="2285618"/>
                        <a:pt x="5657678" y="2259556"/>
                      </a:cubicBezTo>
                      <a:cubicBezTo>
                        <a:pt x="5643859" y="2238961"/>
                        <a:pt x="5622648" y="2205815"/>
                        <a:pt x="5622648" y="2205815"/>
                      </a:cubicBezTo>
                      <a:cubicBezTo>
                        <a:pt x="5614602" y="2212244"/>
                        <a:pt x="5618451" y="2230260"/>
                        <a:pt x="5623262" y="2252780"/>
                      </a:cubicBezTo>
                      <a:cubicBezTo>
                        <a:pt x="5618758" y="2253742"/>
                        <a:pt x="5617796" y="2249238"/>
                        <a:pt x="5617796" y="2249238"/>
                      </a:cubicBezTo>
                      <a:cubicBezTo>
                        <a:pt x="5616834" y="2244735"/>
                        <a:pt x="5616834" y="2244735"/>
                        <a:pt x="5616834" y="2244735"/>
                      </a:cubicBezTo>
                      <a:cubicBezTo>
                        <a:pt x="5616834" y="2244735"/>
                        <a:pt x="5615871" y="2240230"/>
                        <a:pt x="5615871" y="2240230"/>
                      </a:cubicBezTo>
                      <a:cubicBezTo>
                        <a:pt x="5615871" y="2240230"/>
                        <a:pt x="5614909" y="2235726"/>
                        <a:pt x="5613947" y="2231223"/>
                      </a:cubicBezTo>
                      <a:cubicBezTo>
                        <a:pt x="5609443" y="2232185"/>
                        <a:pt x="5609443" y="2232185"/>
                        <a:pt x="5610406" y="2236688"/>
                      </a:cubicBezTo>
                      <a:cubicBezTo>
                        <a:pt x="5610406" y="2236688"/>
                        <a:pt x="5611368" y="2241193"/>
                        <a:pt x="5611368" y="2241193"/>
                      </a:cubicBezTo>
                      <a:cubicBezTo>
                        <a:pt x="5612330" y="2245697"/>
                        <a:pt x="5612330" y="2245697"/>
                        <a:pt x="5612330" y="2245697"/>
                      </a:cubicBezTo>
                      <a:cubicBezTo>
                        <a:pt x="5597549" y="2220596"/>
                        <a:pt x="5605247" y="2256629"/>
                        <a:pt x="5610713" y="2260171"/>
                      </a:cubicBezTo>
                      <a:cubicBezTo>
                        <a:pt x="5611675" y="2264674"/>
                        <a:pt x="5616179" y="2263712"/>
                        <a:pt x="5616179" y="2263712"/>
                      </a:cubicBezTo>
                      <a:cubicBezTo>
                        <a:pt x="5616179" y="2263712"/>
                        <a:pt x="5615217" y="2259209"/>
                        <a:pt x="5615217" y="2259209"/>
                      </a:cubicBezTo>
                      <a:cubicBezTo>
                        <a:pt x="5618758" y="2253742"/>
                        <a:pt x="5618758" y="2253742"/>
                        <a:pt x="5618758" y="2253742"/>
                      </a:cubicBezTo>
                      <a:cubicBezTo>
                        <a:pt x="5618758" y="2253742"/>
                        <a:pt x="5620683" y="2262750"/>
                        <a:pt x="5621645" y="2267254"/>
                      </a:cubicBezTo>
                      <a:cubicBezTo>
                        <a:pt x="5622607" y="2271759"/>
                        <a:pt x="5622607" y="2271759"/>
                        <a:pt x="5622607" y="2271759"/>
                      </a:cubicBezTo>
                      <a:cubicBezTo>
                        <a:pt x="5629343" y="2303287"/>
                        <a:pt x="5625147" y="2327732"/>
                        <a:pt x="5607785" y="2312602"/>
                      </a:cubicBezTo>
                      <a:cubicBezTo>
                        <a:pt x="5602974" y="2290082"/>
                        <a:pt x="5598470" y="2291044"/>
                        <a:pt x="5591734" y="2259516"/>
                      </a:cubicBezTo>
                      <a:cubicBezTo>
                        <a:pt x="5581764" y="2256936"/>
                        <a:pt x="5585613" y="2274952"/>
                        <a:pt x="5577568" y="2281381"/>
                      </a:cubicBezTo>
                      <a:cubicBezTo>
                        <a:pt x="5555394" y="2243732"/>
                        <a:pt x="5531951" y="2178095"/>
                        <a:pt x="5509432" y="2182907"/>
                      </a:cubicBezTo>
                      <a:cubicBezTo>
                        <a:pt x="5509432" y="2182907"/>
                        <a:pt x="5508469" y="2178402"/>
                        <a:pt x="5508469" y="2178402"/>
                      </a:cubicBezTo>
                      <a:cubicBezTo>
                        <a:pt x="5508469" y="2178402"/>
                        <a:pt x="5506545" y="2169395"/>
                        <a:pt x="5506545" y="2169395"/>
                      </a:cubicBezTo>
                      <a:cubicBezTo>
                        <a:pt x="5501079" y="2165852"/>
                        <a:pt x="5500117" y="2161349"/>
                        <a:pt x="5501079" y="2165852"/>
                      </a:cubicBezTo>
                      <a:cubicBezTo>
                        <a:pt x="5494650" y="2157807"/>
                        <a:pt x="5491764" y="2144295"/>
                        <a:pt x="5476981" y="2119196"/>
                      </a:cubicBezTo>
                      <a:cubicBezTo>
                        <a:pt x="5470553" y="2111149"/>
                        <a:pt x="5469591" y="2106645"/>
                        <a:pt x="5468629" y="2102141"/>
                      </a:cubicBezTo>
                      <a:cubicBezTo>
                        <a:pt x="5468629" y="2102141"/>
                        <a:pt x="5463162" y="2098599"/>
                        <a:pt x="5463162" y="2098599"/>
                      </a:cubicBezTo>
                      <a:cubicBezTo>
                        <a:pt x="5462200" y="2094096"/>
                        <a:pt x="5462200" y="2094096"/>
                        <a:pt x="5462200" y="2094096"/>
                      </a:cubicBezTo>
                      <a:cubicBezTo>
                        <a:pt x="5461238" y="2089591"/>
                        <a:pt x="5457696" y="2095058"/>
                        <a:pt x="5457696" y="2095058"/>
                      </a:cubicBezTo>
                      <a:cubicBezTo>
                        <a:pt x="5456733" y="2090554"/>
                        <a:pt x="5456733" y="2090554"/>
                        <a:pt x="5456733" y="2090554"/>
                      </a:cubicBezTo>
                      <a:cubicBezTo>
                        <a:pt x="5452230" y="2091516"/>
                        <a:pt x="5448381" y="2073499"/>
                        <a:pt x="5443876" y="2074462"/>
                      </a:cubicBezTo>
                      <a:cubicBezTo>
                        <a:pt x="5453192" y="2096020"/>
                        <a:pt x="5444839" y="2078966"/>
                        <a:pt x="5442259" y="2088936"/>
                      </a:cubicBezTo>
                      <a:cubicBezTo>
                        <a:pt x="5431981" y="2062874"/>
                        <a:pt x="5439679" y="2098907"/>
                        <a:pt x="5431327" y="2081853"/>
                      </a:cubicBezTo>
                      <a:cubicBezTo>
                        <a:pt x="5421049" y="2055791"/>
                        <a:pt x="5416544" y="2056754"/>
                        <a:pt x="5418162" y="2042279"/>
                      </a:cubicBezTo>
                      <a:cubicBezTo>
                        <a:pt x="5404650" y="2045166"/>
                        <a:pt x="5382169" y="1984034"/>
                        <a:pt x="5359035" y="1941880"/>
                      </a:cubicBezTo>
                      <a:cubicBezTo>
                        <a:pt x="5358072" y="1937376"/>
                        <a:pt x="5351643" y="1929330"/>
                        <a:pt x="5344253" y="1916780"/>
                      </a:cubicBezTo>
                      <a:cubicBezTo>
                        <a:pt x="5322081" y="1879131"/>
                        <a:pt x="5307299" y="1854031"/>
                        <a:pt x="5293479" y="1833435"/>
                      </a:cubicBezTo>
                      <a:cubicBezTo>
                        <a:pt x="5287051" y="1825389"/>
                        <a:pt x="5292517" y="1828931"/>
                        <a:pt x="5290593" y="1819923"/>
                      </a:cubicBezTo>
                      <a:cubicBezTo>
                        <a:pt x="5286088" y="1820885"/>
                        <a:pt x="5280622" y="1817343"/>
                        <a:pt x="5279659" y="1812840"/>
                      </a:cubicBezTo>
                      <a:cubicBezTo>
                        <a:pt x="5278697" y="1808335"/>
                        <a:pt x="5290593" y="1819923"/>
                        <a:pt x="5283202" y="1807373"/>
                      </a:cubicBezTo>
                      <a:cubicBezTo>
                        <a:pt x="5264878" y="1787739"/>
                        <a:pt x="5268419" y="1782274"/>
                        <a:pt x="5242706" y="1750090"/>
                      </a:cubicBezTo>
                      <a:cubicBezTo>
                        <a:pt x="5251713" y="1748165"/>
                        <a:pt x="5251713" y="1748165"/>
                        <a:pt x="5251713" y="1748165"/>
                      </a:cubicBezTo>
                      <a:cubicBezTo>
                        <a:pt x="5237894" y="1727570"/>
                        <a:pt x="5231465" y="1719524"/>
                        <a:pt x="5235314" y="1737540"/>
                      </a:cubicBezTo>
                      <a:cubicBezTo>
                        <a:pt x="5223419" y="1725953"/>
                        <a:pt x="5231465" y="1719524"/>
                        <a:pt x="5215066" y="1708898"/>
                      </a:cubicBezTo>
                      <a:cubicBezTo>
                        <a:pt x="5220532" y="1712441"/>
                        <a:pt x="5219570" y="1707936"/>
                        <a:pt x="5214104" y="1704395"/>
                      </a:cubicBezTo>
                      <a:cubicBezTo>
                        <a:pt x="5218608" y="1703433"/>
                        <a:pt x="5218608" y="1703433"/>
                        <a:pt x="5218608" y="1703433"/>
                      </a:cubicBezTo>
                      <a:cubicBezTo>
                        <a:pt x="5224074" y="1706974"/>
                        <a:pt x="5223112" y="1702470"/>
                        <a:pt x="5223112" y="1702470"/>
                      </a:cubicBezTo>
                      <a:cubicBezTo>
                        <a:pt x="5222150" y="1697966"/>
                        <a:pt x="5222150" y="1697966"/>
                        <a:pt x="5222150" y="1697966"/>
                      </a:cubicBezTo>
                      <a:cubicBezTo>
                        <a:pt x="5235008" y="1714058"/>
                        <a:pt x="5224729" y="1687995"/>
                        <a:pt x="5212834" y="1676408"/>
                      </a:cubicBezTo>
                      <a:cubicBezTo>
                        <a:pt x="5217338" y="1675445"/>
                        <a:pt x="5217338" y="1675445"/>
                        <a:pt x="5217338" y="1675445"/>
                      </a:cubicBezTo>
                      <a:cubicBezTo>
                        <a:pt x="5217338" y="1675445"/>
                        <a:pt x="5217338" y="1675445"/>
                        <a:pt x="5216376" y="1670942"/>
                      </a:cubicBezTo>
                      <a:cubicBezTo>
                        <a:pt x="5216376" y="1670942"/>
                        <a:pt x="5210910" y="1667400"/>
                        <a:pt x="5210910" y="1667400"/>
                      </a:cubicBezTo>
                      <a:cubicBezTo>
                        <a:pt x="5197090" y="1646805"/>
                        <a:pt x="5176842" y="1618163"/>
                        <a:pt x="5156595" y="1589521"/>
                      </a:cubicBezTo>
                      <a:cubicBezTo>
                        <a:pt x="5131842" y="1561842"/>
                        <a:pt x="5107090" y="1534163"/>
                        <a:pt x="5088767" y="1514530"/>
                      </a:cubicBezTo>
                      <a:cubicBezTo>
                        <a:pt x="5080413" y="1497476"/>
                        <a:pt x="5056623" y="1474300"/>
                        <a:pt x="5031871" y="1446621"/>
                      </a:cubicBezTo>
                      <a:cubicBezTo>
                        <a:pt x="5012585" y="1422484"/>
                        <a:pt x="4987833" y="1394804"/>
                        <a:pt x="4977555" y="1368743"/>
                      </a:cubicBezTo>
                      <a:cubicBezTo>
                        <a:pt x="4967585" y="1366163"/>
                        <a:pt x="4955689" y="1354576"/>
                        <a:pt x="4950224" y="1351033"/>
                      </a:cubicBezTo>
                      <a:cubicBezTo>
                        <a:pt x="4950224" y="1351033"/>
                        <a:pt x="4949261" y="1346529"/>
                        <a:pt x="4949261" y="1346529"/>
                      </a:cubicBezTo>
                      <a:cubicBezTo>
                        <a:pt x="4943795" y="1342988"/>
                        <a:pt x="4943795" y="1342988"/>
                        <a:pt x="4942833" y="1338484"/>
                      </a:cubicBezTo>
                      <a:cubicBezTo>
                        <a:pt x="4938328" y="1339446"/>
                        <a:pt x="4938328" y="1339446"/>
                        <a:pt x="4939291" y="1343950"/>
                      </a:cubicBezTo>
                      <a:cubicBezTo>
                        <a:pt x="4894290" y="1287629"/>
                        <a:pt x="4813913" y="1220029"/>
                        <a:pt x="4736115" y="1142457"/>
                      </a:cubicBezTo>
                      <a:cubicBezTo>
                        <a:pt x="4736115" y="1142457"/>
                        <a:pt x="4736115" y="1142457"/>
                        <a:pt x="4735152" y="1137953"/>
                      </a:cubicBezTo>
                      <a:cubicBezTo>
                        <a:pt x="4748664" y="1135066"/>
                        <a:pt x="4747047" y="1149540"/>
                        <a:pt x="4778882" y="1166287"/>
                      </a:cubicBezTo>
                      <a:cubicBezTo>
                        <a:pt x="4775341" y="1171753"/>
                        <a:pt x="4776303" y="1176257"/>
                        <a:pt x="4782731" y="1184304"/>
                      </a:cubicBezTo>
                      <a:cubicBezTo>
                        <a:pt x="4788198" y="1187845"/>
                        <a:pt x="4804597" y="1198470"/>
                        <a:pt x="4821959" y="1213600"/>
                      </a:cubicBezTo>
                      <a:cubicBezTo>
                        <a:pt x="4839320" y="1228729"/>
                        <a:pt x="4856681" y="1243859"/>
                        <a:pt x="4857643" y="1248362"/>
                      </a:cubicBezTo>
                      <a:cubicBezTo>
                        <a:pt x="4869538" y="1259950"/>
                        <a:pt x="4893328" y="1283126"/>
                        <a:pt x="4916156" y="1301797"/>
                      </a:cubicBezTo>
                      <a:cubicBezTo>
                        <a:pt x="4934479" y="1321429"/>
                        <a:pt x="4952803" y="1341064"/>
                        <a:pt x="4953765" y="1345567"/>
                      </a:cubicBezTo>
                      <a:cubicBezTo>
                        <a:pt x="4969202" y="1351689"/>
                        <a:pt x="4990413" y="1384834"/>
                        <a:pt x="5006812" y="1395460"/>
                      </a:cubicBezTo>
                      <a:cubicBezTo>
                        <a:pt x="5006812" y="1395460"/>
                        <a:pt x="5007774" y="1399963"/>
                        <a:pt x="5007774" y="1399963"/>
                      </a:cubicBezTo>
                      <a:cubicBezTo>
                        <a:pt x="5008736" y="1404467"/>
                        <a:pt x="5008736" y="1404467"/>
                        <a:pt x="5008736" y="1404467"/>
                      </a:cubicBezTo>
                      <a:cubicBezTo>
                        <a:pt x="5008736" y="1404467"/>
                        <a:pt x="5013240" y="1403505"/>
                        <a:pt x="5013240" y="1403505"/>
                      </a:cubicBezTo>
                      <a:cubicBezTo>
                        <a:pt x="5025135" y="1415093"/>
                        <a:pt x="5020631" y="1416055"/>
                        <a:pt x="5027059" y="1424100"/>
                      </a:cubicBezTo>
                      <a:cubicBezTo>
                        <a:pt x="5027059" y="1424100"/>
                        <a:pt x="5028022" y="1428605"/>
                        <a:pt x="5028022" y="1428605"/>
                      </a:cubicBezTo>
                      <a:cubicBezTo>
                        <a:pt x="5028022" y="1428605"/>
                        <a:pt x="5033488" y="1432147"/>
                        <a:pt x="5033488" y="1432147"/>
                      </a:cubicBezTo>
                      <a:cubicBezTo>
                        <a:pt x="5032526" y="1427642"/>
                        <a:pt x="5032526" y="1427642"/>
                        <a:pt x="5032526" y="1427642"/>
                      </a:cubicBezTo>
                      <a:cubicBezTo>
                        <a:pt x="5050850" y="1447277"/>
                        <a:pt x="5058241" y="1459826"/>
                        <a:pt x="5074640" y="1470451"/>
                      </a:cubicBezTo>
                      <a:cubicBezTo>
                        <a:pt x="5070135" y="1471414"/>
                        <a:pt x="5070135" y="1471414"/>
                        <a:pt x="5070135" y="1471414"/>
                      </a:cubicBezTo>
                      <a:lnTo>
                        <a:pt x="5071097" y="1475917"/>
                      </a:lnTo>
                      <a:cubicBezTo>
                        <a:pt x="5072060" y="1480421"/>
                        <a:pt x="5076564" y="1479459"/>
                        <a:pt x="5076564" y="1479459"/>
                      </a:cubicBezTo>
                      <a:cubicBezTo>
                        <a:pt x="5076564" y="1479459"/>
                        <a:pt x="5076564" y="1479459"/>
                        <a:pt x="5081068" y="1478497"/>
                      </a:cubicBezTo>
                      <a:cubicBezTo>
                        <a:pt x="5082031" y="1483001"/>
                        <a:pt x="5082031" y="1483001"/>
                        <a:pt x="5082031" y="1483001"/>
                      </a:cubicBezTo>
                      <a:cubicBezTo>
                        <a:pt x="5093925" y="1494589"/>
                        <a:pt x="5090383" y="1500055"/>
                        <a:pt x="5096812" y="1508101"/>
                      </a:cubicBezTo>
                      <a:cubicBezTo>
                        <a:pt x="5101316" y="1507139"/>
                        <a:pt x="5100354" y="1502634"/>
                        <a:pt x="5106783" y="1510680"/>
                      </a:cubicBezTo>
                      <a:cubicBezTo>
                        <a:pt x="5107745" y="1515184"/>
                        <a:pt x="5112248" y="1514222"/>
                        <a:pt x="5113211" y="1518726"/>
                      </a:cubicBezTo>
                      <a:cubicBezTo>
                        <a:pt x="5108707" y="1519688"/>
                        <a:pt x="5108707" y="1519688"/>
                        <a:pt x="5109670" y="1524192"/>
                      </a:cubicBezTo>
                      <a:cubicBezTo>
                        <a:pt x="5109670" y="1524192"/>
                        <a:pt x="5110632" y="1528696"/>
                        <a:pt x="5115135" y="1527734"/>
                      </a:cubicBezTo>
                      <a:cubicBezTo>
                        <a:pt x="5115135" y="1527734"/>
                        <a:pt x="5116098" y="1532238"/>
                        <a:pt x="5120602" y="1531276"/>
                      </a:cubicBezTo>
                      <a:cubicBezTo>
                        <a:pt x="5127031" y="1539322"/>
                        <a:pt x="5157249" y="1570543"/>
                        <a:pt x="5151783" y="1567000"/>
                      </a:cubicBezTo>
                      <a:cubicBezTo>
                        <a:pt x="5159829" y="1560573"/>
                        <a:pt x="5135383" y="1556375"/>
                        <a:pt x="5143430" y="1549947"/>
                      </a:cubicBezTo>
                      <a:cubicBezTo>
                        <a:pt x="5137963" y="1546406"/>
                        <a:pt x="5132496" y="1542863"/>
                        <a:pt x="5126069" y="1534818"/>
                      </a:cubicBezTo>
                      <a:cubicBezTo>
                        <a:pt x="5126069" y="1534818"/>
                        <a:pt x="5126069" y="1534818"/>
                        <a:pt x="5125106" y="1530313"/>
                      </a:cubicBezTo>
                      <a:cubicBezTo>
                        <a:pt x="5125106" y="1530313"/>
                        <a:pt x="5124144" y="1525809"/>
                        <a:pt x="5124144" y="1525809"/>
                      </a:cubicBezTo>
                      <a:cubicBezTo>
                        <a:pt x="5123182" y="1521306"/>
                        <a:pt x="5117715" y="1517764"/>
                        <a:pt x="5117715" y="1517764"/>
                      </a:cubicBezTo>
                      <a:cubicBezTo>
                        <a:pt x="5114828" y="1504252"/>
                        <a:pt x="5100354" y="1502634"/>
                        <a:pt x="5087496" y="1486543"/>
                      </a:cubicBezTo>
                      <a:cubicBezTo>
                        <a:pt x="5092001" y="1485581"/>
                        <a:pt x="5091038" y="1481077"/>
                        <a:pt x="5085572" y="1477535"/>
                      </a:cubicBezTo>
                      <a:cubicBezTo>
                        <a:pt x="5084609" y="1473030"/>
                        <a:pt x="5084609" y="1473030"/>
                        <a:pt x="5084609" y="1473030"/>
                      </a:cubicBezTo>
                      <a:cubicBezTo>
                        <a:pt x="5084609" y="1473030"/>
                        <a:pt x="5083647" y="1468527"/>
                        <a:pt x="5082685" y="1464022"/>
                      </a:cubicBezTo>
                      <a:cubicBezTo>
                        <a:pt x="5078182" y="1464985"/>
                        <a:pt x="5077219" y="1460480"/>
                        <a:pt x="5078182" y="1464985"/>
                      </a:cubicBezTo>
                      <a:cubicBezTo>
                        <a:pt x="5078182" y="1464985"/>
                        <a:pt x="5073677" y="1465947"/>
                        <a:pt x="5073677" y="1465947"/>
                      </a:cubicBezTo>
                      <a:cubicBezTo>
                        <a:pt x="5070790" y="1452435"/>
                        <a:pt x="5062744" y="1458864"/>
                        <a:pt x="5056316" y="1450817"/>
                      </a:cubicBezTo>
                      <a:cubicBezTo>
                        <a:pt x="5048925" y="1438268"/>
                        <a:pt x="5042496" y="1430222"/>
                        <a:pt x="5037030" y="1426680"/>
                      </a:cubicBezTo>
                      <a:cubicBezTo>
                        <a:pt x="5037030" y="1426680"/>
                        <a:pt x="5036068" y="1422176"/>
                        <a:pt x="5036068" y="1422176"/>
                      </a:cubicBezTo>
                      <a:cubicBezTo>
                        <a:pt x="5036068" y="1422176"/>
                        <a:pt x="5036068" y="1422176"/>
                        <a:pt x="5035106" y="1417673"/>
                      </a:cubicBezTo>
                      <a:cubicBezTo>
                        <a:pt x="5024173" y="1410588"/>
                        <a:pt x="5024173" y="1410588"/>
                        <a:pt x="5017744" y="1402543"/>
                      </a:cubicBezTo>
                      <a:cubicBezTo>
                        <a:pt x="5018706" y="1407047"/>
                        <a:pt x="5018706" y="1407047"/>
                        <a:pt x="5023210" y="1406085"/>
                      </a:cubicBezTo>
                      <a:cubicBezTo>
                        <a:pt x="5023210" y="1406085"/>
                        <a:pt x="5023210" y="1406085"/>
                        <a:pt x="5022248" y="1401581"/>
                      </a:cubicBezTo>
                      <a:cubicBezTo>
                        <a:pt x="5022248" y="1401581"/>
                        <a:pt x="5016781" y="1398039"/>
                        <a:pt x="5016781" y="1398039"/>
                      </a:cubicBezTo>
                      <a:cubicBezTo>
                        <a:pt x="5011316" y="1394497"/>
                        <a:pt x="5011316" y="1394497"/>
                        <a:pt x="5011316" y="1394497"/>
                      </a:cubicBezTo>
                      <a:cubicBezTo>
                        <a:pt x="5010354" y="1389993"/>
                        <a:pt x="5010354" y="1389993"/>
                        <a:pt x="5003925" y="1381948"/>
                      </a:cubicBezTo>
                      <a:cubicBezTo>
                        <a:pt x="5004887" y="1386451"/>
                        <a:pt x="4999420" y="1382910"/>
                        <a:pt x="4992992" y="1374863"/>
                      </a:cubicBezTo>
                      <a:cubicBezTo>
                        <a:pt x="4997496" y="1373901"/>
                        <a:pt x="4998458" y="1378406"/>
                        <a:pt x="5002962" y="1377443"/>
                      </a:cubicBezTo>
                      <a:cubicBezTo>
                        <a:pt x="4991068" y="1365856"/>
                        <a:pt x="4992992" y="1374863"/>
                        <a:pt x="4986564" y="1366818"/>
                      </a:cubicBezTo>
                      <a:cubicBezTo>
                        <a:pt x="4979172" y="1354268"/>
                        <a:pt x="4985601" y="1362314"/>
                        <a:pt x="4968240" y="1347184"/>
                      </a:cubicBezTo>
                      <a:cubicBezTo>
                        <a:pt x="4971781" y="1341718"/>
                        <a:pt x="4977248" y="1345260"/>
                        <a:pt x="4981752" y="1344297"/>
                      </a:cubicBezTo>
                      <a:cubicBezTo>
                        <a:pt x="4970819" y="1337214"/>
                        <a:pt x="4965353" y="1333672"/>
                        <a:pt x="4959887" y="1330131"/>
                      </a:cubicBezTo>
                      <a:cubicBezTo>
                        <a:pt x="4964391" y="1329169"/>
                        <a:pt x="4964391" y="1329169"/>
                        <a:pt x="4964391" y="1329169"/>
                      </a:cubicBezTo>
                      <a:cubicBezTo>
                        <a:pt x="4964391" y="1329169"/>
                        <a:pt x="4964391" y="1329169"/>
                        <a:pt x="4963429" y="1324664"/>
                      </a:cubicBezTo>
                      <a:cubicBezTo>
                        <a:pt x="4963429" y="1324664"/>
                        <a:pt x="4958925" y="1325627"/>
                        <a:pt x="4957962" y="1321122"/>
                      </a:cubicBezTo>
                      <a:cubicBezTo>
                        <a:pt x="4952496" y="1317580"/>
                        <a:pt x="4946067" y="1309535"/>
                        <a:pt x="4941563" y="1310497"/>
                      </a:cubicBezTo>
                      <a:cubicBezTo>
                        <a:pt x="4941563" y="1310497"/>
                        <a:pt x="4936097" y="1306955"/>
                        <a:pt x="4935134" y="1302452"/>
                      </a:cubicBezTo>
                      <a:cubicBezTo>
                        <a:pt x="4935134" y="1302452"/>
                        <a:pt x="4935134" y="1302452"/>
                        <a:pt x="4929668" y="1298910"/>
                      </a:cubicBezTo>
                      <a:cubicBezTo>
                        <a:pt x="4929668" y="1298910"/>
                        <a:pt x="4929668" y="1298910"/>
                        <a:pt x="4930630" y="1303414"/>
                      </a:cubicBezTo>
                      <a:cubicBezTo>
                        <a:pt x="4930630" y="1303414"/>
                        <a:pt x="4930630" y="1303414"/>
                        <a:pt x="4931592" y="1307917"/>
                      </a:cubicBezTo>
                      <a:cubicBezTo>
                        <a:pt x="4915193" y="1297292"/>
                        <a:pt x="4907802" y="1284743"/>
                        <a:pt x="4901375" y="1276697"/>
                      </a:cubicBezTo>
                      <a:cubicBezTo>
                        <a:pt x="4905878" y="1275735"/>
                        <a:pt x="4911345" y="1279277"/>
                        <a:pt x="4915849" y="1278314"/>
                      </a:cubicBezTo>
                      <a:cubicBezTo>
                        <a:pt x="4897525" y="1258680"/>
                        <a:pt x="4879201" y="1239048"/>
                        <a:pt x="4883050" y="1257063"/>
                      </a:cubicBezTo>
                      <a:cubicBezTo>
                        <a:pt x="4869231" y="1236468"/>
                        <a:pt x="4869231" y="1236468"/>
                        <a:pt x="4852832" y="1225842"/>
                      </a:cubicBezTo>
                      <a:cubicBezTo>
                        <a:pt x="4852832" y="1225842"/>
                        <a:pt x="4857337" y="1224880"/>
                        <a:pt x="4858299" y="1229384"/>
                      </a:cubicBezTo>
                      <a:cubicBezTo>
                        <a:pt x="4858299" y="1229384"/>
                        <a:pt x="4862802" y="1228422"/>
                        <a:pt x="4862802" y="1228422"/>
                      </a:cubicBezTo>
                      <a:cubicBezTo>
                        <a:pt x="4868269" y="1231963"/>
                        <a:pt x="4867307" y="1227460"/>
                        <a:pt x="4867307" y="1227460"/>
                      </a:cubicBezTo>
                      <a:cubicBezTo>
                        <a:pt x="4866344" y="1222956"/>
                        <a:pt x="4866344" y="1222956"/>
                        <a:pt x="4860878" y="1219413"/>
                      </a:cubicBezTo>
                      <a:cubicBezTo>
                        <a:pt x="4865382" y="1218451"/>
                        <a:pt x="4865382" y="1218451"/>
                        <a:pt x="4865382" y="1218451"/>
                      </a:cubicBezTo>
                      <a:cubicBezTo>
                        <a:pt x="4866344" y="1222956"/>
                        <a:pt x="4870849" y="1221993"/>
                        <a:pt x="4870849" y="1221993"/>
                      </a:cubicBezTo>
                      <a:cubicBezTo>
                        <a:pt x="4871811" y="1226498"/>
                        <a:pt x="4871811" y="1226498"/>
                        <a:pt x="4871811" y="1226498"/>
                      </a:cubicBezTo>
                      <a:cubicBezTo>
                        <a:pt x="4871811" y="1226498"/>
                        <a:pt x="4877276" y="1230039"/>
                        <a:pt x="4877276" y="1230039"/>
                      </a:cubicBezTo>
                      <a:cubicBezTo>
                        <a:pt x="4877276" y="1230039"/>
                        <a:pt x="4882743" y="1233581"/>
                        <a:pt x="4882743" y="1233581"/>
                      </a:cubicBezTo>
                      <a:cubicBezTo>
                        <a:pt x="4924857" y="1276390"/>
                        <a:pt x="4961504" y="1315656"/>
                        <a:pt x="5003618" y="1358465"/>
                      </a:cubicBezTo>
                      <a:cubicBezTo>
                        <a:pt x="5004580" y="1362969"/>
                        <a:pt x="5004580" y="1362969"/>
                        <a:pt x="5004580" y="1362969"/>
                      </a:cubicBezTo>
                      <a:cubicBezTo>
                        <a:pt x="5005542" y="1367472"/>
                        <a:pt x="5010045" y="1366510"/>
                        <a:pt x="5010045" y="1366510"/>
                      </a:cubicBezTo>
                      <a:cubicBezTo>
                        <a:pt x="5026446" y="1377136"/>
                        <a:pt x="5021941" y="1378098"/>
                        <a:pt x="5033836" y="1389686"/>
                      </a:cubicBezTo>
                      <a:cubicBezTo>
                        <a:pt x="5034798" y="1394190"/>
                        <a:pt x="5035760" y="1398694"/>
                        <a:pt x="5041227" y="1402236"/>
                      </a:cubicBezTo>
                      <a:cubicBezTo>
                        <a:pt x="5042189" y="1406739"/>
                        <a:pt x="5046693" y="1405777"/>
                        <a:pt x="5046693" y="1405777"/>
                      </a:cubicBezTo>
                      <a:cubicBezTo>
                        <a:pt x="5058588" y="1417364"/>
                        <a:pt x="5065979" y="1429915"/>
                        <a:pt x="5075949" y="1432494"/>
                      </a:cubicBezTo>
                      <a:cubicBezTo>
                        <a:pt x="5075949" y="1432494"/>
                        <a:pt x="5081416" y="1436036"/>
                        <a:pt x="5081416" y="1436036"/>
                      </a:cubicBezTo>
                      <a:cubicBezTo>
                        <a:pt x="5082378" y="1440541"/>
                        <a:pt x="5083340" y="1445044"/>
                        <a:pt x="5084302" y="1449548"/>
                      </a:cubicBezTo>
                      <a:cubicBezTo>
                        <a:pt x="5088807" y="1448586"/>
                        <a:pt x="5102626" y="1469181"/>
                        <a:pt x="5113559" y="1476265"/>
                      </a:cubicBezTo>
                      <a:cubicBezTo>
                        <a:pt x="5113559" y="1476265"/>
                        <a:pt x="5114521" y="1480769"/>
                        <a:pt x="5119025" y="1479807"/>
                      </a:cubicBezTo>
                      <a:cubicBezTo>
                        <a:pt x="5119987" y="1484311"/>
                        <a:pt x="5119987" y="1484311"/>
                        <a:pt x="5119987" y="1484311"/>
                      </a:cubicBezTo>
                      <a:cubicBezTo>
                        <a:pt x="5146664" y="1520998"/>
                        <a:pt x="5174303" y="1562189"/>
                        <a:pt x="5205484" y="1597915"/>
                      </a:cubicBezTo>
                      <a:cubicBezTo>
                        <a:pt x="5206446" y="1602418"/>
                        <a:pt x="5211913" y="1605960"/>
                        <a:pt x="5217379" y="1609503"/>
                      </a:cubicBezTo>
                      <a:cubicBezTo>
                        <a:pt x="5218341" y="1614006"/>
                        <a:pt x="5219303" y="1618511"/>
                        <a:pt x="5220266" y="1623015"/>
                      </a:cubicBezTo>
                      <a:cubicBezTo>
                        <a:pt x="5219303" y="1618511"/>
                        <a:pt x="5224770" y="1622052"/>
                        <a:pt x="5229274" y="1621090"/>
                      </a:cubicBezTo>
                      <a:cubicBezTo>
                        <a:pt x="5230236" y="1625593"/>
                        <a:pt x="5235702" y="1629136"/>
                        <a:pt x="5235702" y="1629136"/>
                      </a:cubicBezTo>
                      <a:cubicBezTo>
                        <a:pt x="5249522" y="1649732"/>
                        <a:pt x="5258838" y="1671289"/>
                        <a:pt x="5271695" y="1687381"/>
                      </a:cubicBezTo>
                      <a:cubicBezTo>
                        <a:pt x="5271695" y="1687381"/>
                        <a:pt x="5272657" y="1691885"/>
                        <a:pt x="5272657" y="1691885"/>
                      </a:cubicBezTo>
                      <a:cubicBezTo>
                        <a:pt x="5273619" y="1696389"/>
                        <a:pt x="5273619" y="1696389"/>
                        <a:pt x="5274581" y="1700893"/>
                      </a:cubicBezTo>
                      <a:cubicBezTo>
                        <a:pt x="5279086" y="1699931"/>
                        <a:pt x="5279086" y="1699931"/>
                        <a:pt x="5279086" y="1699931"/>
                      </a:cubicBezTo>
                      <a:cubicBezTo>
                        <a:pt x="5298371" y="1724068"/>
                        <a:pt x="5316695" y="1743702"/>
                        <a:pt x="5325048" y="1760755"/>
                      </a:cubicBezTo>
                      <a:cubicBezTo>
                        <a:pt x="5341447" y="1771380"/>
                        <a:pt x="5359115" y="1809993"/>
                        <a:pt x="5380326" y="1843138"/>
                      </a:cubicBezTo>
                      <a:cubicBezTo>
                        <a:pt x="5391259" y="1850222"/>
                        <a:pt x="5402499" y="1880788"/>
                        <a:pt x="5408928" y="1888834"/>
                      </a:cubicBezTo>
                      <a:cubicBezTo>
                        <a:pt x="5408928" y="1888834"/>
                        <a:pt x="5409890" y="1893338"/>
                        <a:pt x="5409890" y="1893338"/>
                      </a:cubicBezTo>
                      <a:cubicBezTo>
                        <a:pt x="5409890" y="1893338"/>
                        <a:pt x="5410852" y="1897842"/>
                        <a:pt x="5410852" y="1897842"/>
                      </a:cubicBezTo>
                      <a:cubicBezTo>
                        <a:pt x="5411815" y="1902346"/>
                        <a:pt x="5411815" y="1902346"/>
                        <a:pt x="5411815" y="1902346"/>
                      </a:cubicBezTo>
                      <a:cubicBezTo>
                        <a:pt x="5417280" y="1905888"/>
                        <a:pt x="5417280" y="1905888"/>
                        <a:pt x="5416318" y="1901384"/>
                      </a:cubicBezTo>
                      <a:cubicBezTo>
                        <a:pt x="5423709" y="1913934"/>
                        <a:pt x="5421785" y="1904926"/>
                        <a:pt x="5426289" y="1903964"/>
                      </a:cubicBezTo>
                      <a:cubicBezTo>
                        <a:pt x="5424671" y="1918438"/>
                        <a:pt x="5438184" y="1915551"/>
                        <a:pt x="5442032" y="1933567"/>
                      </a:cubicBezTo>
                      <a:cubicBezTo>
                        <a:pt x="5445575" y="1928101"/>
                        <a:pt x="5448461" y="1941613"/>
                        <a:pt x="5452966" y="1940651"/>
                      </a:cubicBezTo>
                      <a:cubicBezTo>
                        <a:pt x="5440108" y="1924559"/>
                        <a:pt x="5428868" y="1893993"/>
                        <a:pt x="5418898" y="1891414"/>
                      </a:cubicBezTo>
                      <a:cubicBezTo>
                        <a:pt x="5418898" y="1891414"/>
                        <a:pt x="5417936" y="1886909"/>
                        <a:pt x="5416973" y="1882405"/>
                      </a:cubicBezTo>
                      <a:cubicBezTo>
                        <a:pt x="5416973" y="1882405"/>
                        <a:pt x="5416011" y="1877901"/>
                        <a:pt x="5411507" y="1878863"/>
                      </a:cubicBezTo>
                      <a:cubicBezTo>
                        <a:pt x="5405733" y="1851839"/>
                        <a:pt x="5387410" y="1832206"/>
                        <a:pt x="5373590" y="1811610"/>
                      </a:cubicBezTo>
                      <a:cubicBezTo>
                        <a:pt x="5338560" y="1757869"/>
                        <a:pt x="5308034" y="1703165"/>
                        <a:pt x="5274930" y="1658432"/>
                      </a:cubicBezTo>
                      <a:cubicBezTo>
                        <a:pt x="5248253" y="1621744"/>
                        <a:pt x="5216765" y="1562538"/>
                        <a:pt x="5173689" y="1515224"/>
                      </a:cubicBezTo>
                      <a:cubicBezTo>
                        <a:pt x="5167260" y="1507179"/>
                        <a:pt x="5157290" y="1504599"/>
                        <a:pt x="5155366" y="1495591"/>
                      </a:cubicBezTo>
                      <a:cubicBezTo>
                        <a:pt x="5124184" y="1459866"/>
                        <a:pt x="5102012" y="1422217"/>
                        <a:pt x="5077260" y="1394538"/>
                      </a:cubicBezTo>
                      <a:cubicBezTo>
                        <a:pt x="5054432" y="1375866"/>
                        <a:pt x="5066326" y="1387454"/>
                        <a:pt x="5047041" y="1363316"/>
                      </a:cubicBezTo>
                      <a:cubicBezTo>
                        <a:pt x="5026793" y="1334675"/>
                        <a:pt x="5003003" y="1311500"/>
                        <a:pt x="4981137" y="1297332"/>
                      </a:cubicBezTo>
                      <a:cubicBezTo>
                        <a:pt x="4954460" y="1260645"/>
                        <a:pt x="4897873" y="1216220"/>
                        <a:pt x="4867654" y="1184998"/>
                      </a:cubicBezTo>
                      <a:cubicBezTo>
                        <a:pt x="4855759" y="1173411"/>
                        <a:pt x="4852217" y="1178877"/>
                        <a:pt x="4840323" y="1167290"/>
                      </a:cubicBezTo>
                      <a:cubicBezTo>
                        <a:pt x="4848368" y="1160861"/>
                        <a:pt x="4825540" y="1142190"/>
                        <a:pt x="4809142" y="1131565"/>
                      </a:cubicBezTo>
                      <a:cubicBezTo>
                        <a:pt x="4809142" y="1131565"/>
                        <a:pt x="4804638" y="1132527"/>
                        <a:pt x="4799171" y="1128985"/>
                      </a:cubicBezTo>
                      <a:cubicBezTo>
                        <a:pt x="4782773" y="1118360"/>
                        <a:pt x="4767028" y="1088756"/>
                        <a:pt x="4740659" y="1075551"/>
                      </a:cubicBezTo>
                      <a:cubicBezTo>
                        <a:pt x="4735193" y="1072010"/>
                        <a:pt x="4731650" y="1077476"/>
                        <a:pt x="4720718" y="1070392"/>
                      </a:cubicBezTo>
                      <a:cubicBezTo>
                        <a:pt x="4720718" y="1070392"/>
                        <a:pt x="4717831" y="1056880"/>
                        <a:pt x="4707860" y="1054300"/>
                      </a:cubicBezTo>
                      <a:cubicBezTo>
                        <a:pt x="4661243" y="1012454"/>
                        <a:pt x="4591143" y="970915"/>
                        <a:pt x="4541946" y="939039"/>
                      </a:cubicBezTo>
                      <a:cubicBezTo>
                        <a:pt x="4520081" y="924872"/>
                        <a:pt x="4497253" y="906201"/>
                        <a:pt x="4469921" y="888492"/>
                      </a:cubicBezTo>
                      <a:cubicBezTo>
                        <a:pt x="4458989" y="881409"/>
                        <a:pt x="4439048" y="876249"/>
                        <a:pt x="4428114" y="869166"/>
                      </a:cubicBezTo>
                      <a:cubicBezTo>
                        <a:pt x="4428114" y="869166"/>
                        <a:pt x="4416220" y="857578"/>
                        <a:pt x="4416220" y="857578"/>
                      </a:cubicBezTo>
                      <a:cubicBezTo>
                        <a:pt x="4405287" y="850495"/>
                        <a:pt x="4400783" y="851458"/>
                        <a:pt x="4395317" y="847916"/>
                      </a:cubicBezTo>
                      <a:cubicBezTo>
                        <a:pt x="4394354" y="843411"/>
                        <a:pt x="4394354" y="843411"/>
                        <a:pt x="4394354" y="843411"/>
                      </a:cubicBezTo>
                      <a:cubicBezTo>
                        <a:pt x="4407866" y="840525"/>
                        <a:pt x="4417182" y="862083"/>
                        <a:pt x="4419762" y="852112"/>
                      </a:cubicBezTo>
                      <a:cubicBezTo>
                        <a:pt x="4419762" y="852112"/>
                        <a:pt x="4419762" y="852112"/>
                        <a:pt x="4420724" y="856616"/>
                      </a:cubicBezTo>
                      <a:cubicBezTo>
                        <a:pt x="4430694" y="859196"/>
                        <a:pt x="4430694" y="859196"/>
                        <a:pt x="4430694" y="859196"/>
                      </a:cubicBezTo>
                      <a:cubicBezTo>
                        <a:pt x="4430694" y="859196"/>
                        <a:pt x="4435199" y="858234"/>
                        <a:pt x="4435199" y="858234"/>
                      </a:cubicBezTo>
                      <a:cubicBezTo>
                        <a:pt x="4435199" y="858234"/>
                        <a:pt x="4436161" y="862737"/>
                        <a:pt x="4440664" y="861775"/>
                      </a:cubicBezTo>
                      <a:cubicBezTo>
                        <a:pt x="4440664" y="861775"/>
                        <a:pt x="4445168" y="860813"/>
                        <a:pt x="4445168" y="860813"/>
                      </a:cubicBezTo>
                      <a:cubicBezTo>
                        <a:pt x="4461567" y="871438"/>
                        <a:pt x="4460605" y="866935"/>
                        <a:pt x="4477005" y="877560"/>
                      </a:cubicBezTo>
                      <a:cubicBezTo>
                        <a:pt x="4477005" y="877560"/>
                        <a:pt x="4482471" y="881101"/>
                        <a:pt x="4482471" y="881101"/>
                      </a:cubicBezTo>
                      <a:cubicBezTo>
                        <a:pt x="4482471" y="881101"/>
                        <a:pt x="4482471" y="881101"/>
                        <a:pt x="4486975" y="880139"/>
                      </a:cubicBezTo>
                      <a:cubicBezTo>
                        <a:pt x="4486975" y="880139"/>
                        <a:pt x="4487937" y="884643"/>
                        <a:pt x="4487937" y="884643"/>
                      </a:cubicBezTo>
                      <a:cubicBezTo>
                        <a:pt x="4494366" y="892688"/>
                        <a:pt x="4468959" y="883988"/>
                        <a:pt x="4484395" y="890110"/>
                      </a:cubicBezTo>
                      <a:cubicBezTo>
                        <a:pt x="4489862" y="893651"/>
                        <a:pt x="4493404" y="888185"/>
                        <a:pt x="4507878" y="889801"/>
                      </a:cubicBezTo>
                      <a:cubicBezTo>
                        <a:pt x="4515269" y="902352"/>
                        <a:pt x="4524277" y="900428"/>
                        <a:pt x="4547105" y="919098"/>
                      </a:cubicBezTo>
                      <a:cubicBezTo>
                        <a:pt x="4542600" y="920061"/>
                        <a:pt x="4542600" y="920061"/>
                        <a:pt x="4542600" y="920061"/>
                      </a:cubicBezTo>
                      <a:cubicBezTo>
                        <a:pt x="4548067" y="923603"/>
                        <a:pt x="4548067" y="923603"/>
                        <a:pt x="4548067" y="923603"/>
                      </a:cubicBezTo>
                      <a:cubicBezTo>
                        <a:pt x="4549992" y="932610"/>
                        <a:pt x="4538097" y="921023"/>
                        <a:pt x="4533593" y="921985"/>
                      </a:cubicBezTo>
                      <a:cubicBezTo>
                        <a:pt x="4545487" y="933573"/>
                        <a:pt x="4549992" y="932610"/>
                        <a:pt x="4558999" y="930686"/>
                      </a:cubicBezTo>
                      <a:cubicBezTo>
                        <a:pt x="4559962" y="935190"/>
                        <a:pt x="4559962" y="935190"/>
                        <a:pt x="4565428" y="938732"/>
                      </a:cubicBezTo>
                      <a:cubicBezTo>
                        <a:pt x="4566391" y="943236"/>
                        <a:pt x="4570895" y="942274"/>
                        <a:pt x="4570895" y="942274"/>
                      </a:cubicBezTo>
                      <a:cubicBezTo>
                        <a:pt x="4574437" y="936808"/>
                        <a:pt x="4574437" y="936808"/>
                        <a:pt x="4574437" y="936808"/>
                      </a:cubicBezTo>
                      <a:cubicBezTo>
                        <a:pt x="4582789" y="953861"/>
                        <a:pt x="4588911" y="938424"/>
                        <a:pt x="4607235" y="958058"/>
                      </a:cubicBezTo>
                      <a:cubicBezTo>
                        <a:pt x="4612701" y="961599"/>
                        <a:pt x="4612701" y="961599"/>
                        <a:pt x="4612701" y="961599"/>
                      </a:cubicBezTo>
                      <a:cubicBezTo>
                        <a:pt x="4612701" y="961599"/>
                        <a:pt x="4617205" y="960637"/>
                        <a:pt x="4617205" y="960637"/>
                      </a:cubicBezTo>
                      <a:cubicBezTo>
                        <a:pt x="4656431" y="989934"/>
                        <a:pt x="4689230" y="1011184"/>
                        <a:pt x="4721066" y="1027932"/>
                      </a:cubicBezTo>
                      <a:cubicBezTo>
                        <a:pt x="4716561" y="1028894"/>
                        <a:pt x="4720410" y="1046910"/>
                        <a:pt x="4728457" y="1040481"/>
                      </a:cubicBezTo>
                      <a:cubicBezTo>
                        <a:pt x="4722028" y="1032435"/>
                        <a:pt x="4731999" y="1035015"/>
                        <a:pt x="4738427" y="1043060"/>
                      </a:cubicBezTo>
                      <a:cubicBezTo>
                        <a:pt x="4755788" y="1058190"/>
                        <a:pt x="4788586" y="1079440"/>
                        <a:pt x="4817842" y="1106158"/>
                      </a:cubicBezTo>
                      <a:cubicBezTo>
                        <a:pt x="4846136" y="1128370"/>
                        <a:pt x="4875393" y="1155087"/>
                        <a:pt x="4898221" y="1173759"/>
                      </a:cubicBezTo>
                      <a:cubicBezTo>
                        <a:pt x="4892754" y="1170217"/>
                        <a:pt x="4901108" y="1187271"/>
                        <a:pt x="4905611" y="1186309"/>
                      </a:cubicBezTo>
                      <a:cubicBezTo>
                        <a:pt x="4899183" y="1178262"/>
                        <a:pt x="4903687" y="1177300"/>
                        <a:pt x="4909153" y="1180842"/>
                      </a:cubicBezTo>
                      <a:cubicBezTo>
                        <a:pt x="4911078" y="1189850"/>
                        <a:pt x="4933906" y="1208521"/>
                        <a:pt x="4951267" y="1223651"/>
                      </a:cubicBezTo>
                      <a:cubicBezTo>
                        <a:pt x="4968628" y="1238780"/>
                        <a:pt x="4985027" y="1249405"/>
                        <a:pt x="4980523" y="1250367"/>
                      </a:cubicBezTo>
                      <a:cubicBezTo>
                        <a:pt x="5002389" y="1264535"/>
                        <a:pt x="5015246" y="1280627"/>
                        <a:pt x="5028102" y="1296718"/>
                      </a:cubicBezTo>
                      <a:cubicBezTo>
                        <a:pt x="5046427" y="1316351"/>
                        <a:pt x="5060246" y="1336947"/>
                        <a:pt x="5088540" y="1359160"/>
                      </a:cubicBezTo>
                      <a:cubicBezTo>
                        <a:pt x="5088540" y="1359160"/>
                        <a:pt x="5089502" y="1363664"/>
                        <a:pt x="5090465" y="1368168"/>
                      </a:cubicBezTo>
                      <a:cubicBezTo>
                        <a:pt x="5109443" y="1368823"/>
                        <a:pt x="5135465" y="1424489"/>
                        <a:pt x="5152826" y="1439619"/>
                      </a:cubicBezTo>
                      <a:cubicBezTo>
                        <a:pt x="5158293" y="1443159"/>
                        <a:pt x="5157331" y="1438656"/>
                        <a:pt x="5163758" y="1446702"/>
                      </a:cubicBezTo>
                      <a:cubicBezTo>
                        <a:pt x="5175654" y="1458289"/>
                        <a:pt x="5178541" y="1471801"/>
                        <a:pt x="5190435" y="1483389"/>
                      </a:cubicBezTo>
                      <a:cubicBezTo>
                        <a:pt x="5196864" y="1491435"/>
                        <a:pt x="5202331" y="1494976"/>
                        <a:pt x="5213263" y="1502060"/>
                      </a:cubicBezTo>
                      <a:cubicBezTo>
                        <a:pt x="5232549" y="1526198"/>
                        <a:pt x="5250218" y="1564809"/>
                        <a:pt x="5270466" y="1593451"/>
                      </a:cubicBezTo>
                      <a:cubicBezTo>
                        <a:pt x="5296180" y="1625635"/>
                        <a:pt x="5325744" y="1675834"/>
                        <a:pt x="5352421" y="1712521"/>
                      </a:cubicBezTo>
                      <a:cubicBezTo>
                        <a:pt x="5359811" y="1725071"/>
                        <a:pt x="5371706" y="1736658"/>
                        <a:pt x="5378135" y="1744704"/>
                      </a:cubicBezTo>
                      <a:cubicBezTo>
                        <a:pt x="5378135" y="1744704"/>
                        <a:pt x="5372669" y="1741162"/>
                        <a:pt x="5372669" y="1741162"/>
                      </a:cubicBezTo>
                      <a:cubicBezTo>
                        <a:pt x="5381022" y="1758217"/>
                        <a:pt x="5393879" y="1774309"/>
                        <a:pt x="5401270" y="1786858"/>
                      </a:cubicBezTo>
                      <a:cubicBezTo>
                        <a:pt x="5402232" y="1791362"/>
                        <a:pt x="5404157" y="1800370"/>
                        <a:pt x="5404157" y="1800370"/>
                      </a:cubicBezTo>
                      <a:cubicBezTo>
                        <a:pt x="5427292" y="1842524"/>
                        <a:pt x="5457818" y="1897228"/>
                        <a:pt x="5479989" y="1934877"/>
                      </a:cubicBezTo>
                      <a:cubicBezTo>
                        <a:pt x="5479989" y="1934877"/>
                        <a:pt x="5479989" y="1934877"/>
                        <a:pt x="5475486" y="1935839"/>
                      </a:cubicBezTo>
                      <a:cubicBezTo>
                        <a:pt x="5475486" y="1935839"/>
                        <a:pt x="5476448" y="1940343"/>
                        <a:pt x="5476448" y="1940343"/>
                      </a:cubicBezTo>
                      <a:cubicBezTo>
                        <a:pt x="5476448" y="1940343"/>
                        <a:pt x="5481913" y="1943885"/>
                        <a:pt x="5481913" y="1943885"/>
                      </a:cubicBezTo>
                      <a:cubicBezTo>
                        <a:pt x="5489305" y="1956435"/>
                        <a:pt x="5504394" y="2005017"/>
                        <a:pt x="5506012" y="1990543"/>
                      </a:cubicBezTo>
                      <a:cubicBezTo>
                        <a:pt x="5506974" y="1995046"/>
                        <a:pt x="5506974" y="1995046"/>
                        <a:pt x="5506974" y="1995046"/>
                      </a:cubicBezTo>
                      <a:cubicBezTo>
                        <a:pt x="5507936" y="1999551"/>
                        <a:pt x="5507936" y="1999551"/>
                        <a:pt x="5507936" y="1999551"/>
                      </a:cubicBezTo>
                      <a:cubicBezTo>
                        <a:pt x="5512440" y="1998588"/>
                        <a:pt x="5512440" y="1998588"/>
                        <a:pt x="5512440" y="1998588"/>
                      </a:cubicBezTo>
                      <a:cubicBezTo>
                        <a:pt x="5511478" y="1994084"/>
                        <a:pt x="5511478" y="1994084"/>
                        <a:pt x="5511478" y="1994084"/>
                      </a:cubicBezTo>
                      <a:cubicBezTo>
                        <a:pt x="5519524" y="1987656"/>
                        <a:pt x="5518869" y="2006635"/>
                        <a:pt x="5519831" y="2011138"/>
                      </a:cubicBezTo>
                      <a:cubicBezTo>
                        <a:pt x="5522410" y="2001168"/>
                        <a:pt x="5537192" y="2026268"/>
                        <a:pt x="5528839" y="2009213"/>
                      </a:cubicBezTo>
                      <a:cubicBezTo>
                        <a:pt x="5524335" y="2010176"/>
                        <a:pt x="5521448" y="1996664"/>
                        <a:pt x="5521448" y="1996664"/>
                      </a:cubicBezTo>
                      <a:cubicBezTo>
                        <a:pt x="5527877" y="2004710"/>
                        <a:pt x="5526915" y="2000206"/>
                        <a:pt x="5525952" y="1995701"/>
                      </a:cubicBezTo>
                      <a:cubicBezTo>
                        <a:pt x="5515982" y="1993122"/>
                        <a:pt x="5512133" y="1975106"/>
                        <a:pt x="5500238" y="1963519"/>
                      </a:cubicBezTo>
                      <a:cubicBezTo>
                        <a:pt x="5500238" y="1963519"/>
                        <a:pt x="5499276" y="1959014"/>
                        <a:pt x="5498313" y="1954510"/>
                      </a:cubicBezTo>
                      <a:cubicBezTo>
                        <a:pt x="5498313" y="1954510"/>
                        <a:pt x="5497351" y="1950007"/>
                        <a:pt x="5497351" y="1950007"/>
                      </a:cubicBezTo>
                      <a:cubicBezTo>
                        <a:pt x="5496389" y="1945502"/>
                        <a:pt x="5496389" y="1945502"/>
                        <a:pt x="5496389" y="1945502"/>
                      </a:cubicBezTo>
                      <a:cubicBezTo>
                        <a:pt x="5496389" y="1945502"/>
                        <a:pt x="5491884" y="1946465"/>
                        <a:pt x="5491884" y="1946465"/>
                      </a:cubicBezTo>
                      <a:cubicBezTo>
                        <a:pt x="5490922" y="1941960"/>
                        <a:pt x="5490922" y="1941960"/>
                        <a:pt x="5489960" y="1937456"/>
                      </a:cubicBezTo>
                      <a:cubicBezTo>
                        <a:pt x="5493502" y="1931990"/>
                        <a:pt x="5495426" y="1940998"/>
                        <a:pt x="5499931" y="1940036"/>
                      </a:cubicBezTo>
                      <a:cubicBezTo>
                        <a:pt x="5498006" y="1931028"/>
                        <a:pt x="5493502" y="1931990"/>
                        <a:pt x="5492540" y="1927486"/>
                      </a:cubicBezTo>
                      <a:cubicBezTo>
                        <a:pt x="5492540" y="1927486"/>
                        <a:pt x="5492540" y="1927486"/>
                        <a:pt x="5491577" y="1922981"/>
                      </a:cubicBezTo>
                      <a:cubicBezTo>
                        <a:pt x="5491577" y="1922981"/>
                        <a:pt x="5490615" y="1918478"/>
                        <a:pt x="5490615" y="1918478"/>
                      </a:cubicBezTo>
                      <a:cubicBezTo>
                        <a:pt x="5489653" y="1913974"/>
                        <a:pt x="5489653" y="1913974"/>
                        <a:pt x="5489653" y="1913974"/>
                      </a:cubicBezTo>
                      <a:cubicBezTo>
                        <a:pt x="5481299" y="1896920"/>
                        <a:pt x="5481299" y="1896920"/>
                        <a:pt x="5481299" y="1896920"/>
                      </a:cubicBezTo>
                      <a:cubicBezTo>
                        <a:pt x="5475833" y="1893379"/>
                        <a:pt x="5475833" y="1893379"/>
                        <a:pt x="5475833" y="1893379"/>
                      </a:cubicBezTo>
                      <a:cubicBezTo>
                        <a:pt x="5479375" y="1887912"/>
                        <a:pt x="5474871" y="1888874"/>
                        <a:pt x="5474871" y="1888874"/>
                      </a:cubicBezTo>
                      <a:lnTo>
                        <a:pt x="5475833" y="1893379"/>
                      </a:lnTo>
                      <a:cubicBezTo>
                        <a:pt x="5461051" y="1868278"/>
                        <a:pt x="5462976" y="1877287"/>
                        <a:pt x="5452699" y="1851225"/>
                      </a:cubicBezTo>
                      <a:cubicBezTo>
                        <a:pt x="5451737" y="1846720"/>
                        <a:pt x="5451737" y="1846720"/>
                        <a:pt x="5450774" y="1842216"/>
                      </a:cubicBezTo>
                      <a:cubicBezTo>
                        <a:pt x="5445308" y="1838675"/>
                        <a:pt x="5445308" y="1838675"/>
                        <a:pt x="5446270" y="1843178"/>
                      </a:cubicBezTo>
                      <a:cubicBezTo>
                        <a:pt x="5443383" y="1829666"/>
                        <a:pt x="5434068" y="1808109"/>
                        <a:pt x="5424098" y="1805529"/>
                      </a:cubicBezTo>
                      <a:cubicBezTo>
                        <a:pt x="5430526" y="1813575"/>
                        <a:pt x="5426022" y="1814538"/>
                        <a:pt x="5419593" y="1806491"/>
                      </a:cubicBezTo>
                      <a:lnTo>
                        <a:pt x="5418631" y="1801987"/>
                      </a:lnTo>
                      <a:cubicBezTo>
                        <a:pt x="5423135" y="1801025"/>
                        <a:pt x="5423135" y="1801025"/>
                        <a:pt x="5423135" y="1801025"/>
                      </a:cubicBezTo>
                      <a:cubicBezTo>
                        <a:pt x="5423135" y="1801025"/>
                        <a:pt x="5423135" y="1801025"/>
                        <a:pt x="5422173" y="1796521"/>
                      </a:cubicBezTo>
                      <a:cubicBezTo>
                        <a:pt x="5422173" y="1796521"/>
                        <a:pt x="5422173" y="1796521"/>
                        <a:pt x="5416707" y="1792979"/>
                      </a:cubicBezTo>
                      <a:cubicBezTo>
                        <a:pt x="5410933" y="1765955"/>
                        <a:pt x="5364970" y="1705130"/>
                        <a:pt x="5349226" y="1675527"/>
                      </a:cubicBezTo>
                      <a:cubicBezTo>
                        <a:pt x="5340873" y="1658473"/>
                        <a:pt x="5344415" y="1653006"/>
                        <a:pt x="5332520" y="1641419"/>
                      </a:cubicBezTo>
                      <a:cubicBezTo>
                        <a:pt x="5330596" y="1632411"/>
                        <a:pt x="5320625" y="1629831"/>
                        <a:pt x="5314197" y="1621785"/>
                      </a:cubicBezTo>
                      <a:cubicBezTo>
                        <a:pt x="5305843" y="1604731"/>
                        <a:pt x="5302956" y="1591219"/>
                        <a:pt x="5288482" y="1589602"/>
                      </a:cubicBezTo>
                      <a:cubicBezTo>
                        <a:pt x="5243175" y="1509799"/>
                        <a:pt x="5173422" y="1425798"/>
                        <a:pt x="5106557" y="1355311"/>
                      </a:cubicBezTo>
                      <a:cubicBezTo>
                        <a:pt x="5110098" y="1349844"/>
                        <a:pt x="5110098" y="1349844"/>
                        <a:pt x="5109135" y="1345340"/>
                      </a:cubicBezTo>
                      <a:cubicBezTo>
                        <a:pt x="5109135" y="1345340"/>
                        <a:pt x="5110098" y="1349844"/>
                        <a:pt x="5110098" y="1349844"/>
                      </a:cubicBezTo>
                      <a:cubicBezTo>
                        <a:pt x="5114602" y="1348882"/>
                        <a:pt x="5114602" y="1348882"/>
                        <a:pt x="5114602" y="1348882"/>
                      </a:cubicBezTo>
                      <a:cubicBezTo>
                        <a:pt x="5114602" y="1348882"/>
                        <a:pt x="5113640" y="1344378"/>
                        <a:pt x="5108173" y="1340837"/>
                      </a:cubicBezTo>
                      <a:cubicBezTo>
                        <a:pt x="5107211" y="1336333"/>
                        <a:pt x="5111715" y="1335370"/>
                        <a:pt x="5105286" y="1327325"/>
                      </a:cubicBezTo>
                      <a:cubicBezTo>
                        <a:pt x="5101745" y="1332790"/>
                        <a:pt x="5096279" y="1329249"/>
                        <a:pt x="5084383" y="1317661"/>
                      </a:cubicBezTo>
                      <a:cubicBezTo>
                        <a:pt x="5083421" y="1313158"/>
                        <a:pt x="5083421" y="1313158"/>
                        <a:pt x="5083421" y="1313158"/>
                      </a:cubicBezTo>
                      <a:cubicBezTo>
                        <a:pt x="5083421" y="1313158"/>
                        <a:pt x="5078918" y="1314120"/>
                        <a:pt x="5077955" y="1309615"/>
                      </a:cubicBezTo>
                      <a:cubicBezTo>
                        <a:pt x="5077955" y="1309615"/>
                        <a:pt x="5076993" y="1305112"/>
                        <a:pt x="5076993" y="1305112"/>
                      </a:cubicBezTo>
                      <a:cubicBezTo>
                        <a:pt x="5072489" y="1306074"/>
                        <a:pt x="5072489" y="1306074"/>
                        <a:pt x="5072489" y="1306074"/>
                      </a:cubicBezTo>
                      <a:cubicBezTo>
                        <a:pt x="5071526" y="1301570"/>
                        <a:pt x="5071526" y="1301570"/>
                        <a:pt x="5066060" y="1298028"/>
                      </a:cubicBezTo>
                      <a:cubicBezTo>
                        <a:pt x="5068640" y="1288058"/>
                        <a:pt x="5047736" y="1278395"/>
                        <a:pt x="5052241" y="1277432"/>
                      </a:cubicBezTo>
                      <a:cubicBezTo>
                        <a:pt x="5052241" y="1277432"/>
                        <a:pt x="5056745" y="1276470"/>
                        <a:pt x="5056745" y="1276470"/>
                      </a:cubicBezTo>
                      <a:cubicBezTo>
                        <a:pt x="5057707" y="1280973"/>
                        <a:pt x="5062211" y="1280011"/>
                        <a:pt x="5062211" y="1280011"/>
                      </a:cubicBezTo>
                      <a:cubicBezTo>
                        <a:pt x="5061248" y="1275508"/>
                        <a:pt x="5056745" y="1276470"/>
                        <a:pt x="5055783" y="1271966"/>
                      </a:cubicBezTo>
                      <a:cubicBezTo>
                        <a:pt x="5055783" y="1271966"/>
                        <a:pt x="5050316" y="1268424"/>
                        <a:pt x="5050316" y="1268424"/>
                      </a:cubicBezTo>
                      <a:cubicBezTo>
                        <a:pt x="5043887" y="1260378"/>
                        <a:pt x="5037458" y="1252333"/>
                        <a:pt x="5032955" y="1253295"/>
                      </a:cubicBezTo>
                      <a:cubicBezTo>
                        <a:pt x="5032955" y="1253295"/>
                        <a:pt x="5032955" y="1253295"/>
                        <a:pt x="5031993" y="1248791"/>
                      </a:cubicBezTo>
                      <a:cubicBezTo>
                        <a:pt x="5031993" y="1248791"/>
                        <a:pt x="5031030" y="1244286"/>
                        <a:pt x="5025564" y="1240744"/>
                      </a:cubicBezTo>
                      <a:cubicBezTo>
                        <a:pt x="5025564" y="1240744"/>
                        <a:pt x="5021059" y="1241707"/>
                        <a:pt x="5021059" y="1241707"/>
                      </a:cubicBezTo>
                      <a:cubicBezTo>
                        <a:pt x="5021059" y="1241707"/>
                        <a:pt x="5022022" y="1246211"/>
                        <a:pt x="5022022" y="1246211"/>
                      </a:cubicBezTo>
                      <a:cubicBezTo>
                        <a:pt x="5021059" y="1241707"/>
                        <a:pt x="5020097" y="1237204"/>
                        <a:pt x="5014631" y="1233661"/>
                      </a:cubicBezTo>
                      <a:cubicBezTo>
                        <a:pt x="5015593" y="1238166"/>
                        <a:pt x="5011090" y="1239128"/>
                        <a:pt x="5005623" y="1235586"/>
                      </a:cubicBezTo>
                      <a:cubicBezTo>
                        <a:pt x="5010127" y="1234623"/>
                        <a:pt x="5004661" y="1231082"/>
                        <a:pt x="5003698" y="1226578"/>
                      </a:cubicBezTo>
                      <a:cubicBezTo>
                        <a:pt x="4998232" y="1223036"/>
                        <a:pt x="4998232" y="1223036"/>
                        <a:pt x="4998232" y="1223036"/>
                      </a:cubicBezTo>
                      <a:cubicBezTo>
                        <a:pt x="4997269" y="1218532"/>
                        <a:pt x="4997269" y="1218532"/>
                        <a:pt x="4997269" y="1218532"/>
                      </a:cubicBezTo>
                      <a:cubicBezTo>
                        <a:pt x="4992766" y="1219494"/>
                        <a:pt x="4992766" y="1219494"/>
                        <a:pt x="4992766" y="1219494"/>
                      </a:cubicBezTo>
                      <a:cubicBezTo>
                        <a:pt x="4992766" y="1219494"/>
                        <a:pt x="4992766" y="1219494"/>
                        <a:pt x="4993728" y="1223998"/>
                      </a:cubicBezTo>
                      <a:cubicBezTo>
                        <a:pt x="4975404" y="1204365"/>
                        <a:pt x="4957081" y="1184731"/>
                        <a:pt x="4947111" y="1182152"/>
                      </a:cubicBezTo>
                      <a:cubicBezTo>
                        <a:pt x="4941644" y="1178611"/>
                        <a:pt x="4941644" y="1178611"/>
                        <a:pt x="4940682" y="1174106"/>
                      </a:cubicBezTo>
                      <a:cubicBezTo>
                        <a:pt x="4935215" y="1170564"/>
                        <a:pt x="4935215" y="1170564"/>
                        <a:pt x="4930712" y="1171526"/>
                      </a:cubicBezTo>
                      <a:lnTo>
                        <a:pt x="4931467" y="1175063"/>
                      </a:lnTo>
                      <a:lnTo>
                        <a:pt x="4916930" y="1163507"/>
                      </a:lnTo>
                      <a:cubicBezTo>
                        <a:pt x="4900789" y="1149956"/>
                        <a:pt x="4893737" y="1141749"/>
                        <a:pt x="4867695" y="1119055"/>
                      </a:cubicBezTo>
                      <a:cubicBezTo>
                        <a:pt x="4852257" y="1112934"/>
                        <a:pt x="4846792" y="1109391"/>
                        <a:pt x="4842287" y="1110354"/>
                      </a:cubicBezTo>
                      <a:cubicBezTo>
                        <a:pt x="4841325" y="1105850"/>
                        <a:pt x="4845830" y="1104888"/>
                        <a:pt x="4839401" y="1096842"/>
                      </a:cubicBezTo>
                      <a:cubicBezTo>
                        <a:pt x="4830393" y="1098766"/>
                        <a:pt x="4827506" y="1085254"/>
                        <a:pt x="4811106" y="1074629"/>
                      </a:cubicBezTo>
                      <a:cubicBezTo>
                        <a:pt x="4794707" y="1064004"/>
                        <a:pt x="4808528" y="1084600"/>
                        <a:pt x="4791166" y="1069470"/>
                      </a:cubicBezTo>
                      <a:cubicBezTo>
                        <a:pt x="4806603" y="1075591"/>
                        <a:pt x="4789242" y="1060462"/>
                        <a:pt x="4772842" y="1049837"/>
                      </a:cubicBezTo>
                      <a:cubicBezTo>
                        <a:pt x="4777346" y="1048874"/>
                        <a:pt x="4777346" y="1048874"/>
                        <a:pt x="4777346" y="1048874"/>
                      </a:cubicBezTo>
                      <a:cubicBezTo>
                        <a:pt x="4782813" y="1052416"/>
                        <a:pt x="4788280" y="1055958"/>
                        <a:pt x="4787317" y="1051454"/>
                      </a:cubicBezTo>
                      <a:cubicBezTo>
                        <a:pt x="4787317" y="1051454"/>
                        <a:pt x="4786355" y="1046950"/>
                        <a:pt x="4780888" y="1043408"/>
                      </a:cubicBezTo>
                      <a:cubicBezTo>
                        <a:pt x="4775422" y="1039866"/>
                        <a:pt x="4775422" y="1039866"/>
                        <a:pt x="4775422" y="1039866"/>
                      </a:cubicBezTo>
                      <a:cubicBezTo>
                        <a:pt x="4779926" y="1038904"/>
                        <a:pt x="4787317" y="1051454"/>
                        <a:pt x="4790858" y="1045987"/>
                      </a:cubicBezTo>
                      <a:cubicBezTo>
                        <a:pt x="4779926" y="1038904"/>
                        <a:pt x="4773497" y="1030859"/>
                        <a:pt x="4768993" y="1031821"/>
                      </a:cubicBezTo>
                      <a:cubicBezTo>
                        <a:pt x="4764490" y="1032783"/>
                        <a:pt x="4764490" y="1032783"/>
                        <a:pt x="4763527" y="1028279"/>
                      </a:cubicBezTo>
                      <a:cubicBezTo>
                        <a:pt x="4758061" y="1024737"/>
                        <a:pt x="4752594" y="1021196"/>
                        <a:pt x="4748090" y="1022158"/>
                      </a:cubicBezTo>
                      <a:cubicBezTo>
                        <a:pt x="4748090" y="1022158"/>
                        <a:pt x="4749052" y="1026661"/>
                        <a:pt x="4754519" y="1030204"/>
                      </a:cubicBezTo>
                      <a:cubicBezTo>
                        <a:pt x="4755481" y="1034708"/>
                        <a:pt x="4755481" y="1034708"/>
                        <a:pt x="4755481" y="1034708"/>
                      </a:cubicBezTo>
                      <a:cubicBezTo>
                        <a:pt x="4745511" y="1032128"/>
                        <a:pt x="4747435" y="1041136"/>
                        <a:pt x="4739082" y="1024083"/>
                      </a:cubicBezTo>
                      <a:cubicBezTo>
                        <a:pt x="4735540" y="1029548"/>
                        <a:pt x="4746473" y="1036632"/>
                        <a:pt x="4747435" y="1041136"/>
                      </a:cubicBezTo>
                      <a:cubicBezTo>
                        <a:pt x="4730074" y="1026007"/>
                        <a:pt x="4733615" y="1020541"/>
                        <a:pt x="4722683" y="1013457"/>
                      </a:cubicBezTo>
                      <a:cubicBezTo>
                        <a:pt x="4727188" y="1012495"/>
                        <a:pt x="4728150" y="1016998"/>
                        <a:pt x="4728150" y="1016998"/>
                      </a:cubicBezTo>
                      <a:cubicBezTo>
                        <a:pt x="4733615" y="1020541"/>
                        <a:pt x="4733615" y="1020541"/>
                        <a:pt x="4737157" y="1015074"/>
                      </a:cubicBezTo>
                      <a:cubicBezTo>
                        <a:pt x="4737157" y="1015074"/>
                        <a:pt x="4731691" y="1011533"/>
                        <a:pt x="4726225" y="1007991"/>
                      </a:cubicBezTo>
                      <a:cubicBezTo>
                        <a:pt x="4736195" y="1010571"/>
                        <a:pt x="4735233" y="1006066"/>
                        <a:pt x="4725263" y="1003486"/>
                      </a:cubicBezTo>
                      <a:cubicBezTo>
                        <a:pt x="4724301" y="998982"/>
                        <a:pt x="4724301" y="998982"/>
                        <a:pt x="4724301" y="998982"/>
                      </a:cubicBezTo>
                      <a:cubicBezTo>
                        <a:pt x="4729766" y="1002524"/>
                        <a:pt x="4728804" y="998020"/>
                        <a:pt x="4728804" y="998020"/>
                      </a:cubicBezTo>
                      <a:cubicBezTo>
                        <a:pt x="4723338" y="994478"/>
                        <a:pt x="4723338" y="994478"/>
                        <a:pt x="4718834" y="995441"/>
                      </a:cubicBezTo>
                      <a:cubicBezTo>
                        <a:pt x="4717872" y="990937"/>
                        <a:pt x="4717872" y="990937"/>
                        <a:pt x="4713367" y="991899"/>
                      </a:cubicBezTo>
                      <a:cubicBezTo>
                        <a:pt x="4706939" y="983853"/>
                        <a:pt x="4706939" y="983853"/>
                        <a:pt x="4700511" y="975807"/>
                      </a:cubicBezTo>
                      <a:cubicBezTo>
                        <a:pt x="4705976" y="979349"/>
                        <a:pt x="4705976" y="979349"/>
                        <a:pt x="4705976" y="979349"/>
                      </a:cubicBezTo>
                      <a:cubicBezTo>
                        <a:pt x="4711443" y="982891"/>
                        <a:pt x="4715947" y="981929"/>
                        <a:pt x="4715947" y="981929"/>
                      </a:cubicBezTo>
                      <a:cubicBezTo>
                        <a:pt x="4714985" y="977425"/>
                        <a:pt x="4709518" y="973882"/>
                        <a:pt x="4704052" y="970341"/>
                      </a:cubicBezTo>
                      <a:cubicBezTo>
                        <a:pt x="4698586" y="966799"/>
                        <a:pt x="4698586" y="966799"/>
                        <a:pt x="4698586" y="966799"/>
                      </a:cubicBezTo>
                      <a:cubicBezTo>
                        <a:pt x="4693119" y="963257"/>
                        <a:pt x="4693119" y="963257"/>
                        <a:pt x="4693119" y="963257"/>
                      </a:cubicBezTo>
                      <a:cubicBezTo>
                        <a:pt x="4687653" y="959715"/>
                        <a:pt x="4683149" y="960677"/>
                        <a:pt x="4684112" y="965182"/>
                      </a:cubicBezTo>
                      <a:cubicBezTo>
                        <a:pt x="4684112" y="965182"/>
                        <a:pt x="4685074" y="969686"/>
                        <a:pt x="4690540" y="973228"/>
                      </a:cubicBezTo>
                      <a:cubicBezTo>
                        <a:pt x="4690540" y="973228"/>
                        <a:pt x="4690540" y="973228"/>
                        <a:pt x="4695044" y="972266"/>
                      </a:cubicBezTo>
                      <a:cubicBezTo>
                        <a:pt x="4700511" y="975807"/>
                        <a:pt x="4700511" y="975807"/>
                        <a:pt x="4700511" y="975807"/>
                      </a:cubicBezTo>
                      <a:cubicBezTo>
                        <a:pt x="4676065" y="971611"/>
                        <a:pt x="4696969" y="981274"/>
                        <a:pt x="4708863" y="992861"/>
                      </a:cubicBezTo>
                      <a:cubicBezTo>
                        <a:pt x="4703397" y="989319"/>
                        <a:pt x="4703397" y="989319"/>
                        <a:pt x="4703397" y="989319"/>
                      </a:cubicBezTo>
                      <a:cubicBezTo>
                        <a:pt x="4703397" y="989319"/>
                        <a:pt x="4704360" y="993823"/>
                        <a:pt x="4704360" y="993823"/>
                      </a:cubicBezTo>
                      <a:cubicBezTo>
                        <a:pt x="4704360" y="993823"/>
                        <a:pt x="4704360" y="993823"/>
                        <a:pt x="4705322" y="998327"/>
                      </a:cubicBezTo>
                      <a:cubicBezTo>
                        <a:pt x="4709825" y="997365"/>
                        <a:pt x="4709825" y="997365"/>
                        <a:pt x="4709825" y="997365"/>
                      </a:cubicBezTo>
                      <a:cubicBezTo>
                        <a:pt x="4715292" y="1000907"/>
                        <a:pt x="4715292" y="1000907"/>
                        <a:pt x="4715292" y="1000907"/>
                      </a:cubicBezTo>
                      <a:cubicBezTo>
                        <a:pt x="4710787" y="1001869"/>
                        <a:pt x="4710787" y="1001869"/>
                        <a:pt x="4710787" y="1001869"/>
                      </a:cubicBezTo>
                      <a:cubicBezTo>
                        <a:pt x="4710787" y="1001869"/>
                        <a:pt x="4711750" y="1006373"/>
                        <a:pt x="4716254" y="1005411"/>
                      </a:cubicBezTo>
                      <a:cubicBezTo>
                        <a:pt x="4717216" y="1009915"/>
                        <a:pt x="4717216" y="1009915"/>
                        <a:pt x="4717216" y="1009915"/>
                      </a:cubicBezTo>
                      <a:cubicBezTo>
                        <a:pt x="4702742" y="1008298"/>
                        <a:pt x="4696313" y="1000252"/>
                        <a:pt x="4678952" y="985123"/>
                      </a:cubicBezTo>
                      <a:cubicBezTo>
                        <a:pt x="4683456" y="984160"/>
                        <a:pt x="4683456" y="984160"/>
                        <a:pt x="4683456" y="984160"/>
                      </a:cubicBezTo>
                      <a:cubicBezTo>
                        <a:pt x="4687961" y="983198"/>
                        <a:pt x="4687961" y="983198"/>
                        <a:pt x="4687961" y="983198"/>
                      </a:cubicBezTo>
                      <a:cubicBezTo>
                        <a:pt x="4682494" y="979656"/>
                        <a:pt x="4682494" y="979656"/>
                        <a:pt x="4682494" y="979656"/>
                      </a:cubicBezTo>
                      <a:cubicBezTo>
                        <a:pt x="4677990" y="980618"/>
                        <a:pt x="4677990" y="980618"/>
                        <a:pt x="4677990" y="980618"/>
                      </a:cubicBezTo>
                      <a:cubicBezTo>
                        <a:pt x="4672523" y="977077"/>
                        <a:pt x="4672523" y="977077"/>
                        <a:pt x="4672523" y="977077"/>
                      </a:cubicBezTo>
                      <a:cubicBezTo>
                        <a:pt x="4667058" y="973535"/>
                        <a:pt x="4670599" y="968069"/>
                        <a:pt x="4659666" y="960985"/>
                      </a:cubicBezTo>
                      <a:cubicBezTo>
                        <a:pt x="4658704" y="956481"/>
                        <a:pt x="4658704" y="956481"/>
                        <a:pt x="4658704" y="956481"/>
                      </a:cubicBezTo>
                      <a:cubicBezTo>
                        <a:pt x="4654200" y="957443"/>
                        <a:pt x="4653237" y="952939"/>
                        <a:pt x="4653237" y="952939"/>
                      </a:cubicBezTo>
                      <a:cubicBezTo>
                        <a:pt x="4648733" y="953901"/>
                        <a:pt x="4648733" y="953901"/>
                        <a:pt x="4648733" y="953901"/>
                      </a:cubicBezTo>
                      <a:cubicBezTo>
                        <a:pt x="4649695" y="958406"/>
                        <a:pt x="4649695" y="958406"/>
                        <a:pt x="4649695" y="958406"/>
                      </a:cubicBezTo>
                      <a:cubicBezTo>
                        <a:pt x="4638763" y="951322"/>
                        <a:pt x="4635876" y="937810"/>
                        <a:pt x="4626869" y="939735"/>
                      </a:cubicBezTo>
                      <a:cubicBezTo>
                        <a:pt x="4626869" y="939735"/>
                        <a:pt x="4622364" y="940697"/>
                        <a:pt x="4621402" y="936193"/>
                      </a:cubicBezTo>
                      <a:cubicBezTo>
                        <a:pt x="4621402" y="936193"/>
                        <a:pt x="4616898" y="937155"/>
                        <a:pt x="4616898" y="937155"/>
                      </a:cubicBezTo>
                      <a:cubicBezTo>
                        <a:pt x="4617860" y="941660"/>
                        <a:pt x="4617860" y="941660"/>
                        <a:pt x="4617860" y="941660"/>
                      </a:cubicBezTo>
                      <a:cubicBezTo>
                        <a:pt x="4593108" y="913980"/>
                        <a:pt x="4606928" y="934575"/>
                        <a:pt x="4597919" y="936500"/>
                      </a:cubicBezTo>
                      <a:cubicBezTo>
                        <a:pt x="4589565" y="919446"/>
                        <a:pt x="4556768" y="898195"/>
                        <a:pt x="4529437" y="880487"/>
                      </a:cubicBezTo>
                      <a:cubicBezTo>
                        <a:pt x="4525895" y="885952"/>
                        <a:pt x="4525895" y="885952"/>
                        <a:pt x="4525895" y="885952"/>
                      </a:cubicBezTo>
                      <a:cubicBezTo>
                        <a:pt x="4524932" y="881449"/>
                        <a:pt x="4524932" y="881449"/>
                        <a:pt x="4524932" y="881449"/>
                      </a:cubicBezTo>
                      <a:cubicBezTo>
                        <a:pt x="4524932" y="881449"/>
                        <a:pt x="4523970" y="876945"/>
                        <a:pt x="4519466" y="877907"/>
                      </a:cubicBezTo>
                      <a:cubicBezTo>
                        <a:pt x="4519466" y="877907"/>
                        <a:pt x="4520428" y="882411"/>
                        <a:pt x="4520428" y="882411"/>
                      </a:cubicBezTo>
                      <a:cubicBezTo>
                        <a:pt x="4504029" y="871786"/>
                        <a:pt x="4491171" y="855694"/>
                        <a:pt x="4484744" y="847649"/>
                      </a:cubicBezTo>
                      <a:cubicBezTo>
                        <a:pt x="4481201" y="853114"/>
                        <a:pt x="4482164" y="857619"/>
                        <a:pt x="4476697" y="854077"/>
                      </a:cubicBezTo>
                      <a:cubicBezTo>
                        <a:pt x="4475735" y="849573"/>
                        <a:pt x="4475735" y="849573"/>
                        <a:pt x="4470269" y="846031"/>
                      </a:cubicBezTo>
                      <a:cubicBezTo>
                        <a:pt x="4466727" y="851498"/>
                        <a:pt x="4465765" y="846993"/>
                        <a:pt x="4459336" y="838948"/>
                      </a:cubicBezTo>
                      <a:cubicBezTo>
                        <a:pt x="4459336" y="838948"/>
                        <a:pt x="4459336" y="838948"/>
                        <a:pt x="4463840" y="837986"/>
                      </a:cubicBezTo>
                      <a:cubicBezTo>
                        <a:pt x="4463840" y="837986"/>
                        <a:pt x="4463840" y="837986"/>
                        <a:pt x="4462878" y="833481"/>
                      </a:cubicBezTo>
                      <a:cubicBezTo>
                        <a:pt x="4458374" y="834444"/>
                        <a:pt x="4457411" y="829940"/>
                        <a:pt x="4452907" y="830902"/>
                      </a:cubicBezTo>
                      <a:cubicBezTo>
                        <a:pt x="4452907" y="830902"/>
                        <a:pt x="4448404" y="831864"/>
                        <a:pt x="4448404" y="831864"/>
                      </a:cubicBezTo>
                      <a:cubicBezTo>
                        <a:pt x="4446479" y="822856"/>
                        <a:pt x="4400168" y="804493"/>
                        <a:pt x="4411102" y="811576"/>
                      </a:cubicBezTo>
                      <a:cubicBezTo>
                        <a:pt x="4424614" y="808689"/>
                        <a:pt x="4410446" y="830554"/>
                        <a:pt x="4422996" y="823163"/>
                      </a:cubicBezTo>
                      <a:cubicBezTo>
                        <a:pt x="4426538" y="817697"/>
                        <a:pt x="4436508" y="820277"/>
                        <a:pt x="4442937" y="828322"/>
                      </a:cubicBezTo>
                      <a:cubicBezTo>
                        <a:pt x="4438433" y="829284"/>
                        <a:pt x="4438433" y="829284"/>
                        <a:pt x="4437470" y="824781"/>
                      </a:cubicBezTo>
                      <a:cubicBezTo>
                        <a:pt x="4432966" y="825743"/>
                        <a:pt x="4432966" y="825743"/>
                        <a:pt x="4432966" y="825743"/>
                      </a:cubicBezTo>
                      <a:cubicBezTo>
                        <a:pt x="4428463" y="826705"/>
                        <a:pt x="4433928" y="830246"/>
                        <a:pt x="4433928" y="830246"/>
                      </a:cubicBezTo>
                      <a:cubicBezTo>
                        <a:pt x="4439395" y="833789"/>
                        <a:pt x="4439395" y="833789"/>
                        <a:pt x="4439395" y="833789"/>
                      </a:cubicBezTo>
                      <a:cubicBezTo>
                        <a:pt x="4434891" y="834751"/>
                        <a:pt x="4434891" y="834751"/>
                        <a:pt x="4434891" y="834751"/>
                      </a:cubicBezTo>
                      <a:cubicBezTo>
                        <a:pt x="4433928" y="830246"/>
                        <a:pt x="4429425" y="831209"/>
                        <a:pt x="4429425" y="831209"/>
                      </a:cubicBezTo>
                      <a:cubicBezTo>
                        <a:pt x="4429425" y="831209"/>
                        <a:pt x="4430387" y="835713"/>
                        <a:pt x="4430387" y="835713"/>
                      </a:cubicBezTo>
                      <a:cubicBezTo>
                        <a:pt x="4435853" y="839255"/>
                        <a:pt x="4435853" y="839255"/>
                        <a:pt x="4435853" y="839255"/>
                      </a:cubicBezTo>
                      <a:cubicBezTo>
                        <a:pt x="4441320" y="842797"/>
                        <a:pt x="4441320" y="842797"/>
                        <a:pt x="4441320" y="842797"/>
                      </a:cubicBezTo>
                      <a:cubicBezTo>
                        <a:pt x="4441320" y="842797"/>
                        <a:pt x="4431350" y="840217"/>
                        <a:pt x="4431350" y="840217"/>
                      </a:cubicBezTo>
                      <a:cubicBezTo>
                        <a:pt x="4425883" y="836675"/>
                        <a:pt x="4425883" y="836675"/>
                        <a:pt x="4425883" y="836675"/>
                      </a:cubicBezTo>
                      <a:cubicBezTo>
                        <a:pt x="4420416" y="833133"/>
                        <a:pt x="4420416" y="833133"/>
                        <a:pt x="4420416" y="833133"/>
                      </a:cubicBezTo>
                      <a:cubicBezTo>
                        <a:pt x="4419454" y="828630"/>
                        <a:pt x="4413988" y="825088"/>
                        <a:pt x="4409484" y="826050"/>
                      </a:cubicBezTo>
                      <a:cubicBezTo>
                        <a:pt x="4404980" y="827012"/>
                        <a:pt x="4405942" y="831517"/>
                        <a:pt x="4411408" y="835058"/>
                      </a:cubicBezTo>
                      <a:cubicBezTo>
                        <a:pt x="4411408" y="835058"/>
                        <a:pt x="4411408" y="835058"/>
                        <a:pt x="4412371" y="839562"/>
                      </a:cubicBezTo>
                      <a:cubicBezTo>
                        <a:pt x="4395972" y="828937"/>
                        <a:pt x="4409484" y="826050"/>
                        <a:pt x="4389543" y="820892"/>
                      </a:cubicBezTo>
                      <a:cubicBezTo>
                        <a:pt x="4394047" y="819929"/>
                        <a:pt x="4394047" y="819929"/>
                        <a:pt x="4394047" y="819929"/>
                      </a:cubicBezTo>
                      <a:cubicBezTo>
                        <a:pt x="4394047" y="819929"/>
                        <a:pt x="4394047" y="819929"/>
                        <a:pt x="4393085" y="815425"/>
                      </a:cubicBezTo>
                      <a:cubicBezTo>
                        <a:pt x="4388581" y="816387"/>
                        <a:pt x="4388581" y="816387"/>
                        <a:pt x="4388581" y="816387"/>
                      </a:cubicBezTo>
                      <a:cubicBezTo>
                        <a:pt x="4388581" y="816387"/>
                        <a:pt x="4384076" y="817349"/>
                        <a:pt x="4384076" y="817349"/>
                      </a:cubicBezTo>
                      <a:cubicBezTo>
                        <a:pt x="4378611" y="813807"/>
                        <a:pt x="4378611" y="813807"/>
                        <a:pt x="4378611" y="813807"/>
                      </a:cubicBezTo>
                      <a:cubicBezTo>
                        <a:pt x="4373144" y="810266"/>
                        <a:pt x="4373144" y="810266"/>
                        <a:pt x="4362211" y="803182"/>
                      </a:cubicBezTo>
                      <a:cubicBezTo>
                        <a:pt x="4355128" y="814115"/>
                        <a:pt x="4332300" y="795443"/>
                        <a:pt x="4335187" y="808956"/>
                      </a:cubicBezTo>
                      <a:cubicBezTo>
                        <a:pt x="4344195" y="807031"/>
                        <a:pt x="4350624" y="815078"/>
                        <a:pt x="4360594" y="817656"/>
                      </a:cubicBezTo>
                      <a:cubicBezTo>
                        <a:pt x="4350624" y="815078"/>
                        <a:pt x="4350624" y="815078"/>
                        <a:pt x="4351586" y="819581"/>
                      </a:cubicBezTo>
                      <a:cubicBezTo>
                        <a:pt x="4351586" y="819581"/>
                        <a:pt x="4351586" y="819581"/>
                        <a:pt x="4352548" y="824085"/>
                      </a:cubicBezTo>
                      <a:cubicBezTo>
                        <a:pt x="4340653" y="812498"/>
                        <a:pt x="4324255" y="801873"/>
                        <a:pt x="4308817" y="795751"/>
                      </a:cubicBezTo>
                      <a:cubicBezTo>
                        <a:pt x="4297885" y="788667"/>
                        <a:pt x="4281486" y="778042"/>
                        <a:pt x="4266049" y="771921"/>
                      </a:cubicBezTo>
                      <a:cubicBezTo>
                        <a:pt x="4271515" y="775463"/>
                        <a:pt x="4281486" y="778042"/>
                        <a:pt x="4275057" y="769997"/>
                      </a:cubicBezTo>
                      <a:cubicBezTo>
                        <a:pt x="4255116" y="764837"/>
                        <a:pt x="4255116" y="764837"/>
                        <a:pt x="4253192" y="755830"/>
                      </a:cubicBezTo>
                      <a:cubicBezTo>
                        <a:pt x="4233250" y="750670"/>
                        <a:pt x="4225860" y="738120"/>
                        <a:pt x="4233250" y="750670"/>
                      </a:cubicBezTo>
                      <a:cubicBezTo>
                        <a:pt x="4228747" y="751632"/>
                        <a:pt x="4228747" y="751632"/>
                        <a:pt x="4224243" y="752594"/>
                      </a:cubicBezTo>
                      <a:cubicBezTo>
                        <a:pt x="4197873" y="739390"/>
                        <a:pt x="4172466" y="730690"/>
                        <a:pt x="4150601" y="716522"/>
                      </a:cubicBezTo>
                      <a:cubicBezTo>
                        <a:pt x="4146097" y="717485"/>
                        <a:pt x="4140630" y="713943"/>
                        <a:pt x="4135164" y="710400"/>
                      </a:cubicBezTo>
                      <a:cubicBezTo>
                        <a:pt x="4155104" y="715560"/>
                        <a:pt x="4169580" y="717178"/>
                        <a:pt x="4189520" y="722336"/>
                      </a:cubicBezTo>
                      <a:cubicBezTo>
                        <a:pt x="4189520" y="722336"/>
                        <a:pt x="4205919" y="732962"/>
                        <a:pt x="4188557" y="717832"/>
                      </a:cubicBezTo>
                      <a:cubicBezTo>
                        <a:pt x="4194024" y="721374"/>
                        <a:pt x="4203995" y="723954"/>
                        <a:pt x="4197566" y="715907"/>
                      </a:cubicBezTo>
                      <a:cubicBezTo>
                        <a:pt x="4179550" y="719756"/>
                        <a:pt x="4158646" y="710093"/>
                        <a:pt x="4134202" y="705897"/>
                      </a:cubicBezTo>
                      <a:cubicBezTo>
                        <a:pt x="4138705" y="704935"/>
                        <a:pt x="4137743" y="700431"/>
                        <a:pt x="4133240" y="701393"/>
                      </a:cubicBezTo>
                      <a:cubicBezTo>
                        <a:pt x="4137743" y="700431"/>
                        <a:pt x="4137743" y="700431"/>
                        <a:pt x="4137743" y="700431"/>
                      </a:cubicBezTo>
                      <a:cubicBezTo>
                        <a:pt x="4136781" y="695926"/>
                        <a:pt x="4136781" y="695926"/>
                        <a:pt x="4132277" y="696888"/>
                      </a:cubicBezTo>
                      <a:cubicBezTo>
                        <a:pt x="4131315" y="692385"/>
                        <a:pt x="4121344" y="689805"/>
                        <a:pt x="4111373" y="687226"/>
                      </a:cubicBezTo>
                      <a:cubicBezTo>
                        <a:pt x="4106870" y="688188"/>
                        <a:pt x="4106870" y="688188"/>
                        <a:pt x="4106870" y="688188"/>
                      </a:cubicBezTo>
                      <a:cubicBezTo>
                        <a:pt x="4105908" y="683684"/>
                        <a:pt x="4105908" y="683684"/>
                        <a:pt x="4101403" y="684647"/>
                      </a:cubicBezTo>
                      <a:cubicBezTo>
                        <a:pt x="4095937" y="681105"/>
                        <a:pt x="4095937" y="681105"/>
                        <a:pt x="4090471" y="677562"/>
                      </a:cubicBezTo>
                      <a:cubicBezTo>
                        <a:pt x="4090471" y="677562"/>
                        <a:pt x="4089509" y="673058"/>
                        <a:pt x="4089509" y="673058"/>
                      </a:cubicBezTo>
                      <a:cubicBezTo>
                        <a:pt x="4084042" y="669517"/>
                        <a:pt x="4084042" y="669517"/>
                        <a:pt x="4084042" y="669517"/>
                      </a:cubicBezTo>
                      <a:cubicBezTo>
                        <a:pt x="4080500" y="674983"/>
                        <a:pt x="4080500" y="674983"/>
                        <a:pt x="4080500" y="674983"/>
                      </a:cubicBezTo>
                      <a:cubicBezTo>
                        <a:pt x="4069568" y="667900"/>
                        <a:pt x="4060559" y="669824"/>
                        <a:pt x="4050589" y="667244"/>
                      </a:cubicBezTo>
                      <a:cubicBezTo>
                        <a:pt x="4050589" y="667244"/>
                        <a:pt x="4055093" y="666282"/>
                        <a:pt x="4055093" y="666282"/>
                      </a:cubicBezTo>
                      <a:cubicBezTo>
                        <a:pt x="4055093" y="666282"/>
                        <a:pt x="4055093" y="666282"/>
                        <a:pt x="4054131" y="661779"/>
                      </a:cubicBezTo>
                      <a:cubicBezTo>
                        <a:pt x="4054131" y="661779"/>
                        <a:pt x="4049627" y="662741"/>
                        <a:pt x="4049627" y="662741"/>
                      </a:cubicBezTo>
                      <a:cubicBezTo>
                        <a:pt x="4049627" y="662741"/>
                        <a:pt x="4045123" y="663703"/>
                        <a:pt x="4045123" y="663703"/>
                      </a:cubicBezTo>
                      <a:cubicBezTo>
                        <a:pt x="4053169" y="657274"/>
                        <a:pt x="4009745" y="652423"/>
                        <a:pt x="4030648" y="662086"/>
                      </a:cubicBezTo>
                      <a:cubicBezTo>
                        <a:pt x="4031611" y="666590"/>
                        <a:pt x="4036115" y="665628"/>
                        <a:pt x="4036115" y="665628"/>
                      </a:cubicBezTo>
                      <a:cubicBezTo>
                        <a:pt x="4023564" y="673018"/>
                        <a:pt x="4065063" y="668862"/>
                        <a:pt x="4080500" y="674983"/>
                      </a:cubicBezTo>
                      <a:cubicBezTo>
                        <a:pt x="4075996" y="675945"/>
                        <a:pt x="4075996" y="675945"/>
                        <a:pt x="4071492" y="676907"/>
                      </a:cubicBezTo>
                      <a:cubicBezTo>
                        <a:pt x="4071492" y="676907"/>
                        <a:pt x="4072455" y="681412"/>
                        <a:pt x="4072455" y="681412"/>
                      </a:cubicBezTo>
                      <a:cubicBezTo>
                        <a:pt x="4076958" y="680449"/>
                        <a:pt x="4076958" y="680449"/>
                        <a:pt x="4076958" y="680449"/>
                      </a:cubicBezTo>
                      <a:cubicBezTo>
                        <a:pt x="4077920" y="684954"/>
                        <a:pt x="4082425" y="683991"/>
                        <a:pt x="4082425" y="683991"/>
                      </a:cubicBezTo>
                      <a:cubicBezTo>
                        <a:pt x="4086929" y="683029"/>
                        <a:pt x="4086929" y="683029"/>
                        <a:pt x="4086929" y="683029"/>
                      </a:cubicBezTo>
                      <a:cubicBezTo>
                        <a:pt x="4108795" y="697197"/>
                        <a:pt x="4062484" y="678832"/>
                        <a:pt x="4083387" y="688496"/>
                      </a:cubicBezTo>
                      <a:cubicBezTo>
                        <a:pt x="4073417" y="685916"/>
                        <a:pt x="4063446" y="683336"/>
                        <a:pt x="4053476" y="680756"/>
                      </a:cubicBezTo>
                      <a:cubicBezTo>
                        <a:pt x="4035306" y="672864"/>
                        <a:pt x="4016250" y="666339"/>
                        <a:pt x="3998561" y="660699"/>
                      </a:cubicBezTo>
                      <a:lnTo>
                        <a:pt x="3993680" y="659158"/>
                      </a:lnTo>
                      <a:lnTo>
                        <a:pt x="3795199" y="553069"/>
                      </a:lnTo>
                      <a:cubicBezTo>
                        <a:pt x="3737785" y="522317"/>
                        <a:pt x="3676087" y="508123"/>
                        <a:pt x="3610375" y="502608"/>
                      </a:cubicBezTo>
                      <a:cubicBezTo>
                        <a:pt x="3468132" y="495844"/>
                        <a:pt x="3329374" y="468783"/>
                        <a:pt x="3188329" y="467631"/>
                      </a:cubicBezTo>
                      <a:cubicBezTo>
                        <a:pt x="2801255" y="468200"/>
                        <a:pt x="2424295" y="525271"/>
                        <a:pt x="2059975" y="659812"/>
                      </a:cubicBezTo>
                      <a:cubicBezTo>
                        <a:pt x="1973004" y="692082"/>
                        <a:pt x="1890572" y="727291"/>
                        <a:pt x="1819343" y="787483"/>
                      </a:cubicBezTo>
                      <a:cubicBezTo>
                        <a:pt x="1706155" y="880104"/>
                        <a:pt x="1571214" y="944131"/>
                        <a:pt x="1454955" y="1031541"/>
                      </a:cubicBezTo>
                      <a:cubicBezTo>
                        <a:pt x="1443063" y="1039948"/>
                        <a:pt x="1425960" y="1051424"/>
                        <a:pt x="1413812" y="1040331"/>
                      </a:cubicBezTo>
                      <a:cubicBezTo>
                        <a:pt x="1410776" y="1037559"/>
                        <a:pt x="1408974" y="1034277"/>
                        <a:pt x="1408084" y="1030679"/>
                      </a:cubicBezTo>
                      <a:lnTo>
                        <a:pt x="1408033" y="1028519"/>
                      </a:lnTo>
                      <a:lnTo>
                        <a:pt x="1412039" y="1024844"/>
                      </a:lnTo>
                      <a:cubicBezTo>
                        <a:pt x="1579972" y="882809"/>
                        <a:pt x="1767264" y="759457"/>
                        <a:pt x="1971913" y="659219"/>
                      </a:cubicBezTo>
                      <a:cubicBezTo>
                        <a:pt x="1972875" y="663724"/>
                        <a:pt x="1972875" y="663724"/>
                        <a:pt x="1977379" y="662762"/>
                      </a:cubicBezTo>
                      <a:cubicBezTo>
                        <a:pt x="1977379" y="662762"/>
                        <a:pt x="1981883" y="661799"/>
                        <a:pt x="1981883" y="661799"/>
                      </a:cubicBezTo>
                      <a:cubicBezTo>
                        <a:pt x="1977379" y="662762"/>
                        <a:pt x="1979303" y="671769"/>
                        <a:pt x="1987350" y="665340"/>
                      </a:cubicBezTo>
                      <a:cubicBezTo>
                        <a:pt x="1979303" y="671769"/>
                        <a:pt x="1979303" y="671769"/>
                        <a:pt x="1979303" y="671769"/>
                      </a:cubicBezTo>
                      <a:cubicBezTo>
                        <a:pt x="1974800" y="672731"/>
                        <a:pt x="1975762" y="677236"/>
                        <a:pt x="1980266" y="676274"/>
                      </a:cubicBezTo>
                      <a:cubicBezTo>
                        <a:pt x="1980266" y="676274"/>
                        <a:pt x="1984770" y="675311"/>
                        <a:pt x="1984770" y="675311"/>
                      </a:cubicBezTo>
                      <a:cubicBezTo>
                        <a:pt x="1989274" y="674349"/>
                        <a:pt x="1989274" y="674349"/>
                        <a:pt x="1989274" y="674349"/>
                      </a:cubicBezTo>
                      <a:cubicBezTo>
                        <a:pt x="1992816" y="668882"/>
                        <a:pt x="1992816" y="668882"/>
                        <a:pt x="1992816" y="668882"/>
                      </a:cubicBezTo>
                      <a:cubicBezTo>
                        <a:pt x="1997320" y="667920"/>
                        <a:pt x="1997320" y="667920"/>
                        <a:pt x="1997320" y="667920"/>
                      </a:cubicBezTo>
                      <a:cubicBezTo>
                        <a:pt x="1994741" y="677890"/>
                        <a:pt x="1999244" y="676928"/>
                        <a:pt x="2012756" y="674041"/>
                      </a:cubicBezTo>
                      <a:cubicBezTo>
                        <a:pt x="2019840" y="663109"/>
                        <a:pt x="2011794" y="669538"/>
                        <a:pt x="2014374" y="659567"/>
                      </a:cubicBezTo>
                      <a:lnTo>
                        <a:pt x="2009869" y="660529"/>
                      </a:lnTo>
                      <a:cubicBezTo>
                        <a:pt x="2014374" y="659567"/>
                        <a:pt x="2013412" y="655063"/>
                        <a:pt x="2008907" y="656026"/>
                      </a:cubicBezTo>
                      <a:cubicBezTo>
                        <a:pt x="2008907" y="656026"/>
                        <a:pt x="1999900" y="657950"/>
                        <a:pt x="1995395" y="658912"/>
                      </a:cubicBezTo>
                      <a:cubicBezTo>
                        <a:pt x="1991854" y="664378"/>
                        <a:pt x="1991854" y="664378"/>
                        <a:pt x="1991854" y="664378"/>
                      </a:cubicBezTo>
                      <a:cubicBezTo>
                        <a:pt x="1990892" y="659875"/>
                        <a:pt x="1995395" y="658912"/>
                        <a:pt x="1994433" y="654408"/>
                      </a:cubicBezTo>
                      <a:cubicBezTo>
                        <a:pt x="1994433" y="654408"/>
                        <a:pt x="1998937" y="653446"/>
                        <a:pt x="1998937" y="653446"/>
                      </a:cubicBezTo>
                      <a:cubicBezTo>
                        <a:pt x="2003442" y="652483"/>
                        <a:pt x="2006983" y="647017"/>
                        <a:pt x="2006983" y="647017"/>
                      </a:cubicBezTo>
                      <a:cubicBezTo>
                        <a:pt x="2006983" y="647017"/>
                        <a:pt x="2006983" y="647017"/>
                        <a:pt x="2002479" y="647979"/>
                      </a:cubicBezTo>
                      <a:cubicBezTo>
                        <a:pt x="2070695" y="614566"/>
                        <a:pt x="2144378" y="584695"/>
                        <a:pt x="2213556" y="555787"/>
                      </a:cubicBezTo>
                      <a:cubicBezTo>
                        <a:pt x="2214518" y="560291"/>
                        <a:pt x="2219985" y="563833"/>
                        <a:pt x="2233497" y="560947"/>
                      </a:cubicBezTo>
                      <a:cubicBezTo>
                        <a:pt x="2232535" y="556442"/>
                        <a:pt x="2227068" y="552900"/>
                        <a:pt x="2222565" y="553862"/>
                      </a:cubicBezTo>
                      <a:cubicBezTo>
                        <a:pt x="2222565" y="553862"/>
                        <a:pt x="2227068" y="552900"/>
                        <a:pt x="2227068" y="552900"/>
                      </a:cubicBezTo>
                      <a:cubicBezTo>
                        <a:pt x="2370006" y="499992"/>
                        <a:pt x="2514525" y="459992"/>
                        <a:pt x="2659387" y="432280"/>
                      </a:cubicBezTo>
                      <a:close/>
                      <a:moveTo>
                        <a:pt x="2580211" y="28532"/>
                      </a:moveTo>
                      <a:cubicBezTo>
                        <a:pt x="2639385" y="21756"/>
                        <a:pt x="2698559" y="14980"/>
                        <a:pt x="2760003" y="9674"/>
                      </a:cubicBezTo>
                      <a:cubicBezTo>
                        <a:pt x="3256492" y="-27960"/>
                        <a:pt x="3739421" y="44851"/>
                        <a:pt x="4206393" y="216884"/>
                      </a:cubicBezTo>
                      <a:cubicBezTo>
                        <a:pt x="4486416" y="319357"/>
                        <a:pt x="4742638" y="466023"/>
                        <a:pt x="4962093" y="669428"/>
                      </a:cubicBezTo>
                      <a:cubicBezTo>
                        <a:pt x="5047126" y="747075"/>
                        <a:pt x="5144323" y="808436"/>
                        <a:pt x="5227886" y="888353"/>
                      </a:cubicBezTo>
                      <a:cubicBezTo>
                        <a:pt x="5265526" y="927240"/>
                        <a:pt x="5301697" y="968397"/>
                        <a:pt x="5331187" y="1014893"/>
                      </a:cubicBezTo>
                      <a:cubicBezTo>
                        <a:pt x="5387095" y="1102673"/>
                        <a:pt x="5453026" y="1182447"/>
                        <a:pt x="5518959" y="1262220"/>
                      </a:cubicBezTo>
                      <a:cubicBezTo>
                        <a:pt x="5520174" y="1240451"/>
                        <a:pt x="5489232" y="1168845"/>
                        <a:pt x="5467079" y="1138382"/>
                      </a:cubicBezTo>
                      <a:cubicBezTo>
                        <a:pt x="5517556" y="1154972"/>
                        <a:pt x="5696105" y="1414047"/>
                        <a:pt x="5724761" y="1511561"/>
                      </a:cubicBezTo>
                      <a:cubicBezTo>
                        <a:pt x="5700321" y="1507005"/>
                        <a:pt x="5683234" y="1491101"/>
                        <a:pt x="5659466" y="1480536"/>
                      </a:cubicBezTo>
                      <a:cubicBezTo>
                        <a:pt x="5667984" y="1529557"/>
                        <a:pt x="5696946" y="1564433"/>
                        <a:pt x="5720297" y="1600507"/>
                      </a:cubicBezTo>
                      <a:cubicBezTo>
                        <a:pt x="5725636" y="1607188"/>
                        <a:pt x="5732045" y="1609729"/>
                        <a:pt x="5738327" y="1602521"/>
                      </a:cubicBezTo>
                      <a:cubicBezTo>
                        <a:pt x="5765326" y="1573289"/>
                        <a:pt x="5778000" y="1596001"/>
                        <a:pt x="5788406" y="1617243"/>
                      </a:cubicBezTo>
                      <a:cubicBezTo>
                        <a:pt x="5839631" y="1719712"/>
                        <a:pt x="5888985" y="1822580"/>
                        <a:pt x="5933129" y="1928517"/>
                      </a:cubicBezTo>
                      <a:cubicBezTo>
                        <a:pt x="5971807" y="2018024"/>
                        <a:pt x="5999264" y="2109927"/>
                        <a:pt x="6015900" y="2206099"/>
                      </a:cubicBezTo>
                      <a:cubicBezTo>
                        <a:pt x="6015628" y="2213979"/>
                        <a:pt x="6017226" y="2221459"/>
                        <a:pt x="6018824" y="2228938"/>
                      </a:cubicBezTo>
                      <a:cubicBezTo>
                        <a:pt x="6019350" y="2240559"/>
                        <a:pt x="6019478" y="2250308"/>
                        <a:pt x="6006787" y="2254975"/>
                      </a:cubicBezTo>
                      <a:cubicBezTo>
                        <a:pt x="5992225" y="2260042"/>
                        <a:pt x="5986088" y="2249620"/>
                        <a:pt x="5981821" y="2238800"/>
                      </a:cubicBezTo>
                      <a:cubicBezTo>
                        <a:pt x="5972486" y="2213418"/>
                        <a:pt x="5965023" y="2187637"/>
                        <a:pt x="5955690" y="2162256"/>
                      </a:cubicBezTo>
                      <a:cubicBezTo>
                        <a:pt x="5951821" y="2153305"/>
                        <a:pt x="5946083" y="2144754"/>
                        <a:pt x="5938475" y="2136603"/>
                      </a:cubicBezTo>
                      <a:cubicBezTo>
                        <a:pt x="5932175" y="2171190"/>
                        <a:pt x="5940838" y="2202581"/>
                        <a:pt x="5953240" y="2233173"/>
                      </a:cubicBezTo>
                      <a:cubicBezTo>
                        <a:pt x="6012584" y="2382792"/>
                        <a:pt x="6061105" y="2536680"/>
                        <a:pt x="6087185" y="2695361"/>
                      </a:cubicBezTo>
                      <a:cubicBezTo>
                        <a:pt x="6121654" y="2893313"/>
                        <a:pt x="6105102" y="3090434"/>
                        <a:pt x="6081069" y="3289153"/>
                      </a:cubicBezTo>
                      <a:cubicBezTo>
                        <a:pt x="6038647" y="3630634"/>
                        <a:pt x="5960838" y="3962076"/>
                        <a:pt x="5808111" y="4272372"/>
                      </a:cubicBezTo>
                      <a:cubicBezTo>
                        <a:pt x="5630111" y="4629130"/>
                        <a:pt x="5388032" y="4933096"/>
                        <a:pt x="5083073" y="5189877"/>
                      </a:cubicBezTo>
                      <a:cubicBezTo>
                        <a:pt x="4975095" y="5279430"/>
                        <a:pt x="4875526" y="5380874"/>
                        <a:pt x="4748863" y="5447042"/>
                      </a:cubicBezTo>
                      <a:cubicBezTo>
                        <a:pt x="4424727" y="5614062"/>
                        <a:pt x="4097123" y="5774002"/>
                        <a:pt x="3740846" y="5863806"/>
                      </a:cubicBezTo>
                      <a:cubicBezTo>
                        <a:pt x="3553557" y="5911641"/>
                        <a:pt x="3362544" y="5932897"/>
                        <a:pt x="3169933" y="5946671"/>
                      </a:cubicBezTo>
                      <a:cubicBezTo>
                        <a:pt x="3104749" y="5952776"/>
                        <a:pt x="3038366" y="5953271"/>
                        <a:pt x="2972383" y="5955635"/>
                      </a:cubicBezTo>
                      <a:cubicBezTo>
                        <a:pt x="2945003" y="5955619"/>
                        <a:pt x="2915351" y="5954132"/>
                        <a:pt x="2888242" y="5946236"/>
                      </a:cubicBezTo>
                      <a:cubicBezTo>
                        <a:pt x="2850584" y="5934728"/>
                        <a:pt x="2811583" y="5935239"/>
                        <a:pt x="2773508" y="5949239"/>
                      </a:cubicBezTo>
                      <a:cubicBezTo>
                        <a:pt x="2751864" y="5957774"/>
                        <a:pt x="2733834" y="5955760"/>
                        <a:pt x="2719689" y="5935317"/>
                      </a:cubicBezTo>
                      <a:cubicBezTo>
                        <a:pt x="2702874" y="5911534"/>
                        <a:pt x="2679905" y="5904708"/>
                        <a:pt x="2651853" y="5910702"/>
                      </a:cubicBezTo>
                      <a:cubicBezTo>
                        <a:pt x="2608839" y="5919891"/>
                        <a:pt x="2566369" y="5913322"/>
                        <a:pt x="2524570" y="5900743"/>
                      </a:cubicBezTo>
                      <a:cubicBezTo>
                        <a:pt x="2451524" y="5879196"/>
                        <a:pt x="2378077" y="5855780"/>
                        <a:pt x="2303959" y="5838373"/>
                      </a:cubicBezTo>
                      <a:cubicBezTo>
                        <a:pt x="2088013" y="5788694"/>
                        <a:pt x="1896814" y="5680933"/>
                        <a:pt x="1704545" y="5577311"/>
                      </a:cubicBezTo>
                      <a:cubicBezTo>
                        <a:pt x="1582907" y="5511395"/>
                        <a:pt x="1461669" y="5447348"/>
                        <a:pt x="1349927" y="5363675"/>
                      </a:cubicBezTo>
                      <a:cubicBezTo>
                        <a:pt x="1342718" y="5357393"/>
                        <a:pt x="1333639" y="5351511"/>
                        <a:pt x="1326431" y="5345230"/>
                      </a:cubicBezTo>
                      <a:cubicBezTo>
                        <a:pt x="1312413" y="5334537"/>
                        <a:pt x="1315227" y="5320248"/>
                        <a:pt x="1324450" y="5308501"/>
                      </a:cubicBezTo>
                      <a:cubicBezTo>
                        <a:pt x="1335544" y="5296353"/>
                        <a:pt x="1343552" y="5306375"/>
                        <a:pt x="1353031" y="5314127"/>
                      </a:cubicBezTo>
                      <a:cubicBezTo>
                        <a:pt x="1409501" y="5358769"/>
                        <a:pt x="1469312" y="5400742"/>
                        <a:pt x="1535006" y="5433636"/>
                      </a:cubicBezTo>
                      <a:cubicBezTo>
                        <a:pt x="1545955" y="5439119"/>
                        <a:pt x="1557303" y="5446471"/>
                        <a:pt x="1570795" y="5445544"/>
                      </a:cubicBezTo>
                      <a:cubicBezTo>
                        <a:pt x="1572664" y="5445144"/>
                        <a:pt x="1578674" y="5445815"/>
                        <a:pt x="1578274" y="5443946"/>
                      </a:cubicBezTo>
                      <a:cubicBezTo>
                        <a:pt x="1581217" y="5439407"/>
                        <a:pt x="1577076" y="5438335"/>
                        <a:pt x="1573335" y="5439134"/>
                      </a:cubicBezTo>
                      <a:cubicBezTo>
                        <a:pt x="1464263" y="5358802"/>
                        <a:pt x="1350778" y="5285277"/>
                        <a:pt x="1245045" y="5202275"/>
                      </a:cubicBezTo>
                      <a:cubicBezTo>
                        <a:pt x="1212071" y="5176078"/>
                        <a:pt x="1180967" y="5149481"/>
                        <a:pt x="1146122" y="5123684"/>
                      </a:cubicBezTo>
                      <a:cubicBezTo>
                        <a:pt x="1138913" y="5117403"/>
                        <a:pt x="1132777" y="5106982"/>
                        <a:pt x="1114075" y="5110977"/>
                      </a:cubicBezTo>
                      <a:cubicBezTo>
                        <a:pt x="1160923" y="5165497"/>
                        <a:pt x="1231827" y="5195322"/>
                        <a:pt x="1239256" y="5275861"/>
                      </a:cubicBezTo>
                      <a:cubicBezTo>
                        <a:pt x="1002153" y="5099691"/>
                        <a:pt x="806611" y="4889222"/>
                        <a:pt x="647691" y="4639642"/>
                      </a:cubicBezTo>
                      <a:cubicBezTo>
                        <a:pt x="675071" y="4639659"/>
                        <a:pt x="685476" y="4660900"/>
                        <a:pt x="698822" y="4677603"/>
                      </a:cubicBezTo>
                      <a:cubicBezTo>
                        <a:pt x="712568" y="4696176"/>
                        <a:pt x="725914" y="4712878"/>
                        <a:pt x="744471" y="4726512"/>
                      </a:cubicBezTo>
                      <a:cubicBezTo>
                        <a:pt x="778499" y="4775948"/>
                        <a:pt x="815869" y="4822716"/>
                        <a:pt x="859121" y="4860405"/>
                      </a:cubicBezTo>
                      <a:cubicBezTo>
                        <a:pt x="862461" y="4857736"/>
                        <a:pt x="865802" y="4855066"/>
                        <a:pt x="869143" y="4852397"/>
                      </a:cubicBezTo>
                      <a:cubicBezTo>
                        <a:pt x="830303" y="4807900"/>
                        <a:pt x="791464" y="4763402"/>
                        <a:pt x="750753" y="4719304"/>
                      </a:cubicBezTo>
                      <a:cubicBezTo>
                        <a:pt x="626388" y="4530780"/>
                        <a:pt x="502023" y="4342256"/>
                        <a:pt x="408923" y="4135320"/>
                      </a:cubicBezTo>
                      <a:cubicBezTo>
                        <a:pt x="219129" y="3704619"/>
                        <a:pt x="139003" y="3256353"/>
                        <a:pt x="164008" y="2787582"/>
                      </a:cubicBezTo>
                      <a:cubicBezTo>
                        <a:pt x="168471" y="2698636"/>
                        <a:pt x="163583" y="2611687"/>
                        <a:pt x="184206" y="2525154"/>
                      </a:cubicBezTo>
                      <a:cubicBezTo>
                        <a:pt x="186349" y="2516875"/>
                        <a:pt x="184351" y="2507525"/>
                        <a:pt x="195172" y="2503257"/>
                      </a:cubicBezTo>
                      <a:cubicBezTo>
                        <a:pt x="204923" y="2503130"/>
                        <a:pt x="204651" y="2511009"/>
                        <a:pt x="203581" y="2515148"/>
                      </a:cubicBezTo>
                      <a:cubicBezTo>
                        <a:pt x="170144" y="2798003"/>
                        <a:pt x="194812" y="3078222"/>
                        <a:pt x="227360" y="3358710"/>
                      </a:cubicBezTo>
                      <a:cubicBezTo>
                        <a:pt x="243162" y="3505900"/>
                        <a:pt x="288887" y="3646696"/>
                        <a:pt x="327131" y="3789091"/>
                      </a:cubicBezTo>
                      <a:cubicBezTo>
                        <a:pt x="332597" y="3805522"/>
                        <a:pt x="336592" y="3824223"/>
                        <a:pt x="340188" y="3841053"/>
                      </a:cubicBezTo>
                      <a:cubicBezTo>
                        <a:pt x="344055" y="3850004"/>
                        <a:pt x="339372" y="3864692"/>
                        <a:pt x="356203" y="3861096"/>
                      </a:cubicBezTo>
                      <a:cubicBezTo>
                        <a:pt x="373035" y="3857500"/>
                        <a:pt x="368767" y="3846679"/>
                        <a:pt x="365970" y="3833590"/>
                      </a:cubicBezTo>
                      <a:cubicBezTo>
                        <a:pt x="344107" y="3767866"/>
                        <a:pt x="323715" y="3699873"/>
                        <a:pt x="307461" y="3632951"/>
                      </a:cubicBezTo>
                      <a:cubicBezTo>
                        <a:pt x="175983" y="3072466"/>
                        <a:pt x="187148" y="2520615"/>
                        <a:pt x="402527" y="1981840"/>
                      </a:cubicBezTo>
                      <a:cubicBezTo>
                        <a:pt x="403599" y="1977701"/>
                        <a:pt x="404270" y="1971691"/>
                        <a:pt x="407611" y="1969022"/>
                      </a:cubicBezTo>
                      <a:cubicBezTo>
                        <a:pt x="409082" y="1966753"/>
                        <a:pt x="412822" y="1965953"/>
                        <a:pt x="419903" y="1962484"/>
                      </a:cubicBezTo>
                      <a:cubicBezTo>
                        <a:pt x="410662" y="2001612"/>
                        <a:pt x="404363" y="2036199"/>
                        <a:pt x="392454" y="2071985"/>
                      </a:cubicBezTo>
                      <a:cubicBezTo>
                        <a:pt x="304800" y="2339047"/>
                        <a:pt x="280316" y="2618034"/>
                        <a:pt x="253961" y="2897420"/>
                      </a:cubicBezTo>
                      <a:cubicBezTo>
                        <a:pt x="251004" y="2929338"/>
                        <a:pt x="257796" y="2961129"/>
                        <a:pt x="260448" y="2991849"/>
                      </a:cubicBezTo>
                      <a:cubicBezTo>
                        <a:pt x="262046" y="2999329"/>
                        <a:pt x="258832" y="3011748"/>
                        <a:pt x="272323" y="3010820"/>
                      </a:cubicBezTo>
                      <a:cubicBezTo>
                        <a:pt x="282073" y="3010693"/>
                        <a:pt x="286085" y="3002015"/>
                        <a:pt x="290098" y="2993336"/>
                      </a:cubicBezTo>
                      <a:cubicBezTo>
                        <a:pt x="293711" y="2982786"/>
                        <a:pt x="298794" y="2969968"/>
                        <a:pt x="304677" y="2960890"/>
                      </a:cubicBezTo>
                      <a:cubicBezTo>
                        <a:pt x="324040" y="3179669"/>
                        <a:pt x="344875" y="3396177"/>
                        <a:pt x="407652" y="3607635"/>
                      </a:cubicBezTo>
                      <a:cubicBezTo>
                        <a:pt x="412972" y="3641696"/>
                        <a:pt x="423905" y="3674557"/>
                        <a:pt x="440447" y="3706220"/>
                      </a:cubicBezTo>
                      <a:cubicBezTo>
                        <a:pt x="433255" y="3672559"/>
                        <a:pt x="431675" y="3637700"/>
                        <a:pt x="415132" y="3606037"/>
                      </a:cubicBezTo>
                      <a:cubicBezTo>
                        <a:pt x="375307" y="3428783"/>
                        <a:pt x="346703" y="3249131"/>
                        <a:pt x="337201" y="3067354"/>
                      </a:cubicBezTo>
                      <a:cubicBezTo>
                        <a:pt x="318450" y="2723300"/>
                        <a:pt x="366608" y="2390370"/>
                        <a:pt x="477138" y="2065625"/>
                      </a:cubicBezTo>
                      <a:cubicBezTo>
                        <a:pt x="479680" y="2059216"/>
                        <a:pt x="483021" y="2056547"/>
                        <a:pt x="489702" y="2051208"/>
                      </a:cubicBezTo>
                      <a:cubicBezTo>
                        <a:pt x="368810" y="2501358"/>
                        <a:pt x="316969" y="2954352"/>
                        <a:pt x="430613" y="3413056"/>
                      </a:cubicBezTo>
                      <a:lnTo>
                        <a:pt x="428865" y="3386728"/>
                      </a:lnTo>
                      <a:lnTo>
                        <a:pt x="466894" y="3622863"/>
                      </a:lnTo>
                      <a:cubicBezTo>
                        <a:pt x="474592" y="3658895"/>
                        <a:pt x="482290" y="3694928"/>
                        <a:pt x="489988" y="3730960"/>
                      </a:cubicBezTo>
                      <a:cubicBezTo>
                        <a:pt x="519511" y="3847103"/>
                        <a:pt x="557080" y="3956817"/>
                        <a:pt x="599154" y="4065569"/>
                      </a:cubicBezTo>
                      <a:cubicBezTo>
                        <a:pt x="609431" y="4091631"/>
                        <a:pt x="619708" y="4117693"/>
                        <a:pt x="634491" y="4142793"/>
                      </a:cubicBezTo>
                      <a:cubicBezTo>
                        <a:pt x="635453" y="4147297"/>
                        <a:pt x="637377" y="4156305"/>
                        <a:pt x="639302" y="4165313"/>
                      </a:cubicBezTo>
                      <a:cubicBezTo>
                        <a:pt x="639302" y="4165313"/>
                        <a:pt x="639302" y="4165313"/>
                        <a:pt x="643807" y="4164351"/>
                      </a:cubicBezTo>
                      <a:cubicBezTo>
                        <a:pt x="746275" y="4401489"/>
                        <a:pt x="881891" y="4617416"/>
                        <a:pt x="1044223" y="4804087"/>
                      </a:cubicBezTo>
                      <a:cubicBezTo>
                        <a:pt x="1090186" y="4864912"/>
                        <a:pt x="1140653" y="4924774"/>
                        <a:pt x="1194661" y="4979171"/>
                      </a:cubicBezTo>
                      <a:cubicBezTo>
                        <a:pt x="1175375" y="4955033"/>
                        <a:pt x="1153510" y="4940866"/>
                        <a:pt x="1143540" y="4938286"/>
                      </a:cubicBezTo>
                      <a:cubicBezTo>
                        <a:pt x="1151893" y="4955340"/>
                        <a:pt x="1175683" y="4978515"/>
                        <a:pt x="1194007" y="4998149"/>
                      </a:cubicBezTo>
                      <a:cubicBezTo>
                        <a:pt x="1216834" y="5016820"/>
                        <a:pt x="1234195" y="5031950"/>
                        <a:pt x="1243203" y="5030025"/>
                      </a:cubicBezTo>
                      <a:cubicBezTo>
                        <a:pt x="1230346" y="5013933"/>
                        <a:pt x="1212985" y="4998803"/>
                        <a:pt x="1200128" y="4982713"/>
                      </a:cubicBezTo>
                      <a:cubicBezTo>
                        <a:pt x="1236776" y="5021979"/>
                        <a:pt x="1277927" y="5060284"/>
                        <a:pt x="1320040" y="5103092"/>
                      </a:cubicBezTo>
                      <a:cubicBezTo>
                        <a:pt x="1323889" y="5121109"/>
                        <a:pt x="1358611" y="5151367"/>
                        <a:pt x="1390447" y="5168114"/>
                      </a:cubicBezTo>
                      <a:cubicBezTo>
                        <a:pt x="1407809" y="5183243"/>
                        <a:pt x="1430636" y="5201914"/>
                        <a:pt x="1438027" y="5214464"/>
                      </a:cubicBezTo>
                      <a:cubicBezTo>
                        <a:pt x="1447036" y="5212539"/>
                        <a:pt x="1458930" y="5224127"/>
                        <a:pt x="1469862" y="5231211"/>
                      </a:cubicBezTo>
                      <a:cubicBezTo>
                        <a:pt x="2189107" y="5798122"/>
                        <a:pt x="3177182" y="5992052"/>
                        <a:pt x="4098674" y="5653890"/>
                      </a:cubicBezTo>
                      <a:cubicBezTo>
                        <a:pt x="4469974" y="5518049"/>
                        <a:pt x="4793386" y="5312374"/>
                        <a:pt x="5058287" y="5053265"/>
                      </a:cubicBezTo>
                      <a:cubicBezTo>
                        <a:pt x="5658574" y="4468182"/>
                        <a:pt x="5968225" y="3624938"/>
                        <a:pt x="5862270" y="2776293"/>
                      </a:cubicBezTo>
                      <a:cubicBezTo>
                        <a:pt x="5854264" y="2716778"/>
                        <a:pt x="5847221" y="2661766"/>
                        <a:pt x="5834711" y="2603214"/>
                      </a:cubicBezTo>
                      <a:cubicBezTo>
                        <a:pt x="5834711" y="2603214"/>
                        <a:pt x="5839216" y="2602252"/>
                        <a:pt x="5838253" y="2597748"/>
                      </a:cubicBezTo>
                      <a:cubicBezTo>
                        <a:pt x="5835366" y="2584235"/>
                        <a:pt x="5835366" y="2584235"/>
                        <a:pt x="5835366" y="2584235"/>
                      </a:cubicBezTo>
                      <a:cubicBezTo>
                        <a:pt x="5835366" y="2584235"/>
                        <a:pt x="5834404" y="2579732"/>
                        <a:pt x="5829900" y="2580694"/>
                      </a:cubicBezTo>
                      <a:lnTo>
                        <a:pt x="5802956" y="2454580"/>
                      </a:lnTo>
                      <a:cubicBezTo>
                        <a:pt x="5777282" y="2356454"/>
                        <a:pt x="5748067" y="2263794"/>
                        <a:pt x="5713385" y="2167591"/>
                      </a:cubicBezTo>
                      <a:cubicBezTo>
                        <a:pt x="5600022" y="1857426"/>
                        <a:pt x="5436461" y="1576825"/>
                        <a:pt x="5230091" y="1338337"/>
                      </a:cubicBezTo>
                      <a:cubicBezTo>
                        <a:pt x="5120805" y="1201559"/>
                        <a:pt x="4989960" y="1074095"/>
                        <a:pt x="4852032" y="957564"/>
                      </a:cubicBezTo>
                      <a:cubicBezTo>
                        <a:pt x="4857498" y="961106"/>
                        <a:pt x="4857498" y="961106"/>
                        <a:pt x="4862002" y="960144"/>
                      </a:cubicBezTo>
                      <a:cubicBezTo>
                        <a:pt x="4850108" y="948556"/>
                        <a:pt x="4821813" y="926343"/>
                        <a:pt x="4798985" y="907672"/>
                      </a:cubicBezTo>
                      <a:cubicBezTo>
                        <a:pt x="4782587" y="897047"/>
                        <a:pt x="4770691" y="885459"/>
                        <a:pt x="4760721" y="882879"/>
                      </a:cubicBezTo>
                      <a:cubicBezTo>
                        <a:pt x="4722457" y="858088"/>
                        <a:pt x="4683230" y="828791"/>
                        <a:pt x="4644966" y="803998"/>
                      </a:cubicBezTo>
                      <a:cubicBezTo>
                        <a:pt x="4633070" y="792411"/>
                        <a:pt x="4616671" y="781786"/>
                        <a:pt x="4601235" y="775665"/>
                      </a:cubicBezTo>
                      <a:cubicBezTo>
                        <a:pt x="4474546" y="689699"/>
                        <a:pt x="4337233" y="620133"/>
                        <a:pt x="4191873" y="556997"/>
                      </a:cubicBezTo>
                      <a:cubicBezTo>
                        <a:pt x="4237221" y="570856"/>
                        <a:pt x="4282569" y="584716"/>
                        <a:pt x="4317947" y="595996"/>
                      </a:cubicBezTo>
                      <a:cubicBezTo>
                        <a:pt x="4319871" y="605005"/>
                        <a:pt x="4339812" y="610163"/>
                        <a:pt x="4340774" y="614667"/>
                      </a:cubicBezTo>
                      <a:cubicBezTo>
                        <a:pt x="4381618" y="629489"/>
                        <a:pt x="4429854" y="656861"/>
                        <a:pt x="4468773" y="662675"/>
                      </a:cubicBezTo>
                      <a:cubicBezTo>
                        <a:pt x="4452374" y="652050"/>
                        <a:pt x="4430508" y="637883"/>
                        <a:pt x="4433088" y="627913"/>
                      </a:cubicBezTo>
                      <a:cubicBezTo>
                        <a:pt x="4406718" y="614708"/>
                        <a:pt x="4344010" y="585719"/>
                        <a:pt x="4325031" y="585063"/>
                      </a:cubicBezTo>
                      <a:cubicBezTo>
                        <a:pt x="4314098" y="577980"/>
                        <a:pt x="4307670" y="569934"/>
                        <a:pt x="4302203" y="566393"/>
                      </a:cubicBezTo>
                      <a:cubicBezTo>
                        <a:pt x="4271330" y="554150"/>
                        <a:pt x="4246884" y="549953"/>
                        <a:pt x="4216974" y="542214"/>
                      </a:cubicBezTo>
                      <a:cubicBezTo>
                        <a:pt x="4196070" y="532551"/>
                        <a:pt x="4158768" y="512263"/>
                        <a:pt x="4133361" y="503562"/>
                      </a:cubicBezTo>
                      <a:cubicBezTo>
                        <a:pt x="4123391" y="500982"/>
                        <a:pt x="4119849" y="506449"/>
                        <a:pt x="4109878" y="503869"/>
                      </a:cubicBezTo>
                      <a:cubicBezTo>
                        <a:pt x="4099908" y="501291"/>
                        <a:pt x="4082547" y="486161"/>
                        <a:pt x="4072576" y="483581"/>
                      </a:cubicBezTo>
                      <a:cubicBezTo>
                        <a:pt x="4041702" y="471338"/>
                        <a:pt x="4028190" y="474225"/>
                        <a:pt x="4026266" y="465217"/>
                      </a:cubicBezTo>
                      <a:cubicBezTo>
                        <a:pt x="4007287" y="464562"/>
                        <a:pt x="3977375" y="456824"/>
                        <a:pt x="3970292" y="467757"/>
                      </a:cubicBezTo>
                      <a:cubicBezTo>
                        <a:pt x="3989271" y="468411"/>
                        <a:pt x="3985729" y="473878"/>
                        <a:pt x="3986691" y="478382"/>
                      </a:cubicBezTo>
                      <a:cubicBezTo>
                        <a:pt x="3540295" y="328852"/>
                        <a:pt x="3052011" y="291882"/>
                        <a:pt x="2556561" y="397733"/>
                      </a:cubicBezTo>
                      <a:lnTo>
                        <a:pt x="2508145" y="410487"/>
                      </a:lnTo>
                      <a:lnTo>
                        <a:pt x="2458913" y="419861"/>
                      </a:lnTo>
                      <a:cubicBezTo>
                        <a:pt x="2151483" y="490308"/>
                        <a:pt x="1868431" y="625941"/>
                        <a:pt x="1598952" y="799372"/>
                      </a:cubicBezTo>
                      <a:cubicBezTo>
                        <a:pt x="1558063" y="827661"/>
                        <a:pt x="1514505" y="852611"/>
                        <a:pt x="1473216" y="879030"/>
                      </a:cubicBezTo>
                      <a:cubicBezTo>
                        <a:pt x="1466535" y="884369"/>
                        <a:pt x="1461052" y="895317"/>
                        <a:pt x="1451174" y="885695"/>
                      </a:cubicBezTo>
                      <a:cubicBezTo>
                        <a:pt x="1441695" y="877943"/>
                        <a:pt x="1443438" y="867794"/>
                        <a:pt x="1449321" y="858715"/>
                      </a:cubicBezTo>
                      <a:cubicBezTo>
                        <a:pt x="1462557" y="838289"/>
                        <a:pt x="1480731" y="822673"/>
                        <a:pt x="1500105" y="812669"/>
                      </a:cubicBezTo>
                      <a:cubicBezTo>
                        <a:pt x="1611007" y="745956"/>
                        <a:pt x="1716842" y="664683"/>
                        <a:pt x="1844558" y="621754"/>
                      </a:cubicBezTo>
                      <a:cubicBezTo>
                        <a:pt x="1831212" y="605052"/>
                        <a:pt x="1812238" y="616927"/>
                        <a:pt x="1796350" y="606633"/>
                      </a:cubicBezTo>
                      <a:cubicBezTo>
                        <a:pt x="1833099" y="577272"/>
                        <a:pt x="1874116" y="558732"/>
                        <a:pt x="1915531" y="542063"/>
                      </a:cubicBezTo>
                      <a:cubicBezTo>
                        <a:pt x="2200904" y="422433"/>
                        <a:pt x="2492268" y="330852"/>
                        <a:pt x="2801357" y="303925"/>
                      </a:cubicBezTo>
                      <a:cubicBezTo>
                        <a:pt x="3018680" y="286827"/>
                        <a:pt x="3234787" y="291496"/>
                        <a:pt x="3448335" y="329955"/>
                      </a:cubicBezTo>
                      <a:cubicBezTo>
                        <a:pt x="3513374" y="341479"/>
                        <a:pt x="3572259" y="369963"/>
                        <a:pt x="3639713" y="365329"/>
                      </a:cubicBezTo>
                      <a:cubicBezTo>
                        <a:pt x="3656944" y="363602"/>
                        <a:pt x="3679513" y="368557"/>
                        <a:pt x="3679531" y="341178"/>
                      </a:cubicBezTo>
                      <a:cubicBezTo>
                        <a:pt x="3681418" y="313399"/>
                        <a:pt x="3657905" y="322334"/>
                        <a:pt x="3641345" y="318050"/>
                      </a:cubicBezTo>
                      <a:cubicBezTo>
                        <a:pt x="3621444" y="316435"/>
                        <a:pt x="3596333" y="317890"/>
                        <a:pt x="3579519" y="294106"/>
                      </a:cubicBezTo>
                      <a:cubicBezTo>
                        <a:pt x="3700137" y="282025"/>
                        <a:pt x="3811242" y="316949"/>
                        <a:pt x="3921820" y="340254"/>
                      </a:cubicBezTo>
                      <a:cubicBezTo>
                        <a:pt x="3988457" y="359259"/>
                        <a:pt x="4048541" y="393353"/>
                        <a:pt x="4117320" y="404078"/>
                      </a:cubicBezTo>
                      <a:cubicBezTo>
                        <a:pt x="4058708" y="367716"/>
                        <a:pt x="3994740" y="352052"/>
                        <a:pt x="3929573" y="330776"/>
                      </a:cubicBezTo>
                      <a:cubicBezTo>
                        <a:pt x="3841709" y="294797"/>
                        <a:pt x="3746619" y="279916"/>
                        <a:pt x="3651529" y="265034"/>
                      </a:cubicBezTo>
                      <a:cubicBezTo>
                        <a:pt x="3392571" y="224545"/>
                        <a:pt x="3131596" y="202085"/>
                        <a:pt x="2868463" y="215284"/>
                      </a:cubicBezTo>
                      <a:cubicBezTo>
                        <a:pt x="2835871" y="218335"/>
                        <a:pt x="2800210" y="216177"/>
                        <a:pt x="2767746" y="228980"/>
                      </a:cubicBezTo>
                      <a:cubicBezTo>
                        <a:pt x="2772141" y="249550"/>
                        <a:pt x="2788173" y="242214"/>
                        <a:pt x="2799794" y="241686"/>
                      </a:cubicBezTo>
                      <a:cubicBezTo>
                        <a:pt x="3021256" y="225658"/>
                        <a:pt x="3243373" y="231000"/>
                        <a:pt x="3465473" y="263721"/>
                      </a:cubicBezTo>
                      <a:cubicBezTo>
                        <a:pt x="3477492" y="265064"/>
                        <a:pt x="3499535" y="258399"/>
                        <a:pt x="3497920" y="278298"/>
                      </a:cubicBezTo>
                      <a:cubicBezTo>
                        <a:pt x="3496305" y="298197"/>
                        <a:pt x="3474535" y="296982"/>
                        <a:pt x="3460245" y="294168"/>
                      </a:cubicBezTo>
                      <a:cubicBezTo>
                        <a:pt x="3389994" y="285712"/>
                        <a:pt x="3320016" y="269376"/>
                        <a:pt x="3247224" y="267329"/>
                      </a:cubicBezTo>
                      <a:cubicBezTo>
                        <a:pt x="2932814" y="260197"/>
                        <a:pt x="2620529" y="272164"/>
                        <a:pt x="2317144" y="362401"/>
                      </a:cubicBezTo>
                      <a:cubicBezTo>
                        <a:pt x="2081756" y="432244"/>
                        <a:pt x="1859571" y="536420"/>
                        <a:pt x="1646991" y="658097"/>
                      </a:cubicBezTo>
                      <a:cubicBezTo>
                        <a:pt x="1603433" y="683046"/>
                        <a:pt x="1558005" y="708395"/>
                        <a:pt x="1510978" y="726263"/>
                      </a:cubicBezTo>
                      <a:cubicBezTo>
                        <a:pt x="1826469" y="500473"/>
                        <a:pt x="2176643" y="345489"/>
                        <a:pt x="2562299" y="265051"/>
                      </a:cubicBezTo>
                      <a:cubicBezTo>
                        <a:pt x="2544413" y="245407"/>
                        <a:pt x="2523968" y="259552"/>
                        <a:pt x="2496459" y="249786"/>
                      </a:cubicBezTo>
                      <a:cubicBezTo>
                        <a:pt x="2563786" y="235402"/>
                        <a:pt x="2621762" y="223015"/>
                        <a:pt x="2679065" y="216639"/>
                      </a:cubicBezTo>
                      <a:cubicBezTo>
                        <a:pt x="2765221" y="208009"/>
                        <a:pt x="2851776" y="201250"/>
                        <a:pt x="2939402" y="190351"/>
                      </a:cubicBezTo>
                      <a:cubicBezTo>
                        <a:pt x="2945412" y="191022"/>
                        <a:pt x="2960102" y="195705"/>
                        <a:pt x="2959175" y="182215"/>
                      </a:cubicBezTo>
                      <a:cubicBezTo>
                        <a:pt x="2960518" y="170196"/>
                        <a:pt x="2947427" y="172993"/>
                        <a:pt x="2939547" y="172721"/>
                      </a:cubicBezTo>
                      <a:cubicBezTo>
                        <a:pt x="2830422" y="174526"/>
                        <a:pt x="2723440" y="168051"/>
                        <a:pt x="2616967" y="200575"/>
                      </a:cubicBezTo>
                      <a:cubicBezTo>
                        <a:pt x="2593454" y="209510"/>
                        <a:pt x="2564475" y="202013"/>
                        <a:pt x="2537493" y="203867"/>
                      </a:cubicBezTo>
                      <a:cubicBezTo>
                        <a:pt x="2425028" y="208340"/>
                        <a:pt x="2323223" y="253555"/>
                        <a:pt x="2217149" y="287950"/>
                      </a:cubicBezTo>
                      <a:cubicBezTo>
                        <a:pt x="1981889" y="367543"/>
                        <a:pt x="1756636" y="466508"/>
                        <a:pt x="1542585" y="590454"/>
                      </a:cubicBezTo>
                      <a:cubicBezTo>
                        <a:pt x="1408170" y="666101"/>
                        <a:pt x="1293638" y="770742"/>
                        <a:pt x="1168430" y="862020"/>
                      </a:cubicBezTo>
                      <a:cubicBezTo>
                        <a:pt x="1158008" y="868157"/>
                        <a:pt x="1146115" y="876564"/>
                        <a:pt x="1130881" y="887640"/>
                      </a:cubicBezTo>
                      <a:cubicBezTo>
                        <a:pt x="1131570" y="854252"/>
                        <a:pt x="1145877" y="829685"/>
                        <a:pt x="1168592" y="817011"/>
                      </a:cubicBezTo>
                      <a:cubicBezTo>
                        <a:pt x="1280692" y="755909"/>
                        <a:pt x="1370239" y="662473"/>
                        <a:pt x="1476602" y="592819"/>
                      </a:cubicBezTo>
                      <a:cubicBezTo>
                        <a:pt x="1818803" y="373055"/>
                        <a:pt x="2188604" y="227565"/>
                        <a:pt x="2591346" y="163030"/>
                      </a:cubicBezTo>
                      <a:cubicBezTo>
                        <a:pt x="2757919" y="137220"/>
                        <a:pt x="2923804" y="144799"/>
                        <a:pt x="3091031" y="140357"/>
                      </a:cubicBezTo>
                      <a:cubicBezTo>
                        <a:pt x="3304341" y="131937"/>
                        <a:pt x="3513894" y="151695"/>
                        <a:pt x="3716875" y="213921"/>
                      </a:cubicBezTo>
                      <a:cubicBezTo>
                        <a:pt x="3735705" y="219674"/>
                        <a:pt x="3755205" y="219420"/>
                        <a:pt x="3758928" y="245999"/>
                      </a:cubicBezTo>
                      <a:cubicBezTo>
                        <a:pt x="3758657" y="253879"/>
                        <a:pt x="3767336" y="257891"/>
                        <a:pt x="3775216" y="258163"/>
                      </a:cubicBezTo>
                      <a:cubicBezTo>
                        <a:pt x="3900483" y="286151"/>
                        <a:pt x="4022537" y="326558"/>
                        <a:pt x="4143920" y="372975"/>
                      </a:cubicBezTo>
                      <a:cubicBezTo>
                        <a:pt x="4146189" y="374445"/>
                        <a:pt x="4149930" y="373646"/>
                        <a:pt x="4155540" y="372448"/>
                      </a:cubicBezTo>
                      <a:cubicBezTo>
                        <a:pt x="4159698" y="346140"/>
                        <a:pt x="4150891" y="332378"/>
                        <a:pt x="4123382" y="322612"/>
                      </a:cubicBezTo>
                      <a:cubicBezTo>
                        <a:pt x="3936433" y="253051"/>
                        <a:pt x="3750556" y="179350"/>
                        <a:pt x="3554239" y="139165"/>
                      </a:cubicBezTo>
                      <a:cubicBezTo>
                        <a:pt x="3233454" y="74732"/>
                        <a:pt x="2911963" y="71067"/>
                        <a:pt x="2590565" y="131911"/>
                      </a:cubicBezTo>
                      <a:cubicBezTo>
                        <a:pt x="2410228" y="166529"/>
                        <a:pt x="2229893" y="201145"/>
                        <a:pt x="2058218" y="267154"/>
                      </a:cubicBezTo>
                      <a:cubicBezTo>
                        <a:pt x="1991819" y="295028"/>
                        <a:pt x="1918755" y="300860"/>
                        <a:pt x="1849558" y="315643"/>
                      </a:cubicBezTo>
                      <a:cubicBezTo>
                        <a:pt x="2067060" y="226157"/>
                        <a:pt x="2290027" y="153101"/>
                        <a:pt x="2520059" y="103956"/>
                      </a:cubicBezTo>
                      <a:cubicBezTo>
                        <a:pt x="2752360" y="56281"/>
                        <a:pt x="2984644" y="35986"/>
                        <a:pt x="3222250" y="49751"/>
                      </a:cubicBezTo>
                      <a:cubicBezTo>
                        <a:pt x="3009228" y="22912"/>
                        <a:pt x="2793377" y="37741"/>
                        <a:pt x="2580338" y="38281"/>
                      </a:cubicBezTo>
                      <a:cubicBezTo>
                        <a:pt x="2579539" y="34542"/>
                        <a:pt x="2580611" y="30401"/>
                        <a:pt x="2580211" y="28532"/>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nvGrpSpPr>
                <p:cNvPr id="5" name="그룹 8">
                  <a:extLst>
                    <a:ext uri="{FF2B5EF4-FFF2-40B4-BE49-F238E27FC236}">
                      <a16:creationId xmlns:a16="http://schemas.microsoft.com/office/drawing/2014/main" id="{592A1115-54B8-4AEC-8F89-C557533B89DB}"/>
                    </a:ext>
                  </a:extLst>
                </p:cNvPr>
                <p:cNvGrpSpPr/>
                <p:nvPr/>
              </p:nvGrpSpPr>
              <p:grpSpPr>
                <a:xfrm rot="2006430">
                  <a:off x="4923654" y="4095326"/>
                  <a:ext cx="4231316" cy="1740891"/>
                  <a:chOff x="7149737" y="1593671"/>
                  <a:chExt cx="8656129" cy="3561393"/>
                </a:xfrm>
                <a:solidFill>
                  <a:schemeClr val="accent2"/>
                </a:solidFill>
              </p:grpSpPr>
              <p:sp>
                <p:nvSpPr>
                  <p:cNvPr id="6" name="자유형: 도형 9">
                    <a:extLst>
                      <a:ext uri="{FF2B5EF4-FFF2-40B4-BE49-F238E27FC236}">
                        <a16:creationId xmlns:a16="http://schemas.microsoft.com/office/drawing/2014/main" id="{8DE1FD49-AF7F-4600-8B7F-57FAF559D715}"/>
                      </a:ext>
                    </a:extLst>
                  </p:cNvPr>
                  <p:cNvSpPr/>
                  <p:nvPr/>
                </p:nvSpPr>
                <p:spPr>
                  <a:xfrm>
                    <a:off x="7184572" y="1593671"/>
                    <a:ext cx="8299268" cy="3254855"/>
                  </a:xfrm>
                  <a:custGeom>
                    <a:avLst/>
                    <a:gdLst>
                      <a:gd name="connsiteX0" fmla="*/ 60960 w 8351520"/>
                      <a:gd name="connsiteY0" fmla="*/ 2229394 h 2229394"/>
                      <a:gd name="connsiteX1" fmla="*/ 0 w 8351520"/>
                      <a:gd name="connsiteY1" fmla="*/ 2229394 h 2229394"/>
                      <a:gd name="connsiteX2" fmla="*/ 8177349 w 8351520"/>
                      <a:gd name="connsiteY2" fmla="*/ 0 h 2229394"/>
                      <a:gd name="connsiteX3" fmla="*/ 8351520 w 8351520"/>
                      <a:gd name="connsiteY3" fmla="*/ 209005 h 2229394"/>
                      <a:gd name="connsiteX4" fmla="*/ 60960 w 8351520"/>
                      <a:gd name="connsiteY4" fmla="*/ 2229394 h 2229394"/>
                      <a:gd name="connsiteX0" fmla="*/ 60960 w 8351520"/>
                      <a:gd name="connsiteY0" fmla="*/ 2229394 h 2229394"/>
                      <a:gd name="connsiteX1" fmla="*/ 0 w 8351520"/>
                      <a:gd name="connsiteY1" fmla="*/ 2229394 h 2229394"/>
                      <a:gd name="connsiteX2" fmla="*/ 8177349 w 8351520"/>
                      <a:gd name="connsiteY2" fmla="*/ 0 h 2229394"/>
                      <a:gd name="connsiteX3" fmla="*/ 8351520 w 8351520"/>
                      <a:gd name="connsiteY3" fmla="*/ 209005 h 2229394"/>
                      <a:gd name="connsiteX4" fmla="*/ 60960 w 8351520"/>
                      <a:gd name="connsiteY4" fmla="*/ 2229394 h 2229394"/>
                      <a:gd name="connsiteX0" fmla="*/ 796478 w 8895450"/>
                      <a:gd name="connsiteY0" fmla="*/ 2481943 h 2481943"/>
                      <a:gd name="connsiteX1" fmla="*/ 543930 w 8895450"/>
                      <a:gd name="connsiteY1" fmla="*/ 2229394 h 2481943"/>
                      <a:gd name="connsiteX2" fmla="*/ 8721279 w 8895450"/>
                      <a:gd name="connsiteY2" fmla="*/ 0 h 2481943"/>
                      <a:gd name="connsiteX3" fmla="*/ 8895450 w 8895450"/>
                      <a:gd name="connsiteY3" fmla="*/ 209005 h 2481943"/>
                      <a:gd name="connsiteX4" fmla="*/ 796478 w 8895450"/>
                      <a:gd name="connsiteY4" fmla="*/ 2481943 h 2481943"/>
                      <a:gd name="connsiteX0" fmla="*/ 8351635 w 8351635"/>
                      <a:gd name="connsiteY0" fmla="*/ 209005 h 2229926"/>
                      <a:gd name="connsiteX1" fmla="*/ 115 w 8351635"/>
                      <a:gd name="connsiteY1" fmla="*/ 2229394 h 2229926"/>
                      <a:gd name="connsiteX2" fmla="*/ 8177464 w 8351635"/>
                      <a:gd name="connsiteY2" fmla="*/ 0 h 2229926"/>
                      <a:gd name="connsiteX3" fmla="*/ 8351635 w 8351635"/>
                      <a:gd name="connsiteY3" fmla="*/ 209005 h 2229926"/>
                      <a:gd name="connsiteX0" fmla="*/ 8351589 w 8351589"/>
                      <a:gd name="connsiteY0" fmla="*/ 209005 h 3365781"/>
                      <a:gd name="connsiteX1" fmla="*/ 69 w 8351589"/>
                      <a:gd name="connsiteY1" fmla="*/ 2229394 h 3365781"/>
                      <a:gd name="connsiteX2" fmla="*/ 8177418 w 8351589"/>
                      <a:gd name="connsiteY2" fmla="*/ 0 h 3365781"/>
                      <a:gd name="connsiteX3" fmla="*/ 8351589 w 8351589"/>
                      <a:gd name="connsiteY3" fmla="*/ 209005 h 3365781"/>
                      <a:gd name="connsiteX0" fmla="*/ 8299338 w 8299338"/>
                      <a:gd name="connsiteY0" fmla="*/ 209005 h 3402653"/>
                      <a:gd name="connsiteX1" fmla="*/ 70 w 8299338"/>
                      <a:gd name="connsiteY1" fmla="*/ 2272937 h 3402653"/>
                      <a:gd name="connsiteX2" fmla="*/ 8125167 w 8299338"/>
                      <a:gd name="connsiteY2" fmla="*/ 0 h 3402653"/>
                      <a:gd name="connsiteX3" fmla="*/ 8299338 w 8299338"/>
                      <a:gd name="connsiteY3" fmla="*/ 209005 h 3402653"/>
                      <a:gd name="connsiteX0" fmla="*/ 8299338 w 8299338"/>
                      <a:gd name="connsiteY0" fmla="*/ 209005 h 3424813"/>
                      <a:gd name="connsiteX1" fmla="*/ 70 w 8299338"/>
                      <a:gd name="connsiteY1" fmla="*/ 2299063 h 3424813"/>
                      <a:gd name="connsiteX2" fmla="*/ 8125167 w 8299338"/>
                      <a:gd name="connsiteY2" fmla="*/ 0 h 3424813"/>
                      <a:gd name="connsiteX3" fmla="*/ 8299338 w 8299338"/>
                      <a:gd name="connsiteY3" fmla="*/ 209005 h 3424813"/>
                      <a:gd name="connsiteX0" fmla="*/ 8299859 w 8299859"/>
                      <a:gd name="connsiteY0" fmla="*/ 209005 h 3609677"/>
                      <a:gd name="connsiteX1" fmla="*/ 591 w 8299859"/>
                      <a:gd name="connsiteY1" fmla="*/ 2299063 h 3609677"/>
                      <a:gd name="connsiteX2" fmla="*/ 8125688 w 8299859"/>
                      <a:gd name="connsiteY2" fmla="*/ 0 h 3609677"/>
                      <a:gd name="connsiteX3" fmla="*/ 8299859 w 8299859"/>
                      <a:gd name="connsiteY3" fmla="*/ 209005 h 3609677"/>
                      <a:gd name="connsiteX0" fmla="*/ 8299859 w 8299859"/>
                      <a:gd name="connsiteY0" fmla="*/ 209005 h 2343085"/>
                      <a:gd name="connsiteX1" fmla="*/ 591 w 8299859"/>
                      <a:gd name="connsiteY1" fmla="*/ 2299063 h 2343085"/>
                      <a:gd name="connsiteX2" fmla="*/ 8125688 w 8299859"/>
                      <a:gd name="connsiteY2" fmla="*/ 0 h 2343085"/>
                      <a:gd name="connsiteX3" fmla="*/ 8299859 w 8299859"/>
                      <a:gd name="connsiteY3" fmla="*/ 209005 h 2343085"/>
                      <a:gd name="connsiteX0" fmla="*/ 8315565 w 8315565"/>
                      <a:gd name="connsiteY0" fmla="*/ 209005 h 2538843"/>
                      <a:gd name="connsiteX1" fmla="*/ 16297 w 8315565"/>
                      <a:gd name="connsiteY1" fmla="*/ 2299063 h 2538843"/>
                      <a:gd name="connsiteX2" fmla="*/ 8141394 w 8315565"/>
                      <a:gd name="connsiteY2" fmla="*/ 0 h 2538843"/>
                      <a:gd name="connsiteX3" fmla="*/ 8315565 w 8315565"/>
                      <a:gd name="connsiteY3" fmla="*/ 209005 h 2538843"/>
                      <a:gd name="connsiteX0" fmla="*/ 8315565 w 8315565"/>
                      <a:gd name="connsiteY0" fmla="*/ 209005 h 2538843"/>
                      <a:gd name="connsiteX1" fmla="*/ 16297 w 8315565"/>
                      <a:gd name="connsiteY1" fmla="*/ 2299063 h 2538843"/>
                      <a:gd name="connsiteX2" fmla="*/ 8141394 w 8315565"/>
                      <a:gd name="connsiteY2" fmla="*/ 0 h 2538843"/>
                      <a:gd name="connsiteX3" fmla="*/ 8315565 w 8315565"/>
                      <a:gd name="connsiteY3" fmla="*/ 209005 h 2538843"/>
                      <a:gd name="connsiteX0" fmla="*/ 8329316 w 8329316"/>
                      <a:gd name="connsiteY0" fmla="*/ 209005 h 2508085"/>
                      <a:gd name="connsiteX1" fmla="*/ 30048 w 8329316"/>
                      <a:gd name="connsiteY1" fmla="*/ 2299063 h 2508085"/>
                      <a:gd name="connsiteX2" fmla="*/ 8155145 w 8329316"/>
                      <a:gd name="connsiteY2" fmla="*/ 0 h 2508085"/>
                      <a:gd name="connsiteX3" fmla="*/ 8329316 w 8329316"/>
                      <a:gd name="connsiteY3" fmla="*/ 209005 h 2508085"/>
                      <a:gd name="connsiteX0" fmla="*/ 8329316 w 8329316"/>
                      <a:gd name="connsiteY0" fmla="*/ 209005 h 2299063"/>
                      <a:gd name="connsiteX1" fmla="*/ 30048 w 8329316"/>
                      <a:gd name="connsiteY1" fmla="*/ 2299063 h 2299063"/>
                      <a:gd name="connsiteX2" fmla="*/ 8155145 w 8329316"/>
                      <a:gd name="connsiteY2" fmla="*/ 0 h 2299063"/>
                      <a:gd name="connsiteX3" fmla="*/ 8329316 w 8329316"/>
                      <a:gd name="connsiteY3" fmla="*/ 209005 h 2299063"/>
                      <a:gd name="connsiteX0" fmla="*/ 8329316 w 8329316"/>
                      <a:gd name="connsiteY0" fmla="*/ 209005 h 3198200"/>
                      <a:gd name="connsiteX1" fmla="*/ 30048 w 8329316"/>
                      <a:gd name="connsiteY1" fmla="*/ 2299063 h 3198200"/>
                      <a:gd name="connsiteX2" fmla="*/ 8155145 w 8329316"/>
                      <a:gd name="connsiteY2" fmla="*/ 0 h 3198200"/>
                      <a:gd name="connsiteX3" fmla="*/ 8329316 w 8329316"/>
                      <a:gd name="connsiteY3" fmla="*/ 209005 h 3198200"/>
                      <a:gd name="connsiteX0" fmla="*/ 8299268 w 8299268"/>
                      <a:gd name="connsiteY0" fmla="*/ 209005 h 3198200"/>
                      <a:gd name="connsiteX1" fmla="*/ 0 w 8299268"/>
                      <a:gd name="connsiteY1" fmla="*/ 2299063 h 3198200"/>
                      <a:gd name="connsiteX2" fmla="*/ 8125097 w 8299268"/>
                      <a:gd name="connsiteY2" fmla="*/ 0 h 3198200"/>
                      <a:gd name="connsiteX3" fmla="*/ 8299268 w 8299268"/>
                      <a:gd name="connsiteY3" fmla="*/ 209005 h 3198200"/>
                      <a:gd name="connsiteX0" fmla="*/ 8299268 w 8299268"/>
                      <a:gd name="connsiteY0" fmla="*/ 209005 h 3289727"/>
                      <a:gd name="connsiteX1" fmla="*/ 0 w 8299268"/>
                      <a:gd name="connsiteY1" fmla="*/ 2299063 h 3289727"/>
                      <a:gd name="connsiteX2" fmla="*/ 8125097 w 8299268"/>
                      <a:gd name="connsiteY2" fmla="*/ 0 h 3289727"/>
                      <a:gd name="connsiteX3" fmla="*/ 8299268 w 8299268"/>
                      <a:gd name="connsiteY3" fmla="*/ 209005 h 3289727"/>
                      <a:gd name="connsiteX0" fmla="*/ 8299268 w 8299268"/>
                      <a:gd name="connsiteY0" fmla="*/ 209005 h 3289727"/>
                      <a:gd name="connsiteX1" fmla="*/ 0 w 8299268"/>
                      <a:gd name="connsiteY1" fmla="*/ 2299063 h 3289727"/>
                      <a:gd name="connsiteX2" fmla="*/ 8125097 w 8299268"/>
                      <a:gd name="connsiteY2" fmla="*/ 0 h 3289727"/>
                      <a:gd name="connsiteX3" fmla="*/ 8299268 w 8299268"/>
                      <a:gd name="connsiteY3" fmla="*/ 209005 h 3289727"/>
                      <a:gd name="connsiteX0" fmla="*/ 8299268 w 8299268"/>
                      <a:gd name="connsiteY0" fmla="*/ 209005 h 3217213"/>
                      <a:gd name="connsiteX1" fmla="*/ 0 w 8299268"/>
                      <a:gd name="connsiteY1" fmla="*/ 2211977 h 3217213"/>
                      <a:gd name="connsiteX2" fmla="*/ 8125097 w 8299268"/>
                      <a:gd name="connsiteY2" fmla="*/ 0 h 3217213"/>
                      <a:gd name="connsiteX3" fmla="*/ 8299268 w 8299268"/>
                      <a:gd name="connsiteY3" fmla="*/ 209005 h 3217213"/>
                      <a:gd name="connsiteX0" fmla="*/ 8299268 w 8299268"/>
                      <a:gd name="connsiteY0" fmla="*/ 209005 h 3228397"/>
                      <a:gd name="connsiteX1" fmla="*/ 0 w 8299268"/>
                      <a:gd name="connsiteY1" fmla="*/ 2211977 h 3228397"/>
                      <a:gd name="connsiteX2" fmla="*/ 8125097 w 8299268"/>
                      <a:gd name="connsiteY2" fmla="*/ 0 h 3228397"/>
                      <a:gd name="connsiteX3" fmla="*/ 8299268 w 8299268"/>
                      <a:gd name="connsiteY3" fmla="*/ 209005 h 3228397"/>
                      <a:gd name="connsiteX0" fmla="*/ 8299268 w 8299268"/>
                      <a:gd name="connsiteY0" fmla="*/ 209005 h 3228397"/>
                      <a:gd name="connsiteX1" fmla="*/ 0 w 8299268"/>
                      <a:gd name="connsiteY1" fmla="*/ 2211977 h 3228397"/>
                      <a:gd name="connsiteX2" fmla="*/ 8125097 w 8299268"/>
                      <a:gd name="connsiteY2" fmla="*/ 0 h 3228397"/>
                      <a:gd name="connsiteX3" fmla="*/ 8299268 w 8299268"/>
                      <a:gd name="connsiteY3" fmla="*/ 209005 h 3228397"/>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278840"/>
                      <a:gd name="connsiteX1" fmla="*/ 0 w 8299268"/>
                      <a:gd name="connsiteY1" fmla="*/ 2211977 h 3278840"/>
                      <a:gd name="connsiteX2" fmla="*/ 8125097 w 8299268"/>
                      <a:gd name="connsiteY2" fmla="*/ 0 h 3278840"/>
                      <a:gd name="connsiteX3" fmla="*/ 8299268 w 8299268"/>
                      <a:gd name="connsiteY3" fmla="*/ 209005 h 3278840"/>
                      <a:gd name="connsiteX0" fmla="*/ 8299268 w 8299268"/>
                      <a:gd name="connsiteY0" fmla="*/ 209005 h 3221755"/>
                      <a:gd name="connsiteX1" fmla="*/ 0 w 8299268"/>
                      <a:gd name="connsiteY1" fmla="*/ 2211977 h 3221755"/>
                      <a:gd name="connsiteX2" fmla="*/ 8125097 w 8299268"/>
                      <a:gd name="connsiteY2" fmla="*/ 0 h 3221755"/>
                      <a:gd name="connsiteX3" fmla="*/ 8299268 w 8299268"/>
                      <a:gd name="connsiteY3" fmla="*/ 209005 h 3221755"/>
                      <a:gd name="connsiteX0" fmla="*/ 8299268 w 8299268"/>
                      <a:gd name="connsiteY0" fmla="*/ 209005 h 3289761"/>
                      <a:gd name="connsiteX1" fmla="*/ 0 w 8299268"/>
                      <a:gd name="connsiteY1" fmla="*/ 2211977 h 3289761"/>
                      <a:gd name="connsiteX2" fmla="*/ 8125097 w 8299268"/>
                      <a:gd name="connsiteY2" fmla="*/ 0 h 3289761"/>
                      <a:gd name="connsiteX3" fmla="*/ 8299268 w 8299268"/>
                      <a:gd name="connsiteY3" fmla="*/ 209005 h 3289761"/>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99188 w 8399188"/>
                      <a:gd name="connsiteY0" fmla="*/ 209005 h 3156821"/>
                      <a:gd name="connsiteX1" fmla="*/ 3792354 w 8399188"/>
                      <a:gd name="connsiteY1" fmla="*/ 2969621 h 3156821"/>
                      <a:gd name="connsiteX2" fmla="*/ 99920 w 8399188"/>
                      <a:gd name="connsiteY2" fmla="*/ 2211977 h 3156821"/>
                      <a:gd name="connsiteX3" fmla="*/ 3722685 w 8399188"/>
                      <a:gd name="connsiteY3" fmla="*/ 2760616 h 3156821"/>
                      <a:gd name="connsiteX4" fmla="*/ 8225017 w 8399188"/>
                      <a:gd name="connsiteY4" fmla="*/ 0 h 3156821"/>
                      <a:gd name="connsiteX5" fmla="*/ 8399188 w 8399188"/>
                      <a:gd name="connsiteY5" fmla="*/ 209005 h 3156821"/>
                      <a:gd name="connsiteX0" fmla="*/ 8399188 w 8399188"/>
                      <a:gd name="connsiteY0" fmla="*/ 209005 h 3156821"/>
                      <a:gd name="connsiteX1" fmla="*/ 3792354 w 8399188"/>
                      <a:gd name="connsiteY1" fmla="*/ 2969621 h 3156821"/>
                      <a:gd name="connsiteX2" fmla="*/ 99920 w 8399188"/>
                      <a:gd name="connsiteY2" fmla="*/ 2211977 h 3156821"/>
                      <a:gd name="connsiteX3" fmla="*/ 3722685 w 8399188"/>
                      <a:gd name="connsiteY3" fmla="*/ 2760616 h 3156821"/>
                      <a:gd name="connsiteX4" fmla="*/ 8225017 w 8399188"/>
                      <a:gd name="connsiteY4" fmla="*/ 0 h 3156821"/>
                      <a:gd name="connsiteX5" fmla="*/ 8399188 w 8399188"/>
                      <a:gd name="connsiteY5" fmla="*/ 209005 h 3156821"/>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29678"/>
                      <a:gd name="connsiteX1" fmla="*/ 3692434 w 8299268"/>
                      <a:gd name="connsiteY1" fmla="*/ 2969621 h 3229678"/>
                      <a:gd name="connsiteX2" fmla="*/ 0 w 8299268"/>
                      <a:gd name="connsiteY2" fmla="*/ 2211977 h 3229678"/>
                      <a:gd name="connsiteX3" fmla="*/ 3622765 w 8299268"/>
                      <a:gd name="connsiteY3" fmla="*/ 2760616 h 3229678"/>
                      <a:gd name="connsiteX4" fmla="*/ 8125097 w 8299268"/>
                      <a:gd name="connsiteY4" fmla="*/ 0 h 3229678"/>
                      <a:gd name="connsiteX5" fmla="*/ 8299268 w 8299268"/>
                      <a:gd name="connsiteY5" fmla="*/ 209005 h 3229678"/>
                      <a:gd name="connsiteX0" fmla="*/ 8299317 w 8299317"/>
                      <a:gd name="connsiteY0" fmla="*/ 209005 h 3118885"/>
                      <a:gd name="connsiteX1" fmla="*/ 3692483 w 8299317"/>
                      <a:gd name="connsiteY1" fmla="*/ 2969621 h 3118885"/>
                      <a:gd name="connsiteX2" fmla="*/ 49 w 8299317"/>
                      <a:gd name="connsiteY2" fmla="*/ 2211977 h 3118885"/>
                      <a:gd name="connsiteX3" fmla="*/ 3622814 w 8299317"/>
                      <a:gd name="connsiteY3" fmla="*/ 2760616 h 3118885"/>
                      <a:gd name="connsiteX4" fmla="*/ 8125146 w 8299317"/>
                      <a:gd name="connsiteY4" fmla="*/ 0 h 3118885"/>
                      <a:gd name="connsiteX5" fmla="*/ 8299317 w 8299317"/>
                      <a:gd name="connsiteY5" fmla="*/ 209005 h 3118885"/>
                      <a:gd name="connsiteX0" fmla="*/ 8313517 w 8313517"/>
                      <a:gd name="connsiteY0" fmla="*/ 209005 h 3229102"/>
                      <a:gd name="connsiteX1" fmla="*/ 3706683 w 8313517"/>
                      <a:gd name="connsiteY1" fmla="*/ 2969621 h 3229102"/>
                      <a:gd name="connsiteX2" fmla="*/ 14249 w 8313517"/>
                      <a:gd name="connsiteY2" fmla="*/ 2211977 h 3229102"/>
                      <a:gd name="connsiteX3" fmla="*/ 3637014 w 8313517"/>
                      <a:gd name="connsiteY3" fmla="*/ 2760616 h 3229102"/>
                      <a:gd name="connsiteX4" fmla="*/ 8139346 w 8313517"/>
                      <a:gd name="connsiteY4" fmla="*/ 0 h 3229102"/>
                      <a:gd name="connsiteX5" fmla="*/ 8313517 w 8313517"/>
                      <a:gd name="connsiteY5" fmla="*/ 209005 h 3229102"/>
                      <a:gd name="connsiteX0" fmla="*/ 8313517 w 8313517"/>
                      <a:gd name="connsiteY0" fmla="*/ 209005 h 3229102"/>
                      <a:gd name="connsiteX1" fmla="*/ 3706683 w 8313517"/>
                      <a:gd name="connsiteY1" fmla="*/ 2969621 h 3229102"/>
                      <a:gd name="connsiteX2" fmla="*/ 14249 w 8313517"/>
                      <a:gd name="connsiteY2" fmla="*/ 2211977 h 3229102"/>
                      <a:gd name="connsiteX3" fmla="*/ 3637014 w 8313517"/>
                      <a:gd name="connsiteY3" fmla="*/ 2760616 h 3229102"/>
                      <a:gd name="connsiteX4" fmla="*/ 8139346 w 8313517"/>
                      <a:gd name="connsiteY4" fmla="*/ 0 h 3229102"/>
                      <a:gd name="connsiteX5" fmla="*/ 8313517 w 8313517"/>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47117"/>
                      <a:gd name="connsiteX1" fmla="*/ 3692434 w 8299268"/>
                      <a:gd name="connsiteY1" fmla="*/ 2969621 h 3247117"/>
                      <a:gd name="connsiteX2" fmla="*/ 0 w 8299268"/>
                      <a:gd name="connsiteY2" fmla="*/ 2211977 h 3247117"/>
                      <a:gd name="connsiteX3" fmla="*/ 3622765 w 8299268"/>
                      <a:gd name="connsiteY3" fmla="*/ 2760616 h 3247117"/>
                      <a:gd name="connsiteX4" fmla="*/ 8125097 w 8299268"/>
                      <a:gd name="connsiteY4" fmla="*/ 0 h 3247117"/>
                      <a:gd name="connsiteX5" fmla="*/ 8299268 w 8299268"/>
                      <a:gd name="connsiteY5" fmla="*/ 209005 h 3247117"/>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579222 w 8299268"/>
                      <a:gd name="connsiteY3" fmla="*/ 2786741 h 3254855"/>
                      <a:gd name="connsiteX4" fmla="*/ 8125097 w 8299268"/>
                      <a:gd name="connsiteY4" fmla="*/ 0 h 3254855"/>
                      <a:gd name="connsiteX5" fmla="*/ 8299268 w 8299268"/>
                      <a:gd name="connsiteY5" fmla="*/ 209005 h 3254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99268" h="3254855">
                        <a:moveTo>
                          <a:pt x="8299268" y="209005"/>
                        </a:moveTo>
                        <a:cubicBezTo>
                          <a:pt x="7437119" y="918753"/>
                          <a:pt x="5206274" y="2522580"/>
                          <a:pt x="3692434" y="2969621"/>
                        </a:cubicBezTo>
                        <a:cubicBezTo>
                          <a:pt x="1490618" y="3564706"/>
                          <a:pt x="268514" y="3188789"/>
                          <a:pt x="0" y="2211977"/>
                        </a:cubicBezTo>
                        <a:cubicBezTo>
                          <a:pt x="410754" y="3194594"/>
                          <a:pt x="1876697" y="3268615"/>
                          <a:pt x="3579222" y="2786741"/>
                        </a:cubicBezTo>
                        <a:cubicBezTo>
                          <a:pt x="5124994" y="2270032"/>
                          <a:pt x="7254240" y="667657"/>
                          <a:pt x="8125097" y="0"/>
                        </a:cubicBezTo>
                        <a:lnTo>
                          <a:pt x="8299268" y="20900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자유형: 도형 10">
                    <a:extLst>
                      <a:ext uri="{FF2B5EF4-FFF2-40B4-BE49-F238E27FC236}">
                        <a16:creationId xmlns:a16="http://schemas.microsoft.com/office/drawing/2014/main" id="{7E3FBE1F-9E0D-4A99-9908-6AFCFF23239D}"/>
                      </a:ext>
                    </a:extLst>
                  </p:cNvPr>
                  <p:cNvSpPr/>
                  <p:nvPr/>
                </p:nvSpPr>
                <p:spPr>
                  <a:xfrm>
                    <a:off x="7149737" y="2033664"/>
                    <a:ext cx="8656129" cy="3121400"/>
                  </a:xfrm>
                  <a:custGeom>
                    <a:avLst/>
                    <a:gdLst>
                      <a:gd name="connsiteX0" fmla="*/ 60960 w 8351520"/>
                      <a:gd name="connsiteY0" fmla="*/ 2229394 h 2229394"/>
                      <a:gd name="connsiteX1" fmla="*/ 0 w 8351520"/>
                      <a:gd name="connsiteY1" fmla="*/ 2229394 h 2229394"/>
                      <a:gd name="connsiteX2" fmla="*/ 8177349 w 8351520"/>
                      <a:gd name="connsiteY2" fmla="*/ 0 h 2229394"/>
                      <a:gd name="connsiteX3" fmla="*/ 8351520 w 8351520"/>
                      <a:gd name="connsiteY3" fmla="*/ 209005 h 2229394"/>
                      <a:gd name="connsiteX4" fmla="*/ 60960 w 8351520"/>
                      <a:gd name="connsiteY4" fmla="*/ 2229394 h 2229394"/>
                      <a:gd name="connsiteX0" fmla="*/ 60960 w 8351520"/>
                      <a:gd name="connsiteY0" fmla="*/ 2229394 h 2229394"/>
                      <a:gd name="connsiteX1" fmla="*/ 0 w 8351520"/>
                      <a:gd name="connsiteY1" fmla="*/ 2229394 h 2229394"/>
                      <a:gd name="connsiteX2" fmla="*/ 8177349 w 8351520"/>
                      <a:gd name="connsiteY2" fmla="*/ 0 h 2229394"/>
                      <a:gd name="connsiteX3" fmla="*/ 8351520 w 8351520"/>
                      <a:gd name="connsiteY3" fmla="*/ 209005 h 2229394"/>
                      <a:gd name="connsiteX4" fmla="*/ 60960 w 8351520"/>
                      <a:gd name="connsiteY4" fmla="*/ 2229394 h 2229394"/>
                      <a:gd name="connsiteX0" fmla="*/ 796478 w 8895450"/>
                      <a:gd name="connsiteY0" fmla="*/ 2481943 h 2481943"/>
                      <a:gd name="connsiteX1" fmla="*/ 543930 w 8895450"/>
                      <a:gd name="connsiteY1" fmla="*/ 2229394 h 2481943"/>
                      <a:gd name="connsiteX2" fmla="*/ 8721279 w 8895450"/>
                      <a:gd name="connsiteY2" fmla="*/ 0 h 2481943"/>
                      <a:gd name="connsiteX3" fmla="*/ 8895450 w 8895450"/>
                      <a:gd name="connsiteY3" fmla="*/ 209005 h 2481943"/>
                      <a:gd name="connsiteX4" fmla="*/ 796478 w 8895450"/>
                      <a:gd name="connsiteY4" fmla="*/ 2481943 h 2481943"/>
                      <a:gd name="connsiteX0" fmla="*/ 8351635 w 8351635"/>
                      <a:gd name="connsiteY0" fmla="*/ 209005 h 2229926"/>
                      <a:gd name="connsiteX1" fmla="*/ 115 w 8351635"/>
                      <a:gd name="connsiteY1" fmla="*/ 2229394 h 2229926"/>
                      <a:gd name="connsiteX2" fmla="*/ 8177464 w 8351635"/>
                      <a:gd name="connsiteY2" fmla="*/ 0 h 2229926"/>
                      <a:gd name="connsiteX3" fmla="*/ 8351635 w 8351635"/>
                      <a:gd name="connsiteY3" fmla="*/ 209005 h 2229926"/>
                      <a:gd name="connsiteX0" fmla="*/ 8351589 w 8351589"/>
                      <a:gd name="connsiteY0" fmla="*/ 209005 h 3365781"/>
                      <a:gd name="connsiteX1" fmla="*/ 69 w 8351589"/>
                      <a:gd name="connsiteY1" fmla="*/ 2229394 h 3365781"/>
                      <a:gd name="connsiteX2" fmla="*/ 8177418 w 8351589"/>
                      <a:gd name="connsiteY2" fmla="*/ 0 h 3365781"/>
                      <a:gd name="connsiteX3" fmla="*/ 8351589 w 8351589"/>
                      <a:gd name="connsiteY3" fmla="*/ 209005 h 3365781"/>
                      <a:gd name="connsiteX0" fmla="*/ 8299338 w 8299338"/>
                      <a:gd name="connsiteY0" fmla="*/ 209005 h 3402653"/>
                      <a:gd name="connsiteX1" fmla="*/ 70 w 8299338"/>
                      <a:gd name="connsiteY1" fmla="*/ 2272937 h 3402653"/>
                      <a:gd name="connsiteX2" fmla="*/ 8125167 w 8299338"/>
                      <a:gd name="connsiteY2" fmla="*/ 0 h 3402653"/>
                      <a:gd name="connsiteX3" fmla="*/ 8299338 w 8299338"/>
                      <a:gd name="connsiteY3" fmla="*/ 209005 h 3402653"/>
                      <a:gd name="connsiteX0" fmla="*/ 8299338 w 8299338"/>
                      <a:gd name="connsiteY0" fmla="*/ 209005 h 3424813"/>
                      <a:gd name="connsiteX1" fmla="*/ 70 w 8299338"/>
                      <a:gd name="connsiteY1" fmla="*/ 2299063 h 3424813"/>
                      <a:gd name="connsiteX2" fmla="*/ 8125167 w 8299338"/>
                      <a:gd name="connsiteY2" fmla="*/ 0 h 3424813"/>
                      <a:gd name="connsiteX3" fmla="*/ 8299338 w 8299338"/>
                      <a:gd name="connsiteY3" fmla="*/ 209005 h 3424813"/>
                      <a:gd name="connsiteX0" fmla="*/ 8299859 w 8299859"/>
                      <a:gd name="connsiteY0" fmla="*/ 209005 h 3609677"/>
                      <a:gd name="connsiteX1" fmla="*/ 591 w 8299859"/>
                      <a:gd name="connsiteY1" fmla="*/ 2299063 h 3609677"/>
                      <a:gd name="connsiteX2" fmla="*/ 8125688 w 8299859"/>
                      <a:gd name="connsiteY2" fmla="*/ 0 h 3609677"/>
                      <a:gd name="connsiteX3" fmla="*/ 8299859 w 8299859"/>
                      <a:gd name="connsiteY3" fmla="*/ 209005 h 3609677"/>
                      <a:gd name="connsiteX0" fmla="*/ 8299859 w 8299859"/>
                      <a:gd name="connsiteY0" fmla="*/ 209005 h 2343085"/>
                      <a:gd name="connsiteX1" fmla="*/ 591 w 8299859"/>
                      <a:gd name="connsiteY1" fmla="*/ 2299063 h 2343085"/>
                      <a:gd name="connsiteX2" fmla="*/ 8125688 w 8299859"/>
                      <a:gd name="connsiteY2" fmla="*/ 0 h 2343085"/>
                      <a:gd name="connsiteX3" fmla="*/ 8299859 w 8299859"/>
                      <a:gd name="connsiteY3" fmla="*/ 209005 h 2343085"/>
                      <a:gd name="connsiteX0" fmla="*/ 8315565 w 8315565"/>
                      <a:gd name="connsiteY0" fmla="*/ 209005 h 2538843"/>
                      <a:gd name="connsiteX1" fmla="*/ 16297 w 8315565"/>
                      <a:gd name="connsiteY1" fmla="*/ 2299063 h 2538843"/>
                      <a:gd name="connsiteX2" fmla="*/ 8141394 w 8315565"/>
                      <a:gd name="connsiteY2" fmla="*/ 0 h 2538843"/>
                      <a:gd name="connsiteX3" fmla="*/ 8315565 w 8315565"/>
                      <a:gd name="connsiteY3" fmla="*/ 209005 h 2538843"/>
                      <a:gd name="connsiteX0" fmla="*/ 8315565 w 8315565"/>
                      <a:gd name="connsiteY0" fmla="*/ 209005 h 2538843"/>
                      <a:gd name="connsiteX1" fmla="*/ 16297 w 8315565"/>
                      <a:gd name="connsiteY1" fmla="*/ 2299063 h 2538843"/>
                      <a:gd name="connsiteX2" fmla="*/ 8141394 w 8315565"/>
                      <a:gd name="connsiteY2" fmla="*/ 0 h 2538843"/>
                      <a:gd name="connsiteX3" fmla="*/ 8315565 w 8315565"/>
                      <a:gd name="connsiteY3" fmla="*/ 209005 h 2538843"/>
                      <a:gd name="connsiteX0" fmla="*/ 8329316 w 8329316"/>
                      <a:gd name="connsiteY0" fmla="*/ 209005 h 2508085"/>
                      <a:gd name="connsiteX1" fmla="*/ 30048 w 8329316"/>
                      <a:gd name="connsiteY1" fmla="*/ 2299063 h 2508085"/>
                      <a:gd name="connsiteX2" fmla="*/ 8155145 w 8329316"/>
                      <a:gd name="connsiteY2" fmla="*/ 0 h 2508085"/>
                      <a:gd name="connsiteX3" fmla="*/ 8329316 w 8329316"/>
                      <a:gd name="connsiteY3" fmla="*/ 209005 h 2508085"/>
                      <a:gd name="connsiteX0" fmla="*/ 8329316 w 8329316"/>
                      <a:gd name="connsiteY0" fmla="*/ 209005 h 2299063"/>
                      <a:gd name="connsiteX1" fmla="*/ 30048 w 8329316"/>
                      <a:gd name="connsiteY1" fmla="*/ 2299063 h 2299063"/>
                      <a:gd name="connsiteX2" fmla="*/ 8155145 w 8329316"/>
                      <a:gd name="connsiteY2" fmla="*/ 0 h 2299063"/>
                      <a:gd name="connsiteX3" fmla="*/ 8329316 w 8329316"/>
                      <a:gd name="connsiteY3" fmla="*/ 209005 h 2299063"/>
                      <a:gd name="connsiteX0" fmla="*/ 8329316 w 8329316"/>
                      <a:gd name="connsiteY0" fmla="*/ 209005 h 3198200"/>
                      <a:gd name="connsiteX1" fmla="*/ 30048 w 8329316"/>
                      <a:gd name="connsiteY1" fmla="*/ 2299063 h 3198200"/>
                      <a:gd name="connsiteX2" fmla="*/ 8155145 w 8329316"/>
                      <a:gd name="connsiteY2" fmla="*/ 0 h 3198200"/>
                      <a:gd name="connsiteX3" fmla="*/ 8329316 w 8329316"/>
                      <a:gd name="connsiteY3" fmla="*/ 209005 h 3198200"/>
                      <a:gd name="connsiteX0" fmla="*/ 8299268 w 8299268"/>
                      <a:gd name="connsiteY0" fmla="*/ 209005 h 3198200"/>
                      <a:gd name="connsiteX1" fmla="*/ 0 w 8299268"/>
                      <a:gd name="connsiteY1" fmla="*/ 2299063 h 3198200"/>
                      <a:gd name="connsiteX2" fmla="*/ 8125097 w 8299268"/>
                      <a:gd name="connsiteY2" fmla="*/ 0 h 3198200"/>
                      <a:gd name="connsiteX3" fmla="*/ 8299268 w 8299268"/>
                      <a:gd name="connsiteY3" fmla="*/ 209005 h 3198200"/>
                      <a:gd name="connsiteX0" fmla="*/ 8299268 w 8299268"/>
                      <a:gd name="connsiteY0" fmla="*/ 209005 h 3289727"/>
                      <a:gd name="connsiteX1" fmla="*/ 0 w 8299268"/>
                      <a:gd name="connsiteY1" fmla="*/ 2299063 h 3289727"/>
                      <a:gd name="connsiteX2" fmla="*/ 8125097 w 8299268"/>
                      <a:gd name="connsiteY2" fmla="*/ 0 h 3289727"/>
                      <a:gd name="connsiteX3" fmla="*/ 8299268 w 8299268"/>
                      <a:gd name="connsiteY3" fmla="*/ 209005 h 3289727"/>
                      <a:gd name="connsiteX0" fmla="*/ 8299268 w 8299268"/>
                      <a:gd name="connsiteY0" fmla="*/ 209005 h 3289727"/>
                      <a:gd name="connsiteX1" fmla="*/ 0 w 8299268"/>
                      <a:gd name="connsiteY1" fmla="*/ 2299063 h 3289727"/>
                      <a:gd name="connsiteX2" fmla="*/ 8125097 w 8299268"/>
                      <a:gd name="connsiteY2" fmla="*/ 0 h 3289727"/>
                      <a:gd name="connsiteX3" fmla="*/ 8299268 w 8299268"/>
                      <a:gd name="connsiteY3" fmla="*/ 209005 h 3289727"/>
                      <a:gd name="connsiteX0" fmla="*/ 8299268 w 8299268"/>
                      <a:gd name="connsiteY0" fmla="*/ 209005 h 3217213"/>
                      <a:gd name="connsiteX1" fmla="*/ 0 w 8299268"/>
                      <a:gd name="connsiteY1" fmla="*/ 2211977 h 3217213"/>
                      <a:gd name="connsiteX2" fmla="*/ 8125097 w 8299268"/>
                      <a:gd name="connsiteY2" fmla="*/ 0 h 3217213"/>
                      <a:gd name="connsiteX3" fmla="*/ 8299268 w 8299268"/>
                      <a:gd name="connsiteY3" fmla="*/ 209005 h 3217213"/>
                      <a:gd name="connsiteX0" fmla="*/ 8299268 w 8299268"/>
                      <a:gd name="connsiteY0" fmla="*/ 209005 h 3228397"/>
                      <a:gd name="connsiteX1" fmla="*/ 0 w 8299268"/>
                      <a:gd name="connsiteY1" fmla="*/ 2211977 h 3228397"/>
                      <a:gd name="connsiteX2" fmla="*/ 8125097 w 8299268"/>
                      <a:gd name="connsiteY2" fmla="*/ 0 h 3228397"/>
                      <a:gd name="connsiteX3" fmla="*/ 8299268 w 8299268"/>
                      <a:gd name="connsiteY3" fmla="*/ 209005 h 3228397"/>
                      <a:gd name="connsiteX0" fmla="*/ 8299268 w 8299268"/>
                      <a:gd name="connsiteY0" fmla="*/ 209005 h 3228397"/>
                      <a:gd name="connsiteX1" fmla="*/ 0 w 8299268"/>
                      <a:gd name="connsiteY1" fmla="*/ 2211977 h 3228397"/>
                      <a:gd name="connsiteX2" fmla="*/ 8125097 w 8299268"/>
                      <a:gd name="connsiteY2" fmla="*/ 0 h 3228397"/>
                      <a:gd name="connsiteX3" fmla="*/ 8299268 w 8299268"/>
                      <a:gd name="connsiteY3" fmla="*/ 209005 h 3228397"/>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328372"/>
                      <a:gd name="connsiteX1" fmla="*/ 0 w 8299268"/>
                      <a:gd name="connsiteY1" fmla="*/ 2211977 h 3328372"/>
                      <a:gd name="connsiteX2" fmla="*/ 8125097 w 8299268"/>
                      <a:gd name="connsiteY2" fmla="*/ 0 h 3328372"/>
                      <a:gd name="connsiteX3" fmla="*/ 8299268 w 8299268"/>
                      <a:gd name="connsiteY3" fmla="*/ 209005 h 3328372"/>
                      <a:gd name="connsiteX0" fmla="*/ 8299268 w 8299268"/>
                      <a:gd name="connsiteY0" fmla="*/ 209005 h 3278840"/>
                      <a:gd name="connsiteX1" fmla="*/ 0 w 8299268"/>
                      <a:gd name="connsiteY1" fmla="*/ 2211977 h 3278840"/>
                      <a:gd name="connsiteX2" fmla="*/ 8125097 w 8299268"/>
                      <a:gd name="connsiteY2" fmla="*/ 0 h 3278840"/>
                      <a:gd name="connsiteX3" fmla="*/ 8299268 w 8299268"/>
                      <a:gd name="connsiteY3" fmla="*/ 209005 h 3278840"/>
                      <a:gd name="connsiteX0" fmla="*/ 8299268 w 8299268"/>
                      <a:gd name="connsiteY0" fmla="*/ 209005 h 3221755"/>
                      <a:gd name="connsiteX1" fmla="*/ 0 w 8299268"/>
                      <a:gd name="connsiteY1" fmla="*/ 2211977 h 3221755"/>
                      <a:gd name="connsiteX2" fmla="*/ 8125097 w 8299268"/>
                      <a:gd name="connsiteY2" fmla="*/ 0 h 3221755"/>
                      <a:gd name="connsiteX3" fmla="*/ 8299268 w 8299268"/>
                      <a:gd name="connsiteY3" fmla="*/ 209005 h 3221755"/>
                      <a:gd name="connsiteX0" fmla="*/ 8299268 w 8299268"/>
                      <a:gd name="connsiteY0" fmla="*/ 209005 h 3289761"/>
                      <a:gd name="connsiteX1" fmla="*/ 0 w 8299268"/>
                      <a:gd name="connsiteY1" fmla="*/ 2211977 h 3289761"/>
                      <a:gd name="connsiteX2" fmla="*/ 8125097 w 8299268"/>
                      <a:gd name="connsiteY2" fmla="*/ 0 h 3289761"/>
                      <a:gd name="connsiteX3" fmla="*/ 8299268 w 8299268"/>
                      <a:gd name="connsiteY3" fmla="*/ 209005 h 3289761"/>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122417"/>
                      <a:gd name="connsiteX1" fmla="*/ 3771086 w 8377920"/>
                      <a:gd name="connsiteY1" fmla="*/ 2969621 h 3122417"/>
                      <a:gd name="connsiteX2" fmla="*/ 78652 w 8377920"/>
                      <a:gd name="connsiteY2" fmla="*/ 2211977 h 3122417"/>
                      <a:gd name="connsiteX3" fmla="*/ 8203749 w 8377920"/>
                      <a:gd name="connsiteY3" fmla="*/ 0 h 3122417"/>
                      <a:gd name="connsiteX4" fmla="*/ 8377920 w 8377920"/>
                      <a:gd name="connsiteY4" fmla="*/ 209005 h 3122417"/>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77920 w 8377920"/>
                      <a:gd name="connsiteY0" fmla="*/ 209005 h 3060621"/>
                      <a:gd name="connsiteX1" fmla="*/ 3771086 w 8377920"/>
                      <a:gd name="connsiteY1" fmla="*/ 2969621 h 3060621"/>
                      <a:gd name="connsiteX2" fmla="*/ 78652 w 8377920"/>
                      <a:gd name="connsiteY2" fmla="*/ 2211977 h 3060621"/>
                      <a:gd name="connsiteX3" fmla="*/ 3701417 w 8377920"/>
                      <a:gd name="connsiteY3" fmla="*/ 2760616 h 3060621"/>
                      <a:gd name="connsiteX4" fmla="*/ 8203749 w 8377920"/>
                      <a:gd name="connsiteY4" fmla="*/ 0 h 3060621"/>
                      <a:gd name="connsiteX5" fmla="*/ 8377920 w 8377920"/>
                      <a:gd name="connsiteY5" fmla="*/ 209005 h 3060621"/>
                      <a:gd name="connsiteX0" fmla="*/ 8399188 w 8399188"/>
                      <a:gd name="connsiteY0" fmla="*/ 209005 h 3156821"/>
                      <a:gd name="connsiteX1" fmla="*/ 3792354 w 8399188"/>
                      <a:gd name="connsiteY1" fmla="*/ 2969621 h 3156821"/>
                      <a:gd name="connsiteX2" fmla="*/ 99920 w 8399188"/>
                      <a:gd name="connsiteY2" fmla="*/ 2211977 h 3156821"/>
                      <a:gd name="connsiteX3" fmla="*/ 3722685 w 8399188"/>
                      <a:gd name="connsiteY3" fmla="*/ 2760616 h 3156821"/>
                      <a:gd name="connsiteX4" fmla="*/ 8225017 w 8399188"/>
                      <a:gd name="connsiteY4" fmla="*/ 0 h 3156821"/>
                      <a:gd name="connsiteX5" fmla="*/ 8399188 w 8399188"/>
                      <a:gd name="connsiteY5" fmla="*/ 209005 h 3156821"/>
                      <a:gd name="connsiteX0" fmla="*/ 8399188 w 8399188"/>
                      <a:gd name="connsiteY0" fmla="*/ 209005 h 3156821"/>
                      <a:gd name="connsiteX1" fmla="*/ 3792354 w 8399188"/>
                      <a:gd name="connsiteY1" fmla="*/ 2969621 h 3156821"/>
                      <a:gd name="connsiteX2" fmla="*/ 99920 w 8399188"/>
                      <a:gd name="connsiteY2" fmla="*/ 2211977 h 3156821"/>
                      <a:gd name="connsiteX3" fmla="*/ 3722685 w 8399188"/>
                      <a:gd name="connsiteY3" fmla="*/ 2760616 h 3156821"/>
                      <a:gd name="connsiteX4" fmla="*/ 8225017 w 8399188"/>
                      <a:gd name="connsiteY4" fmla="*/ 0 h 3156821"/>
                      <a:gd name="connsiteX5" fmla="*/ 8399188 w 8399188"/>
                      <a:gd name="connsiteY5" fmla="*/ 209005 h 3156821"/>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57344"/>
                      <a:gd name="connsiteX1" fmla="*/ 3692434 w 8299268"/>
                      <a:gd name="connsiteY1" fmla="*/ 2969621 h 3257344"/>
                      <a:gd name="connsiteX2" fmla="*/ 0 w 8299268"/>
                      <a:gd name="connsiteY2" fmla="*/ 2211977 h 3257344"/>
                      <a:gd name="connsiteX3" fmla="*/ 3622765 w 8299268"/>
                      <a:gd name="connsiteY3" fmla="*/ 2760616 h 3257344"/>
                      <a:gd name="connsiteX4" fmla="*/ 8125097 w 8299268"/>
                      <a:gd name="connsiteY4" fmla="*/ 0 h 3257344"/>
                      <a:gd name="connsiteX5" fmla="*/ 8299268 w 8299268"/>
                      <a:gd name="connsiteY5" fmla="*/ 209005 h 3257344"/>
                      <a:gd name="connsiteX0" fmla="*/ 8299268 w 8299268"/>
                      <a:gd name="connsiteY0" fmla="*/ 209005 h 3229678"/>
                      <a:gd name="connsiteX1" fmla="*/ 3692434 w 8299268"/>
                      <a:gd name="connsiteY1" fmla="*/ 2969621 h 3229678"/>
                      <a:gd name="connsiteX2" fmla="*/ 0 w 8299268"/>
                      <a:gd name="connsiteY2" fmla="*/ 2211977 h 3229678"/>
                      <a:gd name="connsiteX3" fmla="*/ 3622765 w 8299268"/>
                      <a:gd name="connsiteY3" fmla="*/ 2760616 h 3229678"/>
                      <a:gd name="connsiteX4" fmla="*/ 8125097 w 8299268"/>
                      <a:gd name="connsiteY4" fmla="*/ 0 h 3229678"/>
                      <a:gd name="connsiteX5" fmla="*/ 8299268 w 8299268"/>
                      <a:gd name="connsiteY5" fmla="*/ 209005 h 3229678"/>
                      <a:gd name="connsiteX0" fmla="*/ 8299317 w 8299317"/>
                      <a:gd name="connsiteY0" fmla="*/ 209005 h 3118885"/>
                      <a:gd name="connsiteX1" fmla="*/ 3692483 w 8299317"/>
                      <a:gd name="connsiteY1" fmla="*/ 2969621 h 3118885"/>
                      <a:gd name="connsiteX2" fmla="*/ 49 w 8299317"/>
                      <a:gd name="connsiteY2" fmla="*/ 2211977 h 3118885"/>
                      <a:gd name="connsiteX3" fmla="*/ 3622814 w 8299317"/>
                      <a:gd name="connsiteY3" fmla="*/ 2760616 h 3118885"/>
                      <a:gd name="connsiteX4" fmla="*/ 8125146 w 8299317"/>
                      <a:gd name="connsiteY4" fmla="*/ 0 h 3118885"/>
                      <a:gd name="connsiteX5" fmla="*/ 8299317 w 8299317"/>
                      <a:gd name="connsiteY5" fmla="*/ 209005 h 3118885"/>
                      <a:gd name="connsiteX0" fmla="*/ 8313517 w 8313517"/>
                      <a:gd name="connsiteY0" fmla="*/ 209005 h 3229102"/>
                      <a:gd name="connsiteX1" fmla="*/ 3706683 w 8313517"/>
                      <a:gd name="connsiteY1" fmla="*/ 2969621 h 3229102"/>
                      <a:gd name="connsiteX2" fmla="*/ 14249 w 8313517"/>
                      <a:gd name="connsiteY2" fmla="*/ 2211977 h 3229102"/>
                      <a:gd name="connsiteX3" fmla="*/ 3637014 w 8313517"/>
                      <a:gd name="connsiteY3" fmla="*/ 2760616 h 3229102"/>
                      <a:gd name="connsiteX4" fmla="*/ 8139346 w 8313517"/>
                      <a:gd name="connsiteY4" fmla="*/ 0 h 3229102"/>
                      <a:gd name="connsiteX5" fmla="*/ 8313517 w 8313517"/>
                      <a:gd name="connsiteY5" fmla="*/ 209005 h 3229102"/>
                      <a:gd name="connsiteX0" fmla="*/ 8313517 w 8313517"/>
                      <a:gd name="connsiteY0" fmla="*/ 209005 h 3229102"/>
                      <a:gd name="connsiteX1" fmla="*/ 3706683 w 8313517"/>
                      <a:gd name="connsiteY1" fmla="*/ 2969621 h 3229102"/>
                      <a:gd name="connsiteX2" fmla="*/ 14249 w 8313517"/>
                      <a:gd name="connsiteY2" fmla="*/ 2211977 h 3229102"/>
                      <a:gd name="connsiteX3" fmla="*/ 3637014 w 8313517"/>
                      <a:gd name="connsiteY3" fmla="*/ 2760616 h 3229102"/>
                      <a:gd name="connsiteX4" fmla="*/ 8139346 w 8313517"/>
                      <a:gd name="connsiteY4" fmla="*/ 0 h 3229102"/>
                      <a:gd name="connsiteX5" fmla="*/ 8313517 w 8313517"/>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29102"/>
                      <a:gd name="connsiteX1" fmla="*/ 3692434 w 8299268"/>
                      <a:gd name="connsiteY1" fmla="*/ 2969621 h 3229102"/>
                      <a:gd name="connsiteX2" fmla="*/ 0 w 8299268"/>
                      <a:gd name="connsiteY2" fmla="*/ 2211977 h 3229102"/>
                      <a:gd name="connsiteX3" fmla="*/ 3622765 w 8299268"/>
                      <a:gd name="connsiteY3" fmla="*/ 2760616 h 3229102"/>
                      <a:gd name="connsiteX4" fmla="*/ 8125097 w 8299268"/>
                      <a:gd name="connsiteY4" fmla="*/ 0 h 3229102"/>
                      <a:gd name="connsiteX5" fmla="*/ 8299268 w 8299268"/>
                      <a:gd name="connsiteY5" fmla="*/ 209005 h 3229102"/>
                      <a:gd name="connsiteX0" fmla="*/ 8299268 w 8299268"/>
                      <a:gd name="connsiteY0" fmla="*/ 209005 h 3247117"/>
                      <a:gd name="connsiteX1" fmla="*/ 3692434 w 8299268"/>
                      <a:gd name="connsiteY1" fmla="*/ 2969621 h 3247117"/>
                      <a:gd name="connsiteX2" fmla="*/ 0 w 8299268"/>
                      <a:gd name="connsiteY2" fmla="*/ 2211977 h 3247117"/>
                      <a:gd name="connsiteX3" fmla="*/ 3622765 w 8299268"/>
                      <a:gd name="connsiteY3" fmla="*/ 2760616 h 3247117"/>
                      <a:gd name="connsiteX4" fmla="*/ 8125097 w 8299268"/>
                      <a:gd name="connsiteY4" fmla="*/ 0 h 3247117"/>
                      <a:gd name="connsiteX5" fmla="*/ 8299268 w 8299268"/>
                      <a:gd name="connsiteY5" fmla="*/ 209005 h 3247117"/>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39378"/>
                      <a:gd name="connsiteX1" fmla="*/ 3692434 w 8299268"/>
                      <a:gd name="connsiteY1" fmla="*/ 2969621 h 3239378"/>
                      <a:gd name="connsiteX2" fmla="*/ 0 w 8299268"/>
                      <a:gd name="connsiteY2" fmla="*/ 2211977 h 3239378"/>
                      <a:gd name="connsiteX3" fmla="*/ 3622765 w 8299268"/>
                      <a:gd name="connsiteY3" fmla="*/ 2760616 h 3239378"/>
                      <a:gd name="connsiteX4" fmla="*/ 8125097 w 8299268"/>
                      <a:gd name="connsiteY4" fmla="*/ 0 h 3239378"/>
                      <a:gd name="connsiteX5" fmla="*/ 8299268 w 8299268"/>
                      <a:gd name="connsiteY5" fmla="*/ 209005 h 3239378"/>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622765 w 8299268"/>
                      <a:gd name="connsiteY3" fmla="*/ 2760616 h 3254855"/>
                      <a:gd name="connsiteX4" fmla="*/ 8125097 w 8299268"/>
                      <a:gd name="connsiteY4" fmla="*/ 0 h 3254855"/>
                      <a:gd name="connsiteX5" fmla="*/ 8299268 w 8299268"/>
                      <a:gd name="connsiteY5" fmla="*/ 209005 h 3254855"/>
                      <a:gd name="connsiteX0" fmla="*/ 8299268 w 8299268"/>
                      <a:gd name="connsiteY0" fmla="*/ 209005 h 3254855"/>
                      <a:gd name="connsiteX1" fmla="*/ 3692434 w 8299268"/>
                      <a:gd name="connsiteY1" fmla="*/ 2969621 h 3254855"/>
                      <a:gd name="connsiteX2" fmla="*/ 0 w 8299268"/>
                      <a:gd name="connsiteY2" fmla="*/ 2211977 h 3254855"/>
                      <a:gd name="connsiteX3" fmla="*/ 3579222 w 8299268"/>
                      <a:gd name="connsiteY3" fmla="*/ 2786741 h 3254855"/>
                      <a:gd name="connsiteX4" fmla="*/ 8125097 w 8299268"/>
                      <a:gd name="connsiteY4" fmla="*/ 0 h 3254855"/>
                      <a:gd name="connsiteX5" fmla="*/ 8299268 w 8299268"/>
                      <a:gd name="connsiteY5" fmla="*/ 209005 h 3254855"/>
                      <a:gd name="connsiteX0" fmla="*/ 8332666 w 8332666"/>
                      <a:gd name="connsiteY0" fmla="*/ 209005 h 3190835"/>
                      <a:gd name="connsiteX1" fmla="*/ 3725832 w 8332666"/>
                      <a:gd name="connsiteY1" fmla="*/ 2969621 h 3190835"/>
                      <a:gd name="connsiteX2" fmla="*/ 0 w 8332666"/>
                      <a:gd name="connsiteY2" fmla="*/ 1898469 h 3190835"/>
                      <a:gd name="connsiteX3" fmla="*/ 3612620 w 8332666"/>
                      <a:gd name="connsiteY3" fmla="*/ 2786741 h 3190835"/>
                      <a:gd name="connsiteX4" fmla="*/ 8158495 w 8332666"/>
                      <a:gd name="connsiteY4" fmla="*/ 0 h 3190835"/>
                      <a:gd name="connsiteX5" fmla="*/ 8332666 w 8332666"/>
                      <a:gd name="connsiteY5" fmla="*/ 209005 h 3190835"/>
                      <a:gd name="connsiteX0" fmla="*/ 8332666 w 8332666"/>
                      <a:gd name="connsiteY0" fmla="*/ 209005 h 3190835"/>
                      <a:gd name="connsiteX1" fmla="*/ 3725832 w 8332666"/>
                      <a:gd name="connsiteY1" fmla="*/ 2969621 h 3190835"/>
                      <a:gd name="connsiteX2" fmla="*/ 0 w 8332666"/>
                      <a:gd name="connsiteY2" fmla="*/ 1898469 h 3190835"/>
                      <a:gd name="connsiteX3" fmla="*/ 3696116 w 8332666"/>
                      <a:gd name="connsiteY3" fmla="*/ 2708364 h 3190835"/>
                      <a:gd name="connsiteX4" fmla="*/ 8158495 w 8332666"/>
                      <a:gd name="connsiteY4" fmla="*/ 0 h 3190835"/>
                      <a:gd name="connsiteX5" fmla="*/ 8332666 w 8332666"/>
                      <a:gd name="connsiteY5" fmla="*/ 209005 h 3190835"/>
                      <a:gd name="connsiteX0" fmla="*/ 8332666 w 8332666"/>
                      <a:gd name="connsiteY0" fmla="*/ 209005 h 3111838"/>
                      <a:gd name="connsiteX1" fmla="*/ 3792629 w 8332666"/>
                      <a:gd name="connsiteY1" fmla="*/ 2873827 h 3111838"/>
                      <a:gd name="connsiteX2" fmla="*/ 0 w 8332666"/>
                      <a:gd name="connsiteY2" fmla="*/ 1898469 h 3111838"/>
                      <a:gd name="connsiteX3" fmla="*/ 3696116 w 8332666"/>
                      <a:gd name="connsiteY3" fmla="*/ 2708364 h 3111838"/>
                      <a:gd name="connsiteX4" fmla="*/ 8158495 w 8332666"/>
                      <a:gd name="connsiteY4" fmla="*/ 0 h 3111838"/>
                      <a:gd name="connsiteX5" fmla="*/ 8332666 w 8332666"/>
                      <a:gd name="connsiteY5" fmla="*/ 209005 h 3111838"/>
                      <a:gd name="connsiteX0" fmla="*/ 8332666 w 8332666"/>
                      <a:gd name="connsiteY0" fmla="*/ 209005 h 3111838"/>
                      <a:gd name="connsiteX1" fmla="*/ 3792629 w 8332666"/>
                      <a:gd name="connsiteY1" fmla="*/ 2873827 h 3111838"/>
                      <a:gd name="connsiteX2" fmla="*/ 0 w 8332666"/>
                      <a:gd name="connsiteY2" fmla="*/ 1898469 h 3111838"/>
                      <a:gd name="connsiteX3" fmla="*/ 3696116 w 8332666"/>
                      <a:gd name="connsiteY3" fmla="*/ 2708364 h 3111838"/>
                      <a:gd name="connsiteX4" fmla="*/ 8158495 w 8332666"/>
                      <a:gd name="connsiteY4" fmla="*/ 0 h 3111838"/>
                      <a:gd name="connsiteX5" fmla="*/ 8332666 w 8332666"/>
                      <a:gd name="connsiteY5" fmla="*/ 209005 h 3111838"/>
                      <a:gd name="connsiteX0" fmla="*/ 8332666 w 8332666"/>
                      <a:gd name="connsiteY0" fmla="*/ 209005 h 3111838"/>
                      <a:gd name="connsiteX1" fmla="*/ 3792629 w 8332666"/>
                      <a:gd name="connsiteY1" fmla="*/ 2873827 h 3111838"/>
                      <a:gd name="connsiteX2" fmla="*/ 0 w 8332666"/>
                      <a:gd name="connsiteY2" fmla="*/ 1898469 h 3111838"/>
                      <a:gd name="connsiteX3" fmla="*/ 3696116 w 8332666"/>
                      <a:gd name="connsiteY3" fmla="*/ 2708364 h 3111838"/>
                      <a:gd name="connsiteX4" fmla="*/ 8158495 w 8332666"/>
                      <a:gd name="connsiteY4" fmla="*/ 0 h 3111838"/>
                      <a:gd name="connsiteX5" fmla="*/ 8332666 w 8332666"/>
                      <a:gd name="connsiteY5" fmla="*/ 209005 h 3111838"/>
                      <a:gd name="connsiteX0" fmla="*/ 8332666 w 8332666"/>
                      <a:gd name="connsiteY0" fmla="*/ 209005 h 3133171"/>
                      <a:gd name="connsiteX1" fmla="*/ 3767580 w 8332666"/>
                      <a:gd name="connsiteY1" fmla="*/ 2899953 h 3133171"/>
                      <a:gd name="connsiteX2" fmla="*/ 0 w 8332666"/>
                      <a:gd name="connsiteY2" fmla="*/ 1898469 h 3133171"/>
                      <a:gd name="connsiteX3" fmla="*/ 3696116 w 8332666"/>
                      <a:gd name="connsiteY3" fmla="*/ 2708364 h 3133171"/>
                      <a:gd name="connsiteX4" fmla="*/ 8158495 w 8332666"/>
                      <a:gd name="connsiteY4" fmla="*/ 0 h 3133171"/>
                      <a:gd name="connsiteX5" fmla="*/ 8332666 w 8332666"/>
                      <a:gd name="connsiteY5" fmla="*/ 209005 h 3133171"/>
                      <a:gd name="connsiteX0" fmla="*/ 8332666 w 8332666"/>
                      <a:gd name="connsiteY0" fmla="*/ 209005 h 3133171"/>
                      <a:gd name="connsiteX1" fmla="*/ 3767580 w 8332666"/>
                      <a:gd name="connsiteY1" fmla="*/ 2899953 h 3133171"/>
                      <a:gd name="connsiteX2" fmla="*/ 0 w 8332666"/>
                      <a:gd name="connsiteY2" fmla="*/ 1898469 h 3133171"/>
                      <a:gd name="connsiteX3" fmla="*/ 3662717 w 8332666"/>
                      <a:gd name="connsiteY3" fmla="*/ 2699655 h 3133171"/>
                      <a:gd name="connsiteX4" fmla="*/ 8158495 w 8332666"/>
                      <a:gd name="connsiteY4" fmla="*/ 0 h 3133171"/>
                      <a:gd name="connsiteX5" fmla="*/ 8332666 w 8332666"/>
                      <a:gd name="connsiteY5" fmla="*/ 209005 h 3133171"/>
                      <a:gd name="connsiteX0" fmla="*/ 8299267 w 8299267"/>
                      <a:gd name="connsiteY0" fmla="*/ 235130 h 3133171"/>
                      <a:gd name="connsiteX1" fmla="*/ 3767580 w 8299267"/>
                      <a:gd name="connsiteY1" fmla="*/ 2899953 h 3133171"/>
                      <a:gd name="connsiteX2" fmla="*/ 0 w 8299267"/>
                      <a:gd name="connsiteY2" fmla="*/ 1898469 h 3133171"/>
                      <a:gd name="connsiteX3" fmla="*/ 3662717 w 8299267"/>
                      <a:gd name="connsiteY3" fmla="*/ 2699655 h 3133171"/>
                      <a:gd name="connsiteX4" fmla="*/ 8158495 w 8299267"/>
                      <a:gd name="connsiteY4" fmla="*/ 0 h 3133171"/>
                      <a:gd name="connsiteX5" fmla="*/ 8299267 w 8299267"/>
                      <a:gd name="connsiteY5" fmla="*/ 235130 h 3133171"/>
                      <a:gd name="connsiteX0" fmla="*/ 8299267 w 8299267"/>
                      <a:gd name="connsiteY0" fmla="*/ 235130 h 3133171"/>
                      <a:gd name="connsiteX1" fmla="*/ 3767580 w 8299267"/>
                      <a:gd name="connsiteY1" fmla="*/ 2899953 h 3133171"/>
                      <a:gd name="connsiteX2" fmla="*/ 0 w 8299267"/>
                      <a:gd name="connsiteY2" fmla="*/ 1898469 h 3133171"/>
                      <a:gd name="connsiteX3" fmla="*/ 3662717 w 8299267"/>
                      <a:gd name="connsiteY3" fmla="*/ 2699655 h 3133171"/>
                      <a:gd name="connsiteX4" fmla="*/ 8158495 w 8299267"/>
                      <a:gd name="connsiteY4" fmla="*/ 0 h 3133171"/>
                      <a:gd name="connsiteX5" fmla="*/ 8299267 w 8299267"/>
                      <a:gd name="connsiteY5" fmla="*/ 235130 h 3133171"/>
                      <a:gd name="connsiteX0" fmla="*/ 8299267 w 8299267"/>
                      <a:gd name="connsiteY0" fmla="*/ 235130 h 3133171"/>
                      <a:gd name="connsiteX1" fmla="*/ 3767580 w 8299267"/>
                      <a:gd name="connsiteY1" fmla="*/ 2899953 h 3133171"/>
                      <a:gd name="connsiteX2" fmla="*/ 0 w 8299267"/>
                      <a:gd name="connsiteY2" fmla="*/ 1898469 h 3133171"/>
                      <a:gd name="connsiteX3" fmla="*/ 3662717 w 8299267"/>
                      <a:gd name="connsiteY3" fmla="*/ 2699655 h 3133171"/>
                      <a:gd name="connsiteX4" fmla="*/ 8158495 w 8299267"/>
                      <a:gd name="connsiteY4" fmla="*/ 0 h 3133171"/>
                      <a:gd name="connsiteX5" fmla="*/ 8299267 w 8299267"/>
                      <a:gd name="connsiteY5" fmla="*/ 235130 h 3133171"/>
                      <a:gd name="connsiteX0" fmla="*/ 8299267 w 8299267"/>
                      <a:gd name="connsiteY0" fmla="*/ 235130 h 3121895"/>
                      <a:gd name="connsiteX1" fmla="*/ 3767580 w 8299267"/>
                      <a:gd name="connsiteY1" fmla="*/ 2899953 h 3121895"/>
                      <a:gd name="connsiteX2" fmla="*/ 0 w 8299267"/>
                      <a:gd name="connsiteY2" fmla="*/ 1898469 h 3121895"/>
                      <a:gd name="connsiteX3" fmla="*/ 3662717 w 8299267"/>
                      <a:gd name="connsiteY3" fmla="*/ 2699655 h 3121895"/>
                      <a:gd name="connsiteX4" fmla="*/ 8158495 w 8299267"/>
                      <a:gd name="connsiteY4" fmla="*/ 0 h 3121895"/>
                      <a:gd name="connsiteX5" fmla="*/ 8299267 w 8299267"/>
                      <a:gd name="connsiteY5" fmla="*/ 235130 h 3121895"/>
                      <a:gd name="connsiteX0" fmla="*/ 8299267 w 8299267"/>
                      <a:gd name="connsiteY0" fmla="*/ 235130 h 3128957"/>
                      <a:gd name="connsiteX1" fmla="*/ 3767580 w 8299267"/>
                      <a:gd name="connsiteY1" fmla="*/ 2899953 h 3128957"/>
                      <a:gd name="connsiteX2" fmla="*/ 0 w 8299267"/>
                      <a:gd name="connsiteY2" fmla="*/ 1898469 h 3128957"/>
                      <a:gd name="connsiteX3" fmla="*/ 3662717 w 8299267"/>
                      <a:gd name="connsiteY3" fmla="*/ 2699655 h 3128957"/>
                      <a:gd name="connsiteX4" fmla="*/ 8158495 w 8299267"/>
                      <a:gd name="connsiteY4" fmla="*/ 0 h 3128957"/>
                      <a:gd name="connsiteX5" fmla="*/ 8299267 w 8299267"/>
                      <a:gd name="connsiteY5" fmla="*/ 235130 h 3128957"/>
                      <a:gd name="connsiteX0" fmla="*/ 8299267 w 8299267"/>
                      <a:gd name="connsiteY0" fmla="*/ 235130 h 3128957"/>
                      <a:gd name="connsiteX1" fmla="*/ 3767580 w 8299267"/>
                      <a:gd name="connsiteY1" fmla="*/ 2899953 h 3128957"/>
                      <a:gd name="connsiteX2" fmla="*/ 0 w 8299267"/>
                      <a:gd name="connsiteY2" fmla="*/ 1898469 h 3128957"/>
                      <a:gd name="connsiteX3" fmla="*/ 3662717 w 8299267"/>
                      <a:gd name="connsiteY3" fmla="*/ 2699655 h 3128957"/>
                      <a:gd name="connsiteX4" fmla="*/ 8158495 w 8299267"/>
                      <a:gd name="connsiteY4" fmla="*/ 0 h 3128957"/>
                      <a:gd name="connsiteX5" fmla="*/ 8299267 w 8299267"/>
                      <a:gd name="connsiteY5" fmla="*/ 235130 h 3128957"/>
                      <a:gd name="connsiteX0" fmla="*/ 8299267 w 8299267"/>
                      <a:gd name="connsiteY0" fmla="*/ 235130 h 3121400"/>
                      <a:gd name="connsiteX1" fmla="*/ 3767580 w 8299267"/>
                      <a:gd name="connsiteY1" fmla="*/ 2899953 h 3121400"/>
                      <a:gd name="connsiteX2" fmla="*/ 0 w 8299267"/>
                      <a:gd name="connsiteY2" fmla="*/ 1898469 h 3121400"/>
                      <a:gd name="connsiteX3" fmla="*/ 3662717 w 8299267"/>
                      <a:gd name="connsiteY3" fmla="*/ 2699655 h 3121400"/>
                      <a:gd name="connsiteX4" fmla="*/ 8158495 w 8299267"/>
                      <a:gd name="connsiteY4" fmla="*/ 0 h 3121400"/>
                      <a:gd name="connsiteX5" fmla="*/ 8299267 w 8299267"/>
                      <a:gd name="connsiteY5" fmla="*/ 235130 h 312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99267" h="3121400">
                        <a:moveTo>
                          <a:pt x="8299267" y="235130"/>
                        </a:moveTo>
                        <a:cubicBezTo>
                          <a:pt x="7044692" y="1319346"/>
                          <a:pt x="5281420" y="2452912"/>
                          <a:pt x="3767580" y="2899953"/>
                        </a:cubicBezTo>
                        <a:cubicBezTo>
                          <a:pt x="1766154" y="3451495"/>
                          <a:pt x="260165" y="2918823"/>
                          <a:pt x="0" y="1898469"/>
                        </a:cubicBezTo>
                        <a:cubicBezTo>
                          <a:pt x="302210" y="2863669"/>
                          <a:pt x="1960192" y="3181529"/>
                          <a:pt x="3662717" y="2699655"/>
                        </a:cubicBezTo>
                        <a:cubicBezTo>
                          <a:pt x="5208489" y="2182946"/>
                          <a:pt x="7028803" y="989874"/>
                          <a:pt x="8158495" y="0"/>
                        </a:cubicBezTo>
                        <a:lnTo>
                          <a:pt x="8299267" y="23513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8" name="Group 7">
                <a:extLst>
                  <a:ext uri="{FF2B5EF4-FFF2-40B4-BE49-F238E27FC236}">
                    <a16:creationId xmlns:a16="http://schemas.microsoft.com/office/drawing/2014/main" id="{5FD529FF-32B8-4812-8281-745857DDEC34}"/>
                  </a:ext>
                </a:extLst>
              </p:cNvPr>
              <p:cNvGrpSpPr/>
              <p:nvPr/>
            </p:nvGrpSpPr>
            <p:grpSpPr>
              <a:xfrm>
                <a:off x="8241240" y="2360922"/>
                <a:ext cx="2456915" cy="2455655"/>
                <a:chOff x="4574848" y="1897856"/>
                <a:chExt cx="3028217" cy="3026664"/>
              </a:xfrm>
            </p:grpSpPr>
            <p:sp>
              <p:nvSpPr>
                <p:cNvPr id="9" name="Freeform: Shape 8">
                  <a:extLst>
                    <a:ext uri="{FF2B5EF4-FFF2-40B4-BE49-F238E27FC236}">
                      <a16:creationId xmlns:a16="http://schemas.microsoft.com/office/drawing/2014/main" id="{BF701858-C167-4424-8744-AAE676932512}"/>
                    </a:ext>
                  </a:extLst>
                </p:cNvPr>
                <p:cNvSpPr/>
                <p:nvPr/>
              </p:nvSpPr>
              <p:spPr>
                <a:xfrm>
                  <a:off x="4575624" y="1897856"/>
                  <a:ext cx="3026664" cy="3026664"/>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accent1">
                    <a:lumMod val="20000"/>
                    <a:lumOff val="80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dirty="0"/>
                </a:p>
              </p:txBody>
            </p:sp>
            <p:sp>
              <p:nvSpPr>
                <p:cNvPr id="10" name="Freeform: Shape 9">
                  <a:extLst>
                    <a:ext uri="{FF2B5EF4-FFF2-40B4-BE49-F238E27FC236}">
                      <a16:creationId xmlns:a16="http://schemas.microsoft.com/office/drawing/2014/main" id="{17FF6E42-B7DA-428F-8D82-68B4B547DF9D}"/>
                    </a:ext>
                  </a:extLst>
                </p:cNvPr>
                <p:cNvSpPr/>
                <p:nvPr/>
              </p:nvSpPr>
              <p:spPr>
                <a:xfrm>
                  <a:off x="4574848" y="1907000"/>
                  <a:ext cx="3028217" cy="2962327"/>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bg1"/>
                </a:solidFill>
                <a:ln w="9525" cap="flat">
                  <a:noFill/>
                  <a:prstDash val="solid"/>
                  <a:miter/>
                </a:ln>
              </p:spPr>
              <p:txBody>
                <a:bodyPr rtlCol="0" anchor="ctr"/>
                <a:lstStyle/>
                <a:p>
                  <a:endParaRPr lang="en-US" dirty="0"/>
                </a:p>
              </p:txBody>
            </p:sp>
          </p:grpSp>
          <p:grpSp>
            <p:nvGrpSpPr>
              <p:cNvPr id="12" name="Graphic 6">
                <a:extLst>
                  <a:ext uri="{FF2B5EF4-FFF2-40B4-BE49-F238E27FC236}">
                    <a16:creationId xmlns:a16="http://schemas.microsoft.com/office/drawing/2014/main" id="{93BF32F3-ECBA-47D4-AA75-F3C939A24C56}"/>
                  </a:ext>
                </a:extLst>
              </p:cNvPr>
              <p:cNvGrpSpPr/>
              <p:nvPr/>
            </p:nvGrpSpPr>
            <p:grpSpPr>
              <a:xfrm flipH="1">
                <a:off x="8437724" y="2753751"/>
                <a:ext cx="1593317" cy="1632635"/>
                <a:chOff x="2749579" y="0"/>
                <a:chExt cx="6692842" cy="6858000"/>
              </a:xfrm>
              <a:solidFill>
                <a:schemeClr val="accent1"/>
              </a:solidFill>
            </p:grpSpPr>
            <p:sp>
              <p:nvSpPr>
                <p:cNvPr id="13" name="Freeform: Shape 12">
                  <a:extLst>
                    <a:ext uri="{FF2B5EF4-FFF2-40B4-BE49-F238E27FC236}">
                      <a16:creationId xmlns:a16="http://schemas.microsoft.com/office/drawing/2014/main" id="{1F757FB1-4B6F-4E85-AF5F-DD8C6E044F30}"/>
                    </a:ext>
                  </a:extLst>
                </p:cNvPr>
                <p:cNvSpPr/>
                <p:nvPr/>
              </p:nvSpPr>
              <p:spPr>
                <a:xfrm>
                  <a:off x="2749186" y="0"/>
                  <a:ext cx="6684977" cy="6858000"/>
                </a:xfrm>
                <a:custGeom>
                  <a:avLst/>
                  <a:gdLst>
                    <a:gd name="connsiteX0" fmla="*/ 6090801 w 6684977"/>
                    <a:gd name="connsiteY0" fmla="*/ 3171825 h 6858000"/>
                    <a:gd name="connsiteX1" fmla="*/ 6125406 w 6684977"/>
                    <a:gd name="connsiteY1" fmla="*/ 3171039 h 6858000"/>
                    <a:gd name="connsiteX2" fmla="*/ 6556390 w 6684977"/>
                    <a:gd name="connsiteY2" fmla="*/ 3171039 h 6858000"/>
                    <a:gd name="connsiteX3" fmla="*/ 6613802 w 6684977"/>
                    <a:gd name="connsiteY3" fmla="*/ 3160028 h 6858000"/>
                    <a:gd name="connsiteX4" fmla="*/ 6689303 w 6684977"/>
                    <a:gd name="connsiteY4" fmla="*/ 3050709 h 6858000"/>
                    <a:gd name="connsiteX5" fmla="*/ 6689303 w 6684977"/>
                    <a:gd name="connsiteY5" fmla="*/ 2997229 h 6858000"/>
                    <a:gd name="connsiteX6" fmla="*/ 6663350 w 6684977"/>
                    <a:gd name="connsiteY6" fmla="*/ 2922515 h 6858000"/>
                    <a:gd name="connsiteX7" fmla="*/ 6544593 w 6684977"/>
                    <a:gd name="connsiteY7" fmla="*/ 2871394 h 6858000"/>
                    <a:gd name="connsiteX8" fmla="*/ 6108103 w 6684977"/>
                    <a:gd name="connsiteY8" fmla="*/ 2871394 h 6858000"/>
                    <a:gd name="connsiteX9" fmla="*/ 6044399 w 6684977"/>
                    <a:gd name="connsiteY9" fmla="*/ 2809264 h 6858000"/>
                    <a:gd name="connsiteX10" fmla="*/ 6038894 w 6684977"/>
                    <a:gd name="connsiteY10" fmla="*/ 2600850 h 6858000"/>
                    <a:gd name="connsiteX11" fmla="*/ 6017659 w 6684977"/>
                    <a:gd name="connsiteY11" fmla="*/ 2550515 h 6858000"/>
                    <a:gd name="connsiteX12" fmla="*/ 5952383 w 6684977"/>
                    <a:gd name="connsiteY12" fmla="*/ 2534786 h 6858000"/>
                    <a:gd name="connsiteX13" fmla="*/ 5887892 w 6684977"/>
                    <a:gd name="connsiteY13" fmla="*/ 2584334 h 6858000"/>
                    <a:gd name="connsiteX14" fmla="*/ 5882387 w 6684977"/>
                    <a:gd name="connsiteY14" fmla="*/ 2637813 h 6858000"/>
                    <a:gd name="connsiteX15" fmla="*/ 5835985 w 6684977"/>
                    <a:gd name="connsiteY15" fmla="*/ 2684215 h 6858000"/>
                    <a:gd name="connsiteX16" fmla="*/ 5798235 w 6684977"/>
                    <a:gd name="connsiteY16" fmla="*/ 2685001 h 6858000"/>
                    <a:gd name="connsiteX17" fmla="*/ 5390845 w 6684977"/>
                    <a:gd name="connsiteY17" fmla="*/ 2685001 h 6858000"/>
                    <a:gd name="connsiteX18" fmla="*/ 5148612 w 6684977"/>
                    <a:gd name="connsiteY18" fmla="*/ 2928020 h 6858000"/>
                    <a:gd name="connsiteX19" fmla="*/ 5148612 w 6684977"/>
                    <a:gd name="connsiteY19" fmla="*/ 3134075 h 6858000"/>
                    <a:gd name="connsiteX20" fmla="*/ 5084122 w 6684977"/>
                    <a:gd name="connsiteY20" fmla="*/ 3198565 h 6858000"/>
                    <a:gd name="connsiteX21" fmla="*/ 4826947 w 6684977"/>
                    <a:gd name="connsiteY21" fmla="*/ 3198565 h 6858000"/>
                    <a:gd name="connsiteX22" fmla="*/ 4765603 w 6684977"/>
                    <a:gd name="connsiteY22" fmla="*/ 3205643 h 6858000"/>
                    <a:gd name="connsiteX23" fmla="*/ 4482474 w 6684977"/>
                    <a:gd name="connsiteY23" fmla="*/ 3557194 h 6858000"/>
                    <a:gd name="connsiteX24" fmla="*/ 4484047 w 6684977"/>
                    <a:gd name="connsiteY24" fmla="*/ 5683804 h 6858000"/>
                    <a:gd name="connsiteX25" fmla="*/ 4479328 w 6684977"/>
                    <a:gd name="connsiteY25" fmla="*/ 5865478 h 6858000"/>
                    <a:gd name="connsiteX26" fmla="*/ 4317316 w 6684977"/>
                    <a:gd name="connsiteY26" fmla="*/ 6021198 h 6858000"/>
                    <a:gd name="connsiteX27" fmla="*/ 4311811 w 6684977"/>
                    <a:gd name="connsiteY27" fmla="*/ 6021198 h 6858000"/>
                    <a:gd name="connsiteX28" fmla="*/ 3856445 w 6684977"/>
                    <a:gd name="connsiteY28" fmla="*/ 6021198 h 6858000"/>
                    <a:gd name="connsiteX29" fmla="*/ 3774653 w 6684977"/>
                    <a:gd name="connsiteY29" fmla="*/ 6009401 h 6858000"/>
                    <a:gd name="connsiteX30" fmla="*/ 3695220 w 6684977"/>
                    <a:gd name="connsiteY30" fmla="*/ 5926822 h 6858000"/>
                    <a:gd name="connsiteX31" fmla="*/ 3685782 w 6684977"/>
                    <a:gd name="connsiteY31" fmla="*/ 5839524 h 6858000"/>
                    <a:gd name="connsiteX32" fmla="*/ 3680277 w 6684977"/>
                    <a:gd name="connsiteY32" fmla="*/ 3849760 h 6858000"/>
                    <a:gd name="connsiteX33" fmla="*/ 3557588 w 6684977"/>
                    <a:gd name="connsiteY33" fmla="*/ 3591799 h 6858000"/>
                    <a:gd name="connsiteX34" fmla="*/ 3363330 w 6684977"/>
                    <a:gd name="connsiteY34" fmla="*/ 3508433 h 6858000"/>
                    <a:gd name="connsiteX35" fmla="*/ 3316142 w 6684977"/>
                    <a:gd name="connsiteY35" fmla="*/ 3458886 h 6858000"/>
                    <a:gd name="connsiteX36" fmla="*/ 3315356 w 6684977"/>
                    <a:gd name="connsiteY36" fmla="*/ 3410911 h 6858000"/>
                    <a:gd name="connsiteX37" fmla="*/ 3316142 w 6684977"/>
                    <a:gd name="connsiteY37" fmla="*/ 567043 h 6858000"/>
                    <a:gd name="connsiteX38" fmla="*/ 3247719 w 6684977"/>
                    <a:gd name="connsiteY38" fmla="*/ 287061 h 6858000"/>
                    <a:gd name="connsiteX39" fmla="*/ 2783703 w 6684977"/>
                    <a:gd name="connsiteY39" fmla="*/ 0 h 6858000"/>
                    <a:gd name="connsiteX40" fmla="*/ 820679 w 6684977"/>
                    <a:gd name="connsiteY40" fmla="*/ 0 h 6858000"/>
                    <a:gd name="connsiteX41" fmla="*/ 573728 w 6684977"/>
                    <a:gd name="connsiteY41" fmla="*/ 61344 h 6858000"/>
                    <a:gd name="connsiteX42" fmla="*/ 286668 w 6684977"/>
                    <a:gd name="connsiteY42" fmla="*/ 544236 h 6858000"/>
                    <a:gd name="connsiteX43" fmla="*/ 285881 w 6684977"/>
                    <a:gd name="connsiteY43" fmla="*/ 6237477 h 6858000"/>
                    <a:gd name="connsiteX44" fmla="*/ 285095 w 6684977"/>
                    <a:gd name="connsiteY44" fmla="*/ 6290957 h 6858000"/>
                    <a:gd name="connsiteX45" fmla="*/ 239479 w 6684977"/>
                    <a:gd name="connsiteY45" fmla="*/ 6335785 h 6858000"/>
                    <a:gd name="connsiteX46" fmla="*/ 161619 w 6684977"/>
                    <a:gd name="connsiteY46" fmla="*/ 6336572 h 6858000"/>
                    <a:gd name="connsiteX47" fmla="*/ 9831 w 6684977"/>
                    <a:gd name="connsiteY47" fmla="*/ 6464766 h 6858000"/>
                    <a:gd name="connsiteX48" fmla="*/ 9044 w 6684977"/>
                    <a:gd name="connsiteY48" fmla="*/ 6737671 h 6858000"/>
                    <a:gd name="connsiteX49" fmla="*/ 133306 w 6684977"/>
                    <a:gd name="connsiteY49" fmla="*/ 6856427 h 6858000"/>
                    <a:gd name="connsiteX50" fmla="*/ 143530 w 6684977"/>
                    <a:gd name="connsiteY50" fmla="*/ 6858787 h 6858000"/>
                    <a:gd name="connsiteX51" fmla="*/ 3459279 w 6684977"/>
                    <a:gd name="connsiteY51" fmla="*/ 6858787 h 6858000"/>
                    <a:gd name="connsiteX52" fmla="*/ 3587474 w 6684977"/>
                    <a:gd name="connsiteY52" fmla="*/ 6765983 h 6858000"/>
                    <a:gd name="connsiteX53" fmla="*/ 3600057 w 6684977"/>
                    <a:gd name="connsiteY53" fmla="*/ 6727447 h 6858000"/>
                    <a:gd name="connsiteX54" fmla="*/ 3600057 w 6684977"/>
                    <a:gd name="connsiteY54" fmla="*/ 6480496 h 6858000"/>
                    <a:gd name="connsiteX55" fmla="*/ 3461639 w 6684977"/>
                    <a:gd name="connsiteY55" fmla="*/ 6338145 h 6858000"/>
                    <a:gd name="connsiteX56" fmla="*/ 3394789 w 6684977"/>
                    <a:gd name="connsiteY56" fmla="*/ 6335785 h 6858000"/>
                    <a:gd name="connsiteX57" fmla="*/ 3316929 w 6684977"/>
                    <a:gd name="connsiteY57" fmla="*/ 6257139 h 6858000"/>
                    <a:gd name="connsiteX58" fmla="*/ 3316929 w 6684977"/>
                    <a:gd name="connsiteY58" fmla="*/ 3857625 h 6858000"/>
                    <a:gd name="connsiteX59" fmla="*/ 3317715 w 6684977"/>
                    <a:gd name="connsiteY59" fmla="*/ 3823021 h 6858000"/>
                    <a:gd name="connsiteX60" fmla="*/ 3364117 w 6684977"/>
                    <a:gd name="connsiteY60" fmla="*/ 3802572 h 6858000"/>
                    <a:gd name="connsiteX61" fmla="*/ 3407372 w 6684977"/>
                    <a:gd name="connsiteY61" fmla="*/ 3874141 h 6858000"/>
                    <a:gd name="connsiteX62" fmla="*/ 3418383 w 6684977"/>
                    <a:gd name="connsiteY62" fmla="*/ 3991325 h 6858000"/>
                    <a:gd name="connsiteX63" fmla="*/ 3418383 w 6684977"/>
                    <a:gd name="connsiteY63" fmla="*/ 5925250 h 6858000"/>
                    <a:gd name="connsiteX64" fmla="*/ 3781731 w 6684977"/>
                    <a:gd name="connsiteY64" fmla="*/ 6288597 h 6858000"/>
                    <a:gd name="connsiteX65" fmla="*/ 4389671 w 6684977"/>
                    <a:gd name="connsiteY65" fmla="*/ 6288597 h 6858000"/>
                    <a:gd name="connsiteX66" fmla="*/ 4542246 w 6684977"/>
                    <a:gd name="connsiteY66" fmla="*/ 6253993 h 6858000"/>
                    <a:gd name="connsiteX67" fmla="*/ 4745941 w 6684977"/>
                    <a:gd name="connsiteY67" fmla="*/ 5933114 h 6858000"/>
                    <a:gd name="connsiteX68" fmla="*/ 4746727 w 6684977"/>
                    <a:gd name="connsiteY68" fmla="*/ 3670446 h 6858000"/>
                    <a:gd name="connsiteX69" fmla="*/ 4755378 w 6684977"/>
                    <a:gd name="connsiteY69" fmla="*/ 3568991 h 6858000"/>
                    <a:gd name="connsiteX70" fmla="*/ 4852901 w 6684977"/>
                    <a:gd name="connsiteY70" fmla="*/ 3471469 h 6858000"/>
                    <a:gd name="connsiteX71" fmla="*/ 5106143 w 6684977"/>
                    <a:gd name="connsiteY71" fmla="*/ 3462032 h 6858000"/>
                    <a:gd name="connsiteX72" fmla="*/ 5146253 w 6684977"/>
                    <a:gd name="connsiteY72" fmla="*/ 3501355 h 6858000"/>
                    <a:gd name="connsiteX73" fmla="*/ 5147826 w 6684977"/>
                    <a:gd name="connsiteY73" fmla="*/ 3539106 h 6858000"/>
                    <a:gd name="connsiteX74" fmla="*/ 5147826 w 6684977"/>
                    <a:gd name="connsiteY74" fmla="*/ 3764035 h 6858000"/>
                    <a:gd name="connsiteX75" fmla="*/ 5151758 w 6684977"/>
                    <a:gd name="connsiteY75" fmla="*/ 3806505 h 6858000"/>
                    <a:gd name="connsiteX76" fmla="*/ 5405001 w 6684977"/>
                    <a:gd name="connsiteY76" fmla="*/ 4007054 h 6858000"/>
                    <a:gd name="connsiteX77" fmla="*/ 5803740 w 6684977"/>
                    <a:gd name="connsiteY77" fmla="*/ 4007054 h 6858000"/>
                    <a:gd name="connsiteX78" fmla="*/ 5841491 w 6684977"/>
                    <a:gd name="connsiteY78" fmla="*/ 4007841 h 6858000"/>
                    <a:gd name="connsiteX79" fmla="*/ 5880814 w 6684977"/>
                    <a:gd name="connsiteY79" fmla="*/ 4047164 h 6858000"/>
                    <a:gd name="connsiteX80" fmla="*/ 5883174 w 6684977"/>
                    <a:gd name="connsiteY80" fmla="*/ 4089633 h 6858000"/>
                    <a:gd name="connsiteX81" fmla="*/ 5975190 w 6684977"/>
                    <a:gd name="connsiteY81" fmla="*/ 4155697 h 6858000"/>
                    <a:gd name="connsiteX82" fmla="*/ 6037321 w 6684977"/>
                    <a:gd name="connsiteY82" fmla="*/ 4080982 h 6858000"/>
                    <a:gd name="connsiteX83" fmla="*/ 6043613 w 6684977"/>
                    <a:gd name="connsiteY83" fmla="*/ 3869422 h 6858000"/>
                    <a:gd name="connsiteX84" fmla="*/ 6093947 w 6684977"/>
                    <a:gd name="connsiteY84" fmla="*/ 3819088 h 6858000"/>
                    <a:gd name="connsiteX85" fmla="*/ 6128552 w 6684977"/>
                    <a:gd name="connsiteY85" fmla="*/ 3819088 h 6858000"/>
                    <a:gd name="connsiteX86" fmla="*/ 6535942 w 6684977"/>
                    <a:gd name="connsiteY86" fmla="*/ 3819088 h 6858000"/>
                    <a:gd name="connsiteX87" fmla="*/ 6688517 w 6684977"/>
                    <a:gd name="connsiteY87" fmla="*/ 3693253 h 6858000"/>
                    <a:gd name="connsiteX88" fmla="*/ 6688517 w 6684977"/>
                    <a:gd name="connsiteY88" fmla="*/ 3639773 h 6858000"/>
                    <a:gd name="connsiteX89" fmla="*/ 6655485 w 6684977"/>
                    <a:gd name="connsiteY89" fmla="*/ 3557981 h 6858000"/>
                    <a:gd name="connsiteX90" fmla="*/ 6579984 w 6684977"/>
                    <a:gd name="connsiteY90" fmla="*/ 3518657 h 6858000"/>
                    <a:gd name="connsiteX91" fmla="*/ 6524145 w 6684977"/>
                    <a:gd name="connsiteY91" fmla="*/ 3513152 h 6858000"/>
                    <a:gd name="connsiteX92" fmla="*/ 6098666 w 6684977"/>
                    <a:gd name="connsiteY92" fmla="*/ 3513152 h 6858000"/>
                    <a:gd name="connsiteX93" fmla="*/ 6043613 w 6684977"/>
                    <a:gd name="connsiteY93" fmla="*/ 3464391 h 6858000"/>
                    <a:gd name="connsiteX94" fmla="*/ 6043613 w 6684977"/>
                    <a:gd name="connsiteY94" fmla="*/ 3218227 h 6858000"/>
                    <a:gd name="connsiteX95" fmla="*/ 6090801 w 6684977"/>
                    <a:gd name="connsiteY95" fmla="*/ 3171825 h 6858000"/>
                    <a:gd name="connsiteX96" fmla="*/ 2907965 w 6684977"/>
                    <a:gd name="connsiteY96" fmla="*/ 1801012 h 6858000"/>
                    <a:gd name="connsiteX97" fmla="*/ 2621691 w 6684977"/>
                    <a:gd name="connsiteY97" fmla="*/ 2088859 h 6858000"/>
                    <a:gd name="connsiteX98" fmla="*/ 1799832 w 6684977"/>
                    <a:gd name="connsiteY98" fmla="*/ 2088859 h 6858000"/>
                    <a:gd name="connsiteX99" fmla="*/ 977973 w 6684977"/>
                    <a:gd name="connsiteY99" fmla="*/ 2088859 h 6858000"/>
                    <a:gd name="connsiteX100" fmla="*/ 699563 w 6684977"/>
                    <a:gd name="connsiteY100" fmla="*/ 1849773 h 6858000"/>
                    <a:gd name="connsiteX101" fmla="*/ 697204 w 6684977"/>
                    <a:gd name="connsiteY101" fmla="*/ 1801798 h 6858000"/>
                    <a:gd name="connsiteX102" fmla="*/ 697204 w 6684977"/>
                    <a:gd name="connsiteY102" fmla="*/ 717259 h 6858000"/>
                    <a:gd name="connsiteX103" fmla="*/ 981905 w 6684977"/>
                    <a:gd name="connsiteY103" fmla="*/ 430984 h 6858000"/>
                    <a:gd name="connsiteX104" fmla="*/ 2623264 w 6684977"/>
                    <a:gd name="connsiteY104" fmla="*/ 430984 h 6858000"/>
                    <a:gd name="connsiteX105" fmla="*/ 2908752 w 6684977"/>
                    <a:gd name="connsiteY105" fmla="*/ 716472 h 6858000"/>
                    <a:gd name="connsiteX106" fmla="*/ 2907965 w 6684977"/>
                    <a:gd name="connsiteY106" fmla="*/ 180101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684977" h="6858000">
                      <a:moveTo>
                        <a:pt x="6090801" y="3171825"/>
                      </a:moveTo>
                      <a:cubicBezTo>
                        <a:pt x="6102598" y="3171039"/>
                        <a:pt x="6113609" y="3171039"/>
                        <a:pt x="6125406" y="3171039"/>
                      </a:cubicBezTo>
                      <a:cubicBezTo>
                        <a:pt x="6269329" y="3171039"/>
                        <a:pt x="6412466" y="3171039"/>
                        <a:pt x="6556390" y="3171039"/>
                      </a:cubicBezTo>
                      <a:cubicBezTo>
                        <a:pt x="6576052" y="3171039"/>
                        <a:pt x="6594927" y="3167893"/>
                        <a:pt x="6613802" y="3160028"/>
                      </a:cubicBezTo>
                      <a:cubicBezTo>
                        <a:pt x="6662563" y="3139580"/>
                        <a:pt x="6684585" y="3101043"/>
                        <a:pt x="6689303" y="3050709"/>
                      </a:cubicBezTo>
                      <a:cubicBezTo>
                        <a:pt x="6689303" y="3032620"/>
                        <a:pt x="6689303" y="3015318"/>
                        <a:pt x="6689303" y="2997229"/>
                      </a:cubicBezTo>
                      <a:cubicBezTo>
                        <a:pt x="6682225" y="2972062"/>
                        <a:pt x="6684585" y="2943749"/>
                        <a:pt x="6663350" y="2922515"/>
                      </a:cubicBezTo>
                      <a:cubicBezTo>
                        <a:pt x="6630318" y="2888697"/>
                        <a:pt x="6591781" y="2871394"/>
                        <a:pt x="6544593" y="2871394"/>
                      </a:cubicBezTo>
                      <a:cubicBezTo>
                        <a:pt x="6399096" y="2872181"/>
                        <a:pt x="6253600" y="2872181"/>
                        <a:pt x="6108103" y="2871394"/>
                      </a:cubicBezTo>
                      <a:cubicBezTo>
                        <a:pt x="6055410" y="2871394"/>
                        <a:pt x="6043613" y="2860384"/>
                        <a:pt x="6044399" y="2809264"/>
                      </a:cubicBezTo>
                      <a:cubicBezTo>
                        <a:pt x="6045972" y="2739268"/>
                        <a:pt x="6038108" y="2670059"/>
                        <a:pt x="6038894" y="2600850"/>
                      </a:cubicBezTo>
                      <a:cubicBezTo>
                        <a:pt x="6038894" y="2580401"/>
                        <a:pt x="6031029" y="2565458"/>
                        <a:pt x="6017659" y="2550515"/>
                      </a:cubicBezTo>
                      <a:cubicBezTo>
                        <a:pt x="5998784" y="2530067"/>
                        <a:pt x="5975190" y="2534786"/>
                        <a:pt x="5952383" y="2534786"/>
                      </a:cubicBezTo>
                      <a:cubicBezTo>
                        <a:pt x="5918565" y="2534786"/>
                        <a:pt x="5898117" y="2552088"/>
                        <a:pt x="5887892" y="2584334"/>
                      </a:cubicBezTo>
                      <a:cubicBezTo>
                        <a:pt x="5882387" y="2601636"/>
                        <a:pt x="5883960" y="2619725"/>
                        <a:pt x="5882387" y="2637813"/>
                      </a:cubicBezTo>
                      <a:cubicBezTo>
                        <a:pt x="5880027" y="2670845"/>
                        <a:pt x="5868230" y="2681856"/>
                        <a:pt x="5835985" y="2684215"/>
                      </a:cubicBezTo>
                      <a:cubicBezTo>
                        <a:pt x="5823402" y="2685001"/>
                        <a:pt x="5810818" y="2685001"/>
                        <a:pt x="5798235" y="2685001"/>
                      </a:cubicBezTo>
                      <a:cubicBezTo>
                        <a:pt x="5662176" y="2685001"/>
                        <a:pt x="5526904" y="2685001"/>
                        <a:pt x="5390845" y="2685001"/>
                      </a:cubicBezTo>
                      <a:cubicBezTo>
                        <a:pt x="5265796" y="2685001"/>
                        <a:pt x="5149399" y="2802185"/>
                        <a:pt x="5148612" y="2928020"/>
                      </a:cubicBezTo>
                      <a:cubicBezTo>
                        <a:pt x="5148612" y="2996443"/>
                        <a:pt x="5148612" y="3065652"/>
                        <a:pt x="5148612" y="3134075"/>
                      </a:cubicBezTo>
                      <a:cubicBezTo>
                        <a:pt x="5147826" y="3187554"/>
                        <a:pt x="5137602" y="3198565"/>
                        <a:pt x="5084122" y="3198565"/>
                      </a:cubicBezTo>
                      <a:cubicBezTo>
                        <a:pt x="4998397" y="3199351"/>
                        <a:pt x="4912672" y="3198565"/>
                        <a:pt x="4826947" y="3198565"/>
                      </a:cubicBezTo>
                      <a:cubicBezTo>
                        <a:pt x="4806499" y="3198565"/>
                        <a:pt x="4786051" y="3201711"/>
                        <a:pt x="4765603" y="3205643"/>
                      </a:cubicBezTo>
                      <a:cubicBezTo>
                        <a:pt x="4593366" y="3239461"/>
                        <a:pt x="4481688" y="3402260"/>
                        <a:pt x="4482474" y="3557194"/>
                      </a:cubicBezTo>
                      <a:cubicBezTo>
                        <a:pt x="4485620" y="4265802"/>
                        <a:pt x="4484047" y="4974410"/>
                        <a:pt x="4484047" y="5683804"/>
                      </a:cubicBezTo>
                      <a:cubicBezTo>
                        <a:pt x="4484047" y="5744362"/>
                        <a:pt x="4484047" y="5804920"/>
                        <a:pt x="4479328" y="5865478"/>
                      </a:cubicBezTo>
                      <a:cubicBezTo>
                        <a:pt x="4470677" y="5976370"/>
                        <a:pt x="4428208" y="6018839"/>
                        <a:pt x="4317316" y="6021198"/>
                      </a:cubicBezTo>
                      <a:cubicBezTo>
                        <a:pt x="4315743" y="6021198"/>
                        <a:pt x="4313384" y="6021198"/>
                        <a:pt x="4311811" y="6021198"/>
                      </a:cubicBezTo>
                      <a:cubicBezTo>
                        <a:pt x="4160022" y="6021198"/>
                        <a:pt x="4008234" y="6021198"/>
                        <a:pt x="3856445" y="6021198"/>
                      </a:cubicBezTo>
                      <a:cubicBezTo>
                        <a:pt x="3828919" y="6021198"/>
                        <a:pt x="3801393" y="6017266"/>
                        <a:pt x="3774653" y="6009401"/>
                      </a:cubicBezTo>
                      <a:cubicBezTo>
                        <a:pt x="3732184" y="5996818"/>
                        <a:pt x="3706230" y="5969292"/>
                        <a:pt x="3695220" y="5926822"/>
                      </a:cubicBezTo>
                      <a:cubicBezTo>
                        <a:pt x="3687355" y="5897723"/>
                        <a:pt x="3685782" y="5868624"/>
                        <a:pt x="3685782" y="5839524"/>
                      </a:cubicBezTo>
                      <a:cubicBezTo>
                        <a:pt x="3683423" y="5176532"/>
                        <a:pt x="3692074" y="4513540"/>
                        <a:pt x="3680277" y="3849760"/>
                      </a:cubicBezTo>
                      <a:cubicBezTo>
                        <a:pt x="3678704" y="3745160"/>
                        <a:pt x="3635448" y="3660222"/>
                        <a:pt x="3557588" y="3591799"/>
                      </a:cubicBezTo>
                      <a:cubicBezTo>
                        <a:pt x="3502535" y="3543038"/>
                        <a:pt x="3436472" y="3517871"/>
                        <a:pt x="3363330" y="3508433"/>
                      </a:cubicBezTo>
                      <a:cubicBezTo>
                        <a:pt x="3328726" y="3503715"/>
                        <a:pt x="3318501" y="3493491"/>
                        <a:pt x="3316142" y="3458886"/>
                      </a:cubicBezTo>
                      <a:cubicBezTo>
                        <a:pt x="3315356" y="3443156"/>
                        <a:pt x="3315356" y="3426641"/>
                        <a:pt x="3315356" y="3410911"/>
                      </a:cubicBezTo>
                      <a:cubicBezTo>
                        <a:pt x="3315356" y="2463218"/>
                        <a:pt x="3314569" y="1514737"/>
                        <a:pt x="3316142" y="567043"/>
                      </a:cubicBezTo>
                      <a:cubicBezTo>
                        <a:pt x="3316142" y="467162"/>
                        <a:pt x="3297267" y="373572"/>
                        <a:pt x="3247719" y="287061"/>
                      </a:cubicBezTo>
                      <a:cubicBezTo>
                        <a:pt x="3146265" y="107746"/>
                        <a:pt x="2997623" y="0"/>
                        <a:pt x="2783703" y="0"/>
                      </a:cubicBezTo>
                      <a:cubicBezTo>
                        <a:pt x="2129362" y="0"/>
                        <a:pt x="1475021" y="0"/>
                        <a:pt x="820679" y="0"/>
                      </a:cubicBezTo>
                      <a:cubicBezTo>
                        <a:pt x="733381" y="0"/>
                        <a:pt x="649229" y="14943"/>
                        <a:pt x="573728" y="61344"/>
                      </a:cubicBezTo>
                      <a:cubicBezTo>
                        <a:pt x="393627" y="172236"/>
                        <a:pt x="286668" y="328744"/>
                        <a:pt x="286668" y="544236"/>
                      </a:cubicBezTo>
                      <a:cubicBezTo>
                        <a:pt x="285881" y="2441983"/>
                        <a:pt x="285881" y="4339730"/>
                        <a:pt x="285881" y="6237477"/>
                      </a:cubicBezTo>
                      <a:cubicBezTo>
                        <a:pt x="285881" y="6255566"/>
                        <a:pt x="286668" y="6272868"/>
                        <a:pt x="285095" y="6290957"/>
                      </a:cubicBezTo>
                      <a:cubicBezTo>
                        <a:pt x="282735" y="6321629"/>
                        <a:pt x="270938" y="6333426"/>
                        <a:pt x="239479" y="6335785"/>
                      </a:cubicBezTo>
                      <a:cubicBezTo>
                        <a:pt x="213526" y="6337358"/>
                        <a:pt x="187573" y="6334999"/>
                        <a:pt x="161619" y="6336572"/>
                      </a:cubicBezTo>
                      <a:cubicBezTo>
                        <a:pt x="73535" y="6343650"/>
                        <a:pt x="20055" y="6391625"/>
                        <a:pt x="9831" y="6464766"/>
                      </a:cubicBezTo>
                      <a:cubicBezTo>
                        <a:pt x="-3539" y="6555210"/>
                        <a:pt x="-2753" y="6646440"/>
                        <a:pt x="9044" y="6737671"/>
                      </a:cubicBezTo>
                      <a:cubicBezTo>
                        <a:pt x="18482" y="6809239"/>
                        <a:pt x="61738" y="6851709"/>
                        <a:pt x="133306" y="6856427"/>
                      </a:cubicBezTo>
                      <a:cubicBezTo>
                        <a:pt x="137239" y="6856427"/>
                        <a:pt x="140385" y="6857214"/>
                        <a:pt x="143530" y="6858787"/>
                      </a:cubicBezTo>
                      <a:cubicBezTo>
                        <a:pt x="1248518" y="6858787"/>
                        <a:pt x="2354292" y="6858787"/>
                        <a:pt x="3459279" y="6858787"/>
                      </a:cubicBezTo>
                      <a:cubicBezTo>
                        <a:pt x="3522983" y="6857214"/>
                        <a:pt x="3566239" y="6826542"/>
                        <a:pt x="3587474" y="6765983"/>
                      </a:cubicBezTo>
                      <a:cubicBezTo>
                        <a:pt x="3592192" y="6753400"/>
                        <a:pt x="3596911" y="6740816"/>
                        <a:pt x="3600057" y="6727447"/>
                      </a:cubicBezTo>
                      <a:cubicBezTo>
                        <a:pt x="3617359" y="6644868"/>
                        <a:pt x="3618146" y="6562289"/>
                        <a:pt x="3600057" y="6480496"/>
                      </a:cubicBezTo>
                      <a:cubicBezTo>
                        <a:pt x="3583541" y="6405781"/>
                        <a:pt x="3541858" y="6352301"/>
                        <a:pt x="3461639" y="6338145"/>
                      </a:cubicBezTo>
                      <a:cubicBezTo>
                        <a:pt x="3439617" y="6334213"/>
                        <a:pt x="3416810" y="6335785"/>
                        <a:pt x="3394789" y="6335785"/>
                      </a:cubicBezTo>
                      <a:cubicBezTo>
                        <a:pt x="3323220" y="6334999"/>
                        <a:pt x="3317715" y="6329494"/>
                        <a:pt x="3316929" y="6257139"/>
                      </a:cubicBezTo>
                      <a:cubicBezTo>
                        <a:pt x="3316929" y="5457301"/>
                        <a:pt x="3316929" y="4657463"/>
                        <a:pt x="3316929" y="3857625"/>
                      </a:cubicBezTo>
                      <a:cubicBezTo>
                        <a:pt x="3316929" y="3845828"/>
                        <a:pt x="3316142" y="3834031"/>
                        <a:pt x="3317715" y="3823021"/>
                      </a:cubicBezTo>
                      <a:cubicBezTo>
                        <a:pt x="3321647" y="3793135"/>
                        <a:pt x="3339736" y="3785270"/>
                        <a:pt x="3364117" y="3802572"/>
                      </a:cubicBezTo>
                      <a:cubicBezTo>
                        <a:pt x="3388497" y="3819875"/>
                        <a:pt x="3401081" y="3845828"/>
                        <a:pt x="3407372" y="3874141"/>
                      </a:cubicBezTo>
                      <a:cubicBezTo>
                        <a:pt x="3416023" y="3912678"/>
                        <a:pt x="3418383" y="3952001"/>
                        <a:pt x="3418383" y="3991325"/>
                      </a:cubicBezTo>
                      <a:cubicBezTo>
                        <a:pt x="3418383" y="4636228"/>
                        <a:pt x="3418383" y="5280346"/>
                        <a:pt x="3418383" y="5925250"/>
                      </a:cubicBezTo>
                      <a:cubicBezTo>
                        <a:pt x="3418383" y="6130517"/>
                        <a:pt x="3576463" y="6287811"/>
                        <a:pt x="3781731" y="6288597"/>
                      </a:cubicBezTo>
                      <a:cubicBezTo>
                        <a:pt x="3984640" y="6288597"/>
                        <a:pt x="4186762" y="6288597"/>
                        <a:pt x="4389671" y="6288597"/>
                      </a:cubicBezTo>
                      <a:cubicBezTo>
                        <a:pt x="4443151" y="6288597"/>
                        <a:pt x="4495058" y="6278373"/>
                        <a:pt x="4542246" y="6253993"/>
                      </a:cubicBezTo>
                      <a:cubicBezTo>
                        <a:pt x="4673586" y="6187930"/>
                        <a:pt x="4745154" y="6080183"/>
                        <a:pt x="4745941" y="5933114"/>
                      </a:cubicBezTo>
                      <a:cubicBezTo>
                        <a:pt x="4747514" y="5178891"/>
                        <a:pt x="4746727" y="4424668"/>
                        <a:pt x="4746727" y="3670446"/>
                      </a:cubicBezTo>
                      <a:cubicBezTo>
                        <a:pt x="4746727" y="3636628"/>
                        <a:pt x="4749087" y="3602810"/>
                        <a:pt x="4755378" y="3568991"/>
                      </a:cubicBezTo>
                      <a:cubicBezTo>
                        <a:pt x="4766389" y="3514725"/>
                        <a:pt x="4799421" y="3482480"/>
                        <a:pt x="4852901" y="3471469"/>
                      </a:cubicBezTo>
                      <a:cubicBezTo>
                        <a:pt x="4937053" y="3454953"/>
                        <a:pt x="5021991" y="3458886"/>
                        <a:pt x="5106143" y="3462032"/>
                      </a:cubicBezTo>
                      <a:cubicBezTo>
                        <a:pt x="5131310" y="3462818"/>
                        <a:pt x="5142321" y="3476188"/>
                        <a:pt x="5146253" y="3501355"/>
                      </a:cubicBezTo>
                      <a:cubicBezTo>
                        <a:pt x="5148612" y="3513939"/>
                        <a:pt x="5147826" y="3526522"/>
                        <a:pt x="5147826" y="3539106"/>
                      </a:cubicBezTo>
                      <a:cubicBezTo>
                        <a:pt x="5147826" y="3613820"/>
                        <a:pt x="5147826" y="3689321"/>
                        <a:pt x="5147826" y="3764035"/>
                      </a:cubicBezTo>
                      <a:cubicBezTo>
                        <a:pt x="5147826" y="3778192"/>
                        <a:pt x="5148612" y="3792348"/>
                        <a:pt x="5151758" y="3806505"/>
                      </a:cubicBezTo>
                      <a:cubicBezTo>
                        <a:pt x="5179285" y="3923688"/>
                        <a:pt x="5283885" y="4006268"/>
                        <a:pt x="5405001" y="4007054"/>
                      </a:cubicBezTo>
                      <a:cubicBezTo>
                        <a:pt x="5537914" y="4007054"/>
                        <a:pt x="5670827" y="4007054"/>
                        <a:pt x="5803740" y="4007054"/>
                      </a:cubicBezTo>
                      <a:cubicBezTo>
                        <a:pt x="5816324" y="4007054"/>
                        <a:pt x="5828907" y="4006268"/>
                        <a:pt x="5841491" y="4007841"/>
                      </a:cubicBezTo>
                      <a:cubicBezTo>
                        <a:pt x="5866658" y="4010986"/>
                        <a:pt x="5877668" y="4021997"/>
                        <a:pt x="5880814" y="4047164"/>
                      </a:cubicBezTo>
                      <a:cubicBezTo>
                        <a:pt x="5882387" y="4061321"/>
                        <a:pt x="5880814" y="4075477"/>
                        <a:pt x="5883174" y="4089633"/>
                      </a:cubicBezTo>
                      <a:cubicBezTo>
                        <a:pt x="5890252" y="4137608"/>
                        <a:pt x="5920138" y="4158842"/>
                        <a:pt x="5975190" y="4155697"/>
                      </a:cubicBezTo>
                      <a:cubicBezTo>
                        <a:pt x="6014514" y="4153337"/>
                        <a:pt x="6036535" y="4126597"/>
                        <a:pt x="6037321" y="4080982"/>
                      </a:cubicBezTo>
                      <a:cubicBezTo>
                        <a:pt x="6038108" y="4010200"/>
                        <a:pt x="6044399" y="3940204"/>
                        <a:pt x="6043613" y="3869422"/>
                      </a:cubicBezTo>
                      <a:cubicBezTo>
                        <a:pt x="6042826" y="3831672"/>
                        <a:pt x="6056196" y="3820661"/>
                        <a:pt x="6093947" y="3819088"/>
                      </a:cubicBezTo>
                      <a:cubicBezTo>
                        <a:pt x="6105744" y="3818302"/>
                        <a:pt x="6117541" y="3819088"/>
                        <a:pt x="6128552" y="3819088"/>
                      </a:cubicBezTo>
                      <a:cubicBezTo>
                        <a:pt x="6264610" y="3819088"/>
                        <a:pt x="6399883" y="3819088"/>
                        <a:pt x="6535942" y="3819088"/>
                      </a:cubicBezTo>
                      <a:cubicBezTo>
                        <a:pt x="6624813" y="3819088"/>
                        <a:pt x="6672001" y="3779765"/>
                        <a:pt x="6688517" y="3693253"/>
                      </a:cubicBezTo>
                      <a:cubicBezTo>
                        <a:pt x="6688517" y="3675164"/>
                        <a:pt x="6688517" y="3657862"/>
                        <a:pt x="6688517" y="3639773"/>
                      </a:cubicBezTo>
                      <a:cubicBezTo>
                        <a:pt x="6680652" y="3611461"/>
                        <a:pt x="6681438" y="3580002"/>
                        <a:pt x="6655485" y="3557981"/>
                      </a:cubicBezTo>
                      <a:cubicBezTo>
                        <a:pt x="6633464" y="3539106"/>
                        <a:pt x="6609083" y="3525736"/>
                        <a:pt x="6579984" y="3518657"/>
                      </a:cubicBezTo>
                      <a:cubicBezTo>
                        <a:pt x="6561895" y="3514725"/>
                        <a:pt x="6543020" y="3513152"/>
                        <a:pt x="6524145" y="3513152"/>
                      </a:cubicBezTo>
                      <a:cubicBezTo>
                        <a:pt x="6382581" y="3513152"/>
                        <a:pt x="6240230" y="3513939"/>
                        <a:pt x="6098666" y="3513152"/>
                      </a:cubicBezTo>
                      <a:cubicBezTo>
                        <a:pt x="6056983" y="3513152"/>
                        <a:pt x="6044399" y="3502142"/>
                        <a:pt x="6043613" y="3464391"/>
                      </a:cubicBezTo>
                      <a:cubicBezTo>
                        <a:pt x="6042040" y="3382599"/>
                        <a:pt x="6042040" y="3300019"/>
                        <a:pt x="6043613" y="3218227"/>
                      </a:cubicBezTo>
                      <a:cubicBezTo>
                        <a:pt x="6045972" y="3185195"/>
                        <a:pt x="6057770" y="3174185"/>
                        <a:pt x="6090801" y="3171825"/>
                      </a:cubicBezTo>
                      <a:close/>
                      <a:moveTo>
                        <a:pt x="2907965" y="1801012"/>
                      </a:moveTo>
                      <a:cubicBezTo>
                        <a:pt x="2907965" y="1968529"/>
                        <a:pt x="2788422" y="2088072"/>
                        <a:pt x="2621691" y="2088859"/>
                      </a:cubicBezTo>
                      <a:cubicBezTo>
                        <a:pt x="2348000" y="2088859"/>
                        <a:pt x="2073523" y="2088859"/>
                        <a:pt x="1799832" y="2088859"/>
                      </a:cubicBezTo>
                      <a:cubicBezTo>
                        <a:pt x="1526141" y="2088859"/>
                        <a:pt x="1251664" y="2088859"/>
                        <a:pt x="977973" y="2088859"/>
                      </a:cubicBezTo>
                      <a:cubicBezTo>
                        <a:pt x="834049" y="2088859"/>
                        <a:pt x="721584" y="1992123"/>
                        <a:pt x="699563" y="1849773"/>
                      </a:cubicBezTo>
                      <a:cubicBezTo>
                        <a:pt x="697204" y="1834043"/>
                        <a:pt x="697204" y="1817527"/>
                        <a:pt x="697204" y="1801798"/>
                      </a:cubicBezTo>
                      <a:cubicBezTo>
                        <a:pt x="697204" y="1440023"/>
                        <a:pt x="697204" y="1079034"/>
                        <a:pt x="697204" y="717259"/>
                      </a:cubicBezTo>
                      <a:cubicBezTo>
                        <a:pt x="697204" y="550528"/>
                        <a:pt x="815960" y="430984"/>
                        <a:pt x="981905" y="430984"/>
                      </a:cubicBezTo>
                      <a:cubicBezTo>
                        <a:pt x="1529287" y="430198"/>
                        <a:pt x="2075882" y="430198"/>
                        <a:pt x="2623264" y="430984"/>
                      </a:cubicBezTo>
                      <a:cubicBezTo>
                        <a:pt x="2789209" y="430984"/>
                        <a:pt x="2908752" y="550528"/>
                        <a:pt x="2908752" y="716472"/>
                      </a:cubicBezTo>
                      <a:cubicBezTo>
                        <a:pt x="2907965" y="1078248"/>
                        <a:pt x="2907965" y="1440023"/>
                        <a:pt x="2907965" y="1801012"/>
                      </a:cubicBezTo>
                      <a:close/>
                    </a:path>
                  </a:pathLst>
                </a:custGeom>
                <a:grpFill/>
                <a:ln w="785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461B923-5495-42B1-B237-C1AAB41F3390}"/>
                    </a:ext>
                  </a:extLst>
                </p:cNvPr>
                <p:cNvSpPr/>
                <p:nvPr/>
              </p:nvSpPr>
              <p:spPr>
                <a:xfrm>
                  <a:off x="3308680" y="4215308"/>
                  <a:ext cx="2477374" cy="935897"/>
                </a:xfrm>
                <a:custGeom>
                  <a:avLst/>
                  <a:gdLst>
                    <a:gd name="connsiteX0" fmla="*/ 1214384 w 2477373"/>
                    <a:gd name="connsiteY0" fmla="*/ 940775 h 935896"/>
                    <a:gd name="connsiteX1" fmla="*/ 756659 w 2477373"/>
                    <a:gd name="connsiteY1" fmla="*/ 940775 h 935896"/>
                    <a:gd name="connsiteX2" fmla="*/ 719696 w 2477373"/>
                    <a:gd name="connsiteY2" fmla="*/ 914822 h 935896"/>
                    <a:gd name="connsiteX3" fmla="*/ 486901 w 2477373"/>
                    <a:gd name="connsiteY3" fmla="*/ 737080 h 935896"/>
                    <a:gd name="connsiteX4" fmla="*/ 255679 w 2477373"/>
                    <a:gd name="connsiteY4" fmla="*/ 917968 h 935896"/>
                    <a:gd name="connsiteX5" fmla="*/ 225007 w 2477373"/>
                    <a:gd name="connsiteY5" fmla="*/ 941562 h 935896"/>
                    <a:gd name="connsiteX6" fmla="*/ 48052 w 2477373"/>
                    <a:gd name="connsiteY6" fmla="*/ 941562 h 935896"/>
                    <a:gd name="connsiteX7" fmla="*/ 27604 w 2477373"/>
                    <a:gd name="connsiteY7" fmla="*/ 918754 h 935896"/>
                    <a:gd name="connsiteX8" fmla="*/ 10301 w 2477373"/>
                    <a:gd name="connsiteY8" fmla="*/ 682028 h 935896"/>
                    <a:gd name="connsiteX9" fmla="*/ 9515 w 2477373"/>
                    <a:gd name="connsiteY9" fmla="*/ 423279 h 935896"/>
                    <a:gd name="connsiteX10" fmla="*/ 228153 w 2477373"/>
                    <a:gd name="connsiteY10" fmla="*/ 117344 h 935896"/>
                    <a:gd name="connsiteX11" fmla="*/ 788905 w 2477373"/>
                    <a:gd name="connsiteY11" fmla="*/ 11957 h 935896"/>
                    <a:gd name="connsiteX12" fmla="*/ 1381115 w 2477373"/>
                    <a:gd name="connsiteY12" fmla="*/ 216438 h 935896"/>
                    <a:gd name="connsiteX13" fmla="*/ 1756260 w 2477373"/>
                    <a:gd name="connsiteY13" fmla="*/ 399685 h 935896"/>
                    <a:gd name="connsiteX14" fmla="*/ 2054331 w 2477373"/>
                    <a:gd name="connsiteY14" fmla="*/ 464962 h 935896"/>
                    <a:gd name="connsiteX15" fmla="*/ 2243870 w 2477373"/>
                    <a:gd name="connsiteY15" fmla="*/ 475187 h 935896"/>
                    <a:gd name="connsiteX16" fmla="*/ 2475092 w 2477373"/>
                    <a:gd name="connsiteY16" fmla="*/ 683601 h 935896"/>
                    <a:gd name="connsiteX17" fmla="*/ 2460149 w 2477373"/>
                    <a:gd name="connsiteY17" fmla="*/ 926619 h 935896"/>
                    <a:gd name="connsiteX18" fmla="*/ 2438915 w 2477373"/>
                    <a:gd name="connsiteY18" fmla="*/ 942348 h 935896"/>
                    <a:gd name="connsiteX19" fmla="*/ 2195109 w 2477373"/>
                    <a:gd name="connsiteY19" fmla="*/ 942348 h 935896"/>
                    <a:gd name="connsiteX20" fmla="*/ 2172302 w 2477373"/>
                    <a:gd name="connsiteY20" fmla="*/ 915609 h 935896"/>
                    <a:gd name="connsiteX21" fmla="*/ 1936361 w 2477373"/>
                    <a:gd name="connsiteY21" fmla="*/ 737867 h 935896"/>
                    <a:gd name="connsiteX22" fmla="*/ 1709859 w 2477373"/>
                    <a:gd name="connsiteY22" fmla="*/ 913249 h 935896"/>
                    <a:gd name="connsiteX23" fmla="*/ 1672108 w 2477373"/>
                    <a:gd name="connsiteY23" fmla="*/ 942348 h 935896"/>
                    <a:gd name="connsiteX24" fmla="*/ 1214384 w 2477373"/>
                    <a:gd name="connsiteY24" fmla="*/ 940775 h 93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77373" h="935896">
                      <a:moveTo>
                        <a:pt x="1214384" y="940775"/>
                      </a:moveTo>
                      <a:cubicBezTo>
                        <a:pt x="1061809" y="940775"/>
                        <a:pt x="909234" y="940775"/>
                        <a:pt x="756659" y="940775"/>
                      </a:cubicBezTo>
                      <a:cubicBezTo>
                        <a:pt x="736211" y="940775"/>
                        <a:pt x="725987" y="937630"/>
                        <a:pt x="719696" y="914822"/>
                      </a:cubicBezTo>
                      <a:cubicBezTo>
                        <a:pt x="691383" y="807076"/>
                        <a:pt x="597006" y="736294"/>
                        <a:pt x="486901" y="737080"/>
                      </a:cubicBezTo>
                      <a:cubicBezTo>
                        <a:pt x="377582" y="737080"/>
                        <a:pt x="283992" y="809435"/>
                        <a:pt x="255679" y="917968"/>
                      </a:cubicBezTo>
                      <a:cubicBezTo>
                        <a:pt x="250961" y="936843"/>
                        <a:pt x="243096" y="941562"/>
                        <a:pt x="225007" y="941562"/>
                      </a:cubicBezTo>
                      <a:cubicBezTo>
                        <a:pt x="166022" y="940775"/>
                        <a:pt x="107037" y="940775"/>
                        <a:pt x="48052" y="941562"/>
                      </a:cubicBezTo>
                      <a:cubicBezTo>
                        <a:pt x="30750" y="941562"/>
                        <a:pt x="25244" y="937630"/>
                        <a:pt x="27604" y="918754"/>
                      </a:cubicBezTo>
                      <a:cubicBezTo>
                        <a:pt x="35468" y="838534"/>
                        <a:pt x="19739" y="760674"/>
                        <a:pt x="10301" y="682028"/>
                      </a:cubicBezTo>
                      <a:cubicBezTo>
                        <a:pt x="77" y="595516"/>
                        <a:pt x="-6214" y="509791"/>
                        <a:pt x="9515" y="423279"/>
                      </a:cubicBezTo>
                      <a:cubicBezTo>
                        <a:pt x="33895" y="287221"/>
                        <a:pt x="112542" y="188912"/>
                        <a:pt x="228153" y="117344"/>
                      </a:cubicBezTo>
                      <a:cubicBezTo>
                        <a:pt x="401176" y="9597"/>
                        <a:pt x="589142" y="-19502"/>
                        <a:pt x="788905" y="11957"/>
                      </a:cubicBezTo>
                      <a:cubicBezTo>
                        <a:pt x="998892" y="44202"/>
                        <a:pt x="1191576" y="125995"/>
                        <a:pt x="1381115" y="216438"/>
                      </a:cubicBezTo>
                      <a:cubicBezTo>
                        <a:pt x="1506950" y="276210"/>
                        <a:pt x="1629639" y="340700"/>
                        <a:pt x="1756260" y="399685"/>
                      </a:cubicBezTo>
                      <a:cubicBezTo>
                        <a:pt x="1851423" y="443728"/>
                        <a:pt x="1949731" y="466535"/>
                        <a:pt x="2054331" y="464962"/>
                      </a:cubicBezTo>
                      <a:cubicBezTo>
                        <a:pt x="2118035" y="464176"/>
                        <a:pt x="2180953" y="469681"/>
                        <a:pt x="2243870" y="475187"/>
                      </a:cubicBezTo>
                      <a:cubicBezTo>
                        <a:pt x="2383862" y="487770"/>
                        <a:pt x="2453071" y="586865"/>
                        <a:pt x="2475092" y="683601"/>
                      </a:cubicBezTo>
                      <a:cubicBezTo>
                        <a:pt x="2493181" y="765393"/>
                        <a:pt x="2482170" y="847186"/>
                        <a:pt x="2460149" y="926619"/>
                      </a:cubicBezTo>
                      <a:cubicBezTo>
                        <a:pt x="2457003" y="937630"/>
                        <a:pt x="2450712" y="942348"/>
                        <a:pt x="2438915" y="942348"/>
                      </a:cubicBezTo>
                      <a:cubicBezTo>
                        <a:pt x="2357908" y="942348"/>
                        <a:pt x="2276116" y="941562"/>
                        <a:pt x="2195109" y="942348"/>
                      </a:cubicBezTo>
                      <a:cubicBezTo>
                        <a:pt x="2174661" y="942348"/>
                        <a:pt x="2175448" y="927406"/>
                        <a:pt x="2172302" y="915609"/>
                      </a:cubicBezTo>
                      <a:cubicBezTo>
                        <a:pt x="2141630" y="807862"/>
                        <a:pt x="2048040" y="736294"/>
                        <a:pt x="1936361" y="737867"/>
                      </a:cubicBezTo>
                      <a:cubicBezTo>
                        <a:pt x="1830975" y="738653"/>
                        <a:pt x="1738172" y="809435"/>
                        <a:pt x="1709859" y="913249"/>
                      </a:cubicBezTo>
                      <a:cubicBezTo>
                        <a:pt x="1703567" y="936057"/>
                        <a:pt x="1694129" y="942348"/>
                        <a:pt x="1672108" y="942348"/>
                      </a:cubicBezTo>
                      <a:cubicBezTo>
                        <a:pt x="1519533" y="940775"/>
                        <a:pt x="1366959" y="940775"/>
                        <a:pt x="1214384" y="940775"/>
                      </a:cubicBezTo>
                      <a:close/>
                    </a:path>
                  </a:pathLst>
                </a:custGeom>
                <a:solidFill>
                  <a:schemeClr val="bg1"/>
                </a:solidFill>
                <a:ln w="7857"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A6C3F7A-55A4-4B43-9A58-D66517F44AB2}"/>
                    </a:ext>
                  </a:extLst>
                </p:cNvPr>
                <p:cNvSpPr/>
                <p:nvPr/>
              </p:nvSpPr>
              <p:spPr>
                <a:xfrm>
                  <a:off x="5067294" y="5010581"/>
                  <a:ext cx="361775" cy="361775"/>
                </a:xfrm>
                <a:custGeom>
                  <a:avLst/>
                  <a:gdLst>
                    <a:gd name="connsiteX0" fmla="*/ 184826 w 361775"/>
                    <a:gd name="connsiteY0" fmla="*/ 6 h 361775"/>
                    <a:gd name="connsiteX1" fmla="*/ 364140 w 361775"/>
                    <a:gd name="connsiteY1" fmla="*/ 184039 h 361775"/>
                    <a:gd name="connsiteX2" fmla="*/ 179320 w 361775"/>
                    <a:gd name="connsiteY2" fmla="*/ 363354 h 361775"/>
                    <a:gd name="connsiteX3" fmla="*/ 6 w 361775"/>
                    <a:gd name="connsiteY3" fmla="*/ 178534 h 361775"/>
                    <a:gd name="connsiteX4" fmla="*/ 184826 w 361775"/>
                    <a:gd name="connsiteY4" fmla="*/ 6 h 361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775" h="361775">
                      <a:moveTo>
                        <a:pt x="184826" y="6"/>
                      </a:moveTo>
                      <a:cubicBezTo>
                        <a:pt x="284707" y="792"/>
                        <a:pt x="365713" y="84158"/>
                        <a:pt x="364140" y="184039"/>
                      </a:cubicBezTo>
                      <a:cubicBezTo>
                        <a:pt x="362567" y="283921"/>
                        <a:pt x="279202" y="364927"/>
                        <a:pt x="179320" y="363354"/>
                      </a:cubicBezTo>
                      <a:cubicBezTo>
                        <a:pt x="79439" y="362568"/>
                        <a:pt x="-781" y="279202"/>
                        <a:pt x="6" y="178534"/>
                      </a:cubicBezTo>
                      <a:cubicBezTo>
                        <a:pt x="1579" y="79439"/>
                        <a:pt x="83371" y="-781"/>
                        <a:pt x="184826" y="6"/>
                      </a:cubicBezTo>
                      <a:close/>
                    </a:path>
                  </a:pathLst>
                </a:custGeom>
                <a:solidFill>
                  <a:schemeClr val="bg1"/>
                </a:solidFill>
                <a:ln w="7857"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DF8BF1D-C979-4C7A-AE96-C6445935F0B5}"/>
                    </a:ext>
                  </a:extLst>
                </p:cNvPr>
                <p:cNvSpPr/>
                <p:nvPr/>
              </p:nvSpPr>
              <p:spPr>
                <a:xfrm>
                  <a:off x="3615480" y="5010587"/>
                  <a:ext cx="361775" cy="361775"/>
                </a:xfrm>
                <a:custGeom>
                  <a:avLst/>
                  <a:gdLst>
                    <a:gd name="connsiteX0" fmla="*/ 0 w 361775"/>
                    <a:gd name="connsiteY0" fmla="*/ 182461 h 361775"/>
                    <a:gd name="connsiteX1" fmla="*/ 180888 w 361775"/>
                    <a:gd name="connsiteY1" fmla="*/ 0 h 361775"/>
                    <a:gd name="connsiteX2" fmla="*/ 364135 w 361775"/>
                    <a:gd name="connsiteY2" fmla="*/ 180888 h 361775"/>
                    <a:gd name="connsiteX3" fmla="*/ 182461 w 361775"/>
                    <a:gd name="connsiteY3" fmla="*/ 363348 h 361775"/>
                    <a:gd name="connsiteX4" fmla="*/ 0 w 361775"/>
                    <a:gd name="connsiteY4" fmla="*/ 182461 h 361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775" h="361775">
                      <a:moveTo>
                        <a:pt x="0" y="182461"/>
                      </a:moveTo>
                      <a:cubicBezTo>
                        <a:pt x="0" y="81007"/>
                        <a:pt x="80220" y="0"/>
                        <a:pt x="180888" y="0"/>
                      </a:cubicBezTo>
                      <a:cubicBezTo>
                        <a:pt x="281555" y="0"/>
                        <a:pt x="363348" y="81007"/>
                        <a:pt x="364135" y="180888"/>
                      </a:cubicBezTo>
                      <a:cubicBezTo>
                        <a:pt x="364921" y="279983"/>
                        <a:pt x="281555" y="363348"/>
                        <a:pt x="182461" y="363348"/>
                      </a:cubicBezTo>
                      <a:cubicBezTo>
                        <a:pt x="81793" y="364921"/>
                        <a:pt x="0" y="283128"/>
                        <a:pt x="0" y="182461"/>
                      </a:cubicBezTo>
                      <a:close/>
                    </a:path>
                  </a:pathLst>
                </a:custGeom>
                <a:solidFill>
                  <a:schemeClr val="bg1"/>
                </a:solidFill>
                <a:ln w="7857"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2B0471F-71D7-4EDB-A33E-7E5983D46885}"/>
                    </a:ext>
                  </a:extLst>
                </p:cNvPr>
                <p:cNvSpPr/>
                <p:nvPr/>
              </p:nvSpPr>
              <p:spPr>
                <a:xfrm>
                  <a:off x="4252550" y="4453641"/>
                  <a:ext cx="660633" cy="275264"/>
                </a:xfrm>
                <a:custGeom>
                  <a:avLst/>
                  <a:gdLst>
                    <a:gd name="connsiteX0" fmla="*/ 352307 w 660633"/>
                    <a:gd name="connsiteY0" fmla="*/ 275390 h 275263"/>
                    <a:gd name="connsiteX1" fmla="*/ 71538 w 660633"/>
                    <a:gd name="connsiteY1" fmla="*/ 275390 h 275263"/>
                    <a:gd name="connsiteX2" fmla="*/ 35360 w 660633"/>
                    <a:gd name="connsiteY2" fmla="*/ 251796 h 275263"/>
                    <a:gd name="connsiteX3" fmla="*/ 756 w 660633"/>
                    <a:gd name="connsiteY3" fmla="*/ 83493 h 275263"/>
                    <a:gd name="connsiteX4" fmla="*/ 73897 w 660633"/>
                    <a:gd name="connsiteY4" fmla="*/ 3273 h 275263"/>
                    <a:gd name="connsiteX5" fmla="*/ 275233 w 660633"/>
                    <a:gd name="connsiteY5" fmla="*/ 20575 h 275263"/>
                    <a:gd name="connsiteX6" fmla="*/ 535554 w 660633"/>
                    <a:gd name="connsiteY6" fmla="*/ 128321 h 275263"/>
                    <a:gd name="connsiteX7" fmla="*/ 648019 w 660633"/>
                    <a:gd name="connsiteY7" fmla="*/ 240786 h 275263"/>
                    <a:gd name="connsiteX8" fmla="*/ 659816 w 660633"/>
                    <a:gd name="connsiteY8" fmla="*/ 269099 h 275263"/>
                    <a:gd name="connsiteX9" fmla="*/ 630716 w 660633"/>
                    <a:gd name="connsiteY9" fmla="*/ 274604 h 275263"/>
                    <a:gd name="connsiteX10" fmla="*/ 352307 w 660633"/>
                    <a:gd name="connsiteY10" fmla="*/ 275390 h 27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633" h="275263">
                      <a:moveTo>
                        <a:pt x="352307" y="275390"/>
                      </a:moveTo>
                      <a:cubicBezTo>
                        <a:pt x="258717" y="275390"/>
                        <a:pt x="165127" y="274604"/>
                        <a:pt x="71538" y="275390"/>
                      </a:cubicBezTo>
                      <a:cubicBezTo>
                        <a:pt x="52663" y="275390"/>
                        <a:pt x="42438" y="269885"/>
                        <a:pt x="35360" y="251796"/>
                      </a:cubicBezTo>
                      <a:cubicBezTo>
                        <a:pt x="14126" y="197530"/>
                        <a:pt x="-3963" y="142478"/>
                        <a:pt x="756" y="83493"/>
                      </a:cubicBezTo>
                      <a:cubicBezTo>
                        <a:pt x="3902" y="33945"/>
                        <a:pt x="25136" y="10351"/>
                        <a:pt x="73897" y="3273"/>
                      </a:cubicBezTo>
                      <a:cubicBezTo>
                        <a:pt x="142320" y="-6165"/>
                        <a:pt x="209170" y="6418"/>
                        <a:pt x="275233" y="20575"/>
                      </a:cubicBezTo>
                      <a:cubicBezTo>
                        <a:pt x="368036" y="41023"/>
                        <a:pt x="456121" y="74055"/>
                        <a:pt x="535554" y="128321"/>
                      </a:cubicBezTo>
                      <a:cubicBezTo>
                        <a:pt x="580382" y="158993"/>
                        <a:pt x="618919" y="195171"/>
                        <a:pt x="648019" y="240786"/>
                      </a:cubicBezTo>
                      <a:cubicBezTo>
                        <a:pt x="653524" y="249437"/>
                        <a:pt x="664535" y="258875"/>
                        <a:pt x="659816" y="269099"/>
                      </a:cubicBezTo>
                      <a:cubicBezTo>
                        <a:pt x="655097" y="280109"/>
                        <a:pt x="640941" y="274604"/>
                        <a:pt x="630716" y="274604"/>
                      </a:cubicBezTo>
                      <a:cubicBezTo>
                        <a:pt x="537127" y="275390"/>
                        <a:pt x="445110" y="275390"/>
                        <a:pt x="352307" y="275390"/>
                      </a:cubicBezTo>
                      <a:close/>
                    </a:path>
                  </a:pathLst>
                </a:custGeom>
                <a:grpFill/>
                <a:ln w="7857" cap="flat">
                  <a:noFill/>
                  <a:prstDash val="solid"/>
                  <a:miter/>
                </a:ln>
              </p:spPr>
              <p:txBody>
                <a:bodyPr rtlCol="0" anchor="ctr"/>
                <a:lstStyle/>
                <a:p>
                  <a:endParaRPr lang="en-US"/>
                </a:p>
              </p:txBody>
            </p:sp>
          </p:grpSp>
          <p:grpSp>
            <p:nvGrpSpPr>
              <p:cNvPr id="29" name="Group 28">
                <a:extLst>
                  <a:ext uri="{FF2B5EF4-FFF2-40B4-BE49-F238E27FC236}">
                    <a16:creationId xmlns:a16="http://schemas.microsoft.com/office/drawing/2014/main" id="{1D2DDB82-4336-4B96-827F-16E9CB755BC3}"/>
                  </a:ext>
                </a:extLst>
              </p:cNvPr>
              <p:cNvGrpSpPr/>
              <p:nvPr/>
            </p:nvGrpSpPr>
            <p:grpSpPr>
              <a:xfrm>
                <a:off x="8727465" y="610331"/>
                <a:ext cx="1546440" cy="1365180"/>
                <a:chOff x="8613165" y="685746"/>
                <a:chExt cx="1546440" cy="1365180"/>
              </a:xfrm>
            </p:grpSpPr>
            <p:grpSp>
              <p:nvGrpSpPr>
                <p:cNvPr id="20" name="Group 19">
                  <a:extLst>
                    <a:ext uri="{FF2B5EF4-FFF2-40B4-BE49-F238E27FC236}">
                      <a16:creationId xmlns:a16="http://schemas.microsoft.com/office/drawing/2014/main" id="{AC1AD1CD-3264-42A0-BF8D-8334705D5EA9}"/>
                    </a:ext>
                  </a:extLst>
                </p:cNvPr>
                <p:cNvGrpSpPr/>
                <p:nvPr/>
              </p:nvGrpSpPr>
              <p:grpSpPr>
                <a:xfrm>
                  <a:off x="9093192" y="685746"/>
                  <a:ext cx="623186" cy="1243235"/>
                  <a:chOff x="4066220" y="1255190"/>
                  <a:chExt cx="2502860" cy="4993119"/>
                </a:xfrm>
              </p:grpSpPr>
              <p:sp>
                <p:nvSpPr>
                  <p:cNvPr id="27" name="Freeform: Shape 26">
                    <a:extLst>
                      <a:ext uri="{FF2B5EF4-FFF2-40B4-BE49-F238E27FC236}">
                        <a16:creationId xmlns:a16="http://schemas.microsoft.com/office/drawing/2014/main" id="{86D5752A-5AD8-4F9F-A02C-DEB83496E2D7}"/>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2">
                      <a:lumMod val="75000"/>
                    </a:schemeClr>
                  </a:solidFill>
                  <a:ln w="8081"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D1F2CEC-3204-4318-BCF1-46D49AA39BDA}"/>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2">
                      <a:lumMod val="50000"/>
                    </a:schemeClr>
                  </a:solidFill>
                  <a:ln w="8081"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174C427F-1B6B-45A2-8E55-71C992A91E28}"/>
                    </a:ext>
                  </a:extLst>
                </p:cNvPr>
                <p:cNvGrpSpPr/>
                <p:nvPr/>
              </p:nvGrpSpPr>
              <p:grpSpPr>
                <a:xfrm>
                  <a:off x="9778395" y="1290425"/>
                  <a:ext cx="381210" cy="760501"/>
                  <a:chOff x="4066220" y="1255190"/>
                  <a:chExt cx="2502860" cy="4993119"/>
                </a:xfrm>
              </p:grpSpPr>
              <p:sp>
                <p:nvSpPr>
                  <p:cNvPr id="25" name="Freeform: Shape 24">
                    <a:extLst>
                      <a:ext uri="{FF2B5EF4-FFF2-40B4-BE49-F238E27FC236}">
                        <a16:creationId xmlns:a16="http://schemas.microsoft.com/office/drawing/2014/main" id="{7C17BC6D-CC3A-4090-A058-13BAF95A28B8}"/>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2">
                      <a:lumMod val="75000"/>
                    </a:schemeClr>
                  </a:solidFill>
                  <a:ln w="8081"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63CAC4A-9D24-48B6-AE0A-0C5F989AD38F}"/>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2">
                      <a:lumMod val="50000"/>
                    </a:schemeClr>
                  </a:solidFill>
                  <a:ln w="8081" cap="flat">
                    <a:noFill/>
                    <a:prstDash val="solid"/>
                    <a:miter/>
                  </a:ln>
                </p:spPr>
                <p:txBody>
                  <a:bodyPr rtlCol="0" anchor="ctr"/>
                  <a:lstStyle/>
                  <a:p>
                    <a:endParaRPr lang="en-US"/>
                  </a:p>
                </p:txBody>
              </p:sp>
            </p:grpSp>
            <p:grpSp>
              <p:nvGrpSpPr>
                <p:cNvPr id="22" name="Group 21">
                  <a:extLst>
                    <a:ext uri="{FF2B5EF4-FFF2-40B4-BE49-F238E27FC236}">
                      <a16:creationId xmlns:a16="http://schemas.microsoft.com/office/drawing/2014/main" id="{DCD6D83C-7DAB-4C82-9207-D0E26B0B509D}"/>
                    </a:ext>
                  </a:extLst>
                </p:cNvPr>
                <p:cNvGrpSpPr/>
                <p:nvPr/>
              </p:nvGrpSpPr>
              <p:grpSpPr>
                <a:xfrm>
                  <a:off x="8613165" y="1181752"/>
                  <a:ext cx="418011" cy="833917"/>
                  <a:chOff x="4066220" y="1255190"/>
                  <a:chExt cx="2502860" cy="4993119"/>
                </a:xfrm>
              </p:grpSpPr>
              <p:sp>
                <p:nvSpPr>
                  <p:cNvPr id="23" name="Freeform: Shape 22">
                    <a:extLst>
                      <a:ext uri="{FF2B5EF4-FFF2-40B4-BE49-F238E27FC236}">
                        <a16:creationId xmlns:a16="http://schemas.microsoft.com/office/drawing/2014/main" id="{9A64A35D-4525-4109-8A08-98361AA5C283}"/>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2">
                      <a:lumMod val="75000"/>
                    </a:schemeClr>
                  </a:solidFill>
                  <a:ln w="8081"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4637304-EA40-4C83-8A13-6056F60C0728}"/>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2">
                      <a:lumMod val="50000"/>
                    </a:schemeClr>
                  </a:solidFill>
                  <a:ln w="8081" cap="flat">
                    <a:noFill/>
                    <a:prstDash val="solid"/>
                    <a:miter/>
                  </a:ln>
                </p:spPr>
                <p:txBody>
                  <a:bodyPr rtlCol="0" anchor="ctr"/>
                  <a:lstStyle/>
                  <a:p>
                    <a:endParaRPr lang="en-US"/>
                  </a:p>
                </p:txBody>
              </p:sp>
            </p:grpSp>
          </p:grpSp>
        </p:grpSp>
        <p:grpSp>
          <p:nvGrpSpPr>
            <p:cNvPr id="37" name="Group 36">
              <a:extLst>
                <a:ext uri="{FF2B5EF4-FFF2-40B4-BE49-F238E27FC236}">
                  <a16:creationId xmlns:a16="http://schemas.microsoft.com/office/drawing/2014/main" id="{09BF3E58-B4B1-4F6B-BA49-C8382D848E49}"/>
                </a:ext>
              </a:extLst>
            </p:cNvPr>
            <p:cNvGrpSpPr/>
            <p:nvPr/>
          </p:nvGrpSpPr>
          <p:grpSpPr>
            <a:xfrm>
              <a:off x="3386441" y="4553440"/>
              <a:ext cx="4025474" cy="1549477"/>
              <a:chOff x="3386441" y="5024510"/>
              <a:chExt cx="4025474" cy="1549477"/>
            </a:xfrm>
          </p:grpSpPr>
          <p:grpSp>
            <p:nvGrpSpPr>
              <p:cNvPr id="30" name="Group 29">
                <a:extLst>
                  <a:ext uri="{FF2B5EF4-FFF2-40B4-BE49-F238E27FC236}">
                    <a16:creationId xmlns:a16="http://schemas.microsoft.com/office/drawing/2014/main" id="{D6F1C65C-A611-40BD-8E82-9705BB484F70}"/>
                  </a:ext>
                </a:extLst>
              </p:cNvPr>
              <p:cNvGrpSpPr/>
              <p:nvPr/>
            </p:nvGrpSpPr>
            <p:grpSpPr>
              <a:xfrm>
                <a:off x="3386441" y="5024510"/>
                <a:ext cx="4025474" cy="1549477"/>
                <a:chOff x="6827378" y="2457115"/>
                <a:chExt cx="1161309" cy="447009"/>
              </a:xfrm>
            </p:grpSpPr>
            <p:sp>
              <p:nvSpPr>
                <p:cNvPr id="31" name="Freeform: Shape 30">
                  <a:extLst>
                    <a:ext uri="{FF2B5EF4-FFF2-40B4-BE49-F238E27FC236}">
                      <a16:creationId xmlns:a16="http://schemas.microsoft.com/office/drawing/2014/main" id="{AE430B39-E32E-49E0-B183-6127A90608C8}"/>
                    </a:ext>
                  </a:extLst>
                </p:cNvPr>
                <p:cNvSpPr/>
                <p:nvPr/>
              </p:nvSpPr>
              <p:spPr>
                <a:xfrm>
                  <a:off x="7169694" y="2485483"/>
                  <a:ext cx="638175" cy="95250"/>
                </a:xfrm>
                <a:custGeom>
                  <a:avLst/>
                  <a:gdLst>
                    <a:gd name="connsiteX0" fmla="*/ 3654 w 638175"/>
                    <a:gd name="connsiteY0" fmla="*/ 101461 h 95250"/>
                    <a:gd name="connsiteX1" fmla="*/ 8416 w 638175"/>
                    <a:gd name="connsiteY1" fmla="*/ 81458 h 95250"/>
                    <a:gd name="connsiteX2" fmla="*/ 232254 w 638175"/>
                    <a:gd name="connsiteY2" fmla="*/ 2401 h 95250"/>
                    <a:gd name="connsiteX3" fmla="*/ 625636 w 638175"/>
                    <a:gd name="connsiteY3" fmla="*/ 63361 h 95250"/>
                    <a:gd name="connsiteX4" fmla="*/ 632304 w 638175"/>
                    <a:gd name="connsiteY4" fmla="*/ 101461 h 95250"/>
                    <a:gd name="connsiteX5" fmla="*/ 3654 w 638175"/>
                    <a:gd name="connsiteY5" fmla="*/ 10146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95250">
                      <a:moveTo>
                        <a:pt x="3654" y="101461"/>
                      </a:moveTo>
                      <a:cubicBezTo>
                        <a:pt x="-4919" y="101461"/>
                        <a:pt x="3654" y="85268"/>
                        <a:pt x="8416" y="81458"/>
                      </a:cubicBezTo>
                      <a:cubicBezTo>
                        <a:pt x="55089" y="49073"/>
                        <a:pt x="119859" y="2401"/>
                        <a:pt x="232254" y="2401"/>
                      </a:cubicBezTo>
                      <a:cubicBezTo>
                        <a:pt x="232254" y="2401"/>
                        <a:pt x="533244" y="-18554"/>
                        <a:pt x="625636" y="63361"/>
                      </a:cubicBezTo>
                      <a:cubicBezTo>
                        <a:pt x="644686" y="80506"/>
                        <a:pt x="643734" y="101461"/>
                        <a:pt x="632304" y="101461"/>
                      </a:cubicBezTo>
                      <a:lnTo>
                        <a:pt x="3654" y="101461"/>
                      </a:lnTo>
                      <a:close/>
                    </a:path>
                  </a:pathLst>
                </a:custGeom>
                <a:solidFill>
                  <a:srgbClr val="FAFAFA"/>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D25EA83-142A-45B8-A89B-86327DF66D4F}"/>
                    </a:ext>
                  </a:extLst>
                </p:cNvPr>
                <p:cNvSpPr/>
                <p:nvPr/>
              </p:nvSpPr>
              <p:spPr>
                <a:xfrm>
                  <a:off x="6827378" y="2457115"/>
                  <a:ext cx="1161309" cy="354619"/>
                </a:xfrm>
                <a:custGeom>
                  <a:avLst/>
                  <a:gdLst>
                    <a:gd name="connsiteX0" fmla="*/ 396451 w 1161309"/>
                    <a:gd name="connsiteY0" fmla="*/ 82756 h 354619"/>
                    <a:gd name="connsiteX1" fmla="*/ 350731 w 1161309"/>
                    <a:gd name="connsiteY1" fmla="*/ 109826 h 354619"/>
                    <a:gd name="connsiteX2" fmla="*/ 345969 w 1161309"/>
                    <a:gd name="connsiteY2" fmla="*/ 129829 h 354619"/>
                    <a:gd name="connsiteX3" fmla="*/ 396451 w 1161309"/>
                    <a:gd name="connsiteY3" fmla="*/ 129829 h 354619"/>
                    <a:gd name="connsiteX4" fmla="*/ 881274 w 1161309"/>
                    <a:gd name="connsiteY4" fmla="*/ 52571 h 354619"/>
                    <a:gd name="connsiteX5" fmla="*/ 881274 w 1161309"/>
                    <a:gd name="connsiteY5" fmla="*/ 129829 h 354619"/>
                    <a:gd name="connsiteX6" fmla="*/ 974619 w 1161309"/>
                    <a:gd name="connsiteY6" fmla="*/ 129829 h 354619"/>
                    <a:gd name="connsiteX7" fmla="*/ 967951 w 1161309"/>
                    <a:gd name="connsiteY7" fmla="*/ 91729 h 354619"/>
                    <a:gd name="connsiteX8" fmla="*/ 918015 w 1161309"/>
                    <a:gd name="connsiteY8" fmla="*/ 62930 h 354619"/>
                    <a:gd name="connsiteX9" fmla="*/ 613622 w 1161309"/>
                    <a:gd name="connsiteY9" fmla="*/ 29109 h 354619"/>
                    <a:gd name="connsiteX10" fmla="*/ 587683 w 1161309"/>
                    <a:gd name="connsiteY10" fmla="*/ 30029 h 354619"/>
                    <a:gd name="connsiteX11" fmla="*/ 574569 w 1161309"/>
                    <a:gd name="connsiteY11" fmla="*/ 30769 h 354619"/>
                    <a:gd name="connsiteX12" fmla="*/ 438005 w 1161309"/>
                    <a:gd name="connsiteY12" fmla="*/ 58153 h 354619"/>
                    <a:gd name="connsiteX13" fmla="*/ 407881 w 1161309"/>
                    <a:gd name="connsiteY13" fmla="*/ 75989 h 354619"/>
                    <a:gd name="connsiteX14" fmla="*/ 407881 w 1161309"/>
                    <a:gd name="connsiteY14" fmla="*/ 129829 h 354619"/>
                    <a:gd name="connsiteX15" fmla="*/ 613622 w 1161309"/>
                    <a:gd name="connsiteY15" fmla="*/ 129829 h 354619"/>
                    <a:gd name="connsiteX16" fmla="*/ 625052 w 1161309"/>
                    <a:gd name="connsiteY16" fmla="*/ 28783 h 354619"/>
                    <a:gd name="connsiteX17" fmla="*/ 625052 w 1161309"/>
                    <a:gd name="connsiteY17" fmla="*/ 129829 h 354619"/>
                    <a:gd name="connsiteX18" fmla="*/ 869844 w 1161309"/>
                    <a:gd name="connsiteY18" fmla="*/ 129829 h 354619"/>
                    <a:gd name="connsiteX19" fmla="*/ 869844 w 1161309"/>
                    <a:gd name="connsiteY19" fmla="*/ 49349 h 354619"/>
                    <a:gd name="connsiteX20" fmla="*/ 851831 w 1161309"/>
                    <a:gd name="connsiteY20" fmla="*/ 44270 h 354619"/>
                    <a:gd name="connsiteX21" fmla="*/ 704731 w 1161309"/>
                    <a:gd name="connsiteY21" fmla="*/ 29106 h 354619"/>
                    <a:gd name="connsiteX22" fmla="*/ 580284 w 1161309"/>
                    <a:gd name="connsiteY22" fmla="*/ 289 h 354619"/>
                    <a:gd name="connsiteX23" fmla="*/ 1024149 w 1161309"/>
                    <a:gd name="connsiteY23" fmla="*/ 92681 h 354619"/>
                    <a:gd name="connsiteX24" fmla="*/ 1045104 w 1161309"/>
                    <a:gd name="connsiteY24" fmla="*/ 100301 h 354619"/>
                    <a:gd name="connsiteX25" fmla="*/ 1113684 w 1161309"/>
                    <a:gd name="connsiteY25" fmla="*/ 100301 h 354619"/>
                    <a:gd name="connsiteX26" fmla="*/ 1128924 w 1161309"/>
                    <a:gd name="connsiteY26" fmla="*/ 115541 h 354619"/>
                    <a:gd name="connsiteX27" fmla="*/ 1128924 w 1161309"/>
                    <a:gd name="connsiteY27" fmla="*/ 211744 h 354619"/>
                    <a:gd name="connsiteX28" fmla="*/ 1161309 w 1161309"/>
                    <a:gd name="connsiteY28" fmla="*/ 240319 h 354619"/>
                    <a:gd name="connsiteX29" fmla="*/ 1161309 w 1161309"/>
                    <a:gd name="connsiteY29" fmla="*/ 322234 h 354619"/>
                    <a:gd name="connsiteX30" fmla="*/ 1084157 w 1161309"/>
                    <a:gd name="connsiteY30" fmla="*/ 354619 h 354619"/>
                    <a:gd name="connsiteX31" fmla="*/ 1036532 w 1161309"/>
                    <a:gd name="connsiteY31" fmla="*/ 354619 h 354619"/>
                    <a:gd name="connsiteX32" fmla="*/ 940329 w 1161309"/>
                    <a:gd name="connsiteY32" fmla="*/ 258416 h 354619"/>
                    <a:gd name="connsiteX33" fmla="*/ 844126 w 1161309"/>
                    <a:gd name="connsiteY33" fmla="*/ 354619 h 354619"/>
                    <a:gd name="connsiteX34" fmla="*/ 312632 w 1161309"/>
                    <a:gd name="connsiteY34" fmla="*/ 354619 h 354619"/>
                    <a:gd name="connsiteX35" fmla="*/ 312632 w 1161309"/>
                    <a:gd name="connsiteY35" fmla="*/ 352714 h 354619"/>
                    <a:gd name="connsiteX36" fmla="*/ 216429 w 1161309"/>
                    <a:gd name="connsiteY36" fmla="*/ 256511 h 354619"/>
                    <a:gd name="connsiteX37" fmla="*/ 120226 w 1161309"/>
                    <a:gd name="connsiteY37" fmla="*/ 352714 h 354619"/>
                    <a:gd name="connsiteX38" fmla="*/ 120226 w 1161309"/>
                    <a:gd name="connsiteY38" fmla="*/ 354619 h 354619"/>
                    <a:gd name="connsiteX39" fmla="*/ 30692 w 1161309"/>
                    <a:gd name="connsiteY39" fmla="*/ 354619 h 354619"/>
                    <a:gd name="connsiteX40" fmla="*/ 212 w 1161309"/>
                    <a:gd name="connsiteY40" fmla="*/ 325091 h 354619"/>
                    <a:gd name="connsiteX41" fmla="*/ 212 w 1161309"/>
                    <a:gd name="connsiteY41" fmla="*/ 241271 h 354619"/>
                    <a:gd name="connsiteX42" fmla="*/ 68792 w 1161309"/>
                    <a:gd name="connsiteY42" fmla="*/ 181264 h 354619"/>
                    <a:gd name="connsiteX43" fmla="*/ 270722 w 1161309"/>
                    <a:gd name="connsiteY43" fmla="*/ 134591 h 354619"/>
                    <a:gd name="connsiteX44" fmla="*/ 313584 w 1161309"/>
                    <a:gd name="connsiteY44" fmla="*/ 106969 h 354619"/>
                    <a:gd name="connsiteX45" fmla="*/ 580284 w 1161309"/>
                    <a:gd name="connsiteY45" fmla="*/ 289 h 35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1309" h="354619">
                      <a:moveTo>
                        <a:pt x="396451" y="82756"/>
                      </a:moveTo>
                      <a:lnTo>
                        <a:pt x="350731" y="109826"/>
                      </a:lnTo>
                      <a:cubicBezTo>
                        <a:pt x="345969" y="113636"/>
                        <a:pt x="337396" y="129829"/>
                        <a:pt x="345969" y="129829"/>
                      </a:cubicBezTo>
                      <a:lnTo>
                        <a:pt x="396451" y="129829"/>
                      </a:lnTo>
                      <a:close/>
                      <a:moveTo>
                        <a:pt x="881274" y="52571"/>
                      </a:moveTo>
                      <a:lnTo>
                        <a:pt x="881274" y="129829"/>
                      </a:lnTo>
                      <a:lnTo>
                        <a:pt x="974619" y="129829"/>
                      </a:lnTo>
                      <a:cubicBezTo>
                        <a:pt x="986049" y="129829"/>
                        <a:pt x="987001" y="108874"/>
                        <a:pt x="967951" y="91729"/>
                      </a:cubicBezTo>
                      <a:cubicBezTo>
                        <a:pt x="954959" y="80210"/>
                        <a:pt x="937841" y="70725"/>
                        <a:pt x="918015" y="62930"/>
                      </a:cubicBezTo>
                      <a:close/>
                      <a:moveTo>
                        <a:pt x="613622" y="29109"/>
                      </a:moveTo>
                      <a:lnTo>
                        <a:pt x="587683" y="30029"/>
                      </a:lnTo>
                      <a:cubicBezTo>
                        <a:pt x="579272" y="30442"/>
                        <a:pt x="574569" y="30769"/>
                        <a:pt x="574569" y="30769"/>
                      </a:cubicBezTo>
                      <a:cubicBezTo>
                        <a:pt x="518372" y="30769"/>
                        <a:pt x="474081" y="42437"/>
                        <a:pt x="438005" y="58153"/>
                      </a:cubicBezTo>
                      <a:lnTo>
                        <a:pt x="407881" y="75989"/>
                      </a:lnTo>
                      <a:lnTo>
                        <a:pt x="407881" y="129829"/>
                      </a:lnTo>
                      <a:lnTo>
                        <a:pt x="613622" y="129829"/>
                      </a:lnTo>
                      <a:close/>
                      <a:moveTo>
                        <a:pt x="625052" y="28783"/>
                      </a:moveTo>
                      <a:lnTo>
                        <a:pt x="625052" y="129829"/>
                      </a:lnTo>
                      <a:lnTo>
                        <a:pt x="869844" y="129829"/>
                      </a:lnTo>
                      <a:lnTo>
                        <a:pt x="869844" y="49349"/>
                      </a:lnTo>
                      <a:lnTo>
                        <a:pt x="851831" y="44270"/>
                      </a:lnTo>
                      <a:cubicBezTo>
                        <a:pt x="804182" y="34751"/>
                        <a:pt x="751370" y="30615"/>
                        <a:pt x="704731" y="29106"/>
                      </a:cubicBezTo>
                      <a:close/>
                      <a:moveTo>
                        <a:pt x="580284" y="289"/>
                      </a:moveTo>
                      <a:cubicBezTo>
                        <a:pt x="766974" y="-664"/>
                        <a:pt x="913659" y="-4474"/>
                        <a:pt x="1024149" y="92681"/>
                      </a:cubicBezTo>
                      <a:cubicBezTo>
                        <a:pt x="1029864" y="97444"/>
                        <a:pt x="1037484" y="100301"/>
                        <a:pt x="1045104" y="100301"/>
                      </a:cubicBezTo>
                      <a:lnTo>
                        <a:pt x="1113684" y="100301"/>
                      </a:lnTo>
                      <a:cubicBezTo>
                        <a:pt x="1122257" y="100301"/>
                        <a:pt x="1128924" y="106969"/>
                        <a:pt x="1128924" y="115541"/>
                      </a:cubicBezTo>
                      <a:lnTo>
                        <a:pt x="1128924" y="211744"/>
                      </a:lnTo>
                      <a:cubicBezTo>
                        <a:pt x="1146069" y="211744"/>
                        <a:pt x="1160357" y="225079"/>
                        <a:pt x="1161309" y="240319"/>
                      </a:cubicBezTo>
                      <a:lnTo>
                        <a:pt x="1161309" y="322234"/>
                      </a:lnTo>
                      <a:lnTo>
                        <a:pt x="1084157" y="354619"/>
                      </a:lnTo>
                      <a:lnTo>
                        <a:pt x="1036532" y="354619"/>
                      </a:lnTo>
                      <a:cubicBezTo>
                        <a:pt x="1036532" y="301279"/>
                        <a:pt x="993669" y="258416"/>
                        <a:pt x="940329" y="258416"/>
                      </a:cubicBezTo>
                      <a:cubicBezTo>
                        <a:pt x="886989" y="258416"/>
                        <a:pt x="844126" y="301279"/>
                        <a:pt x="844126" y="354619"/>
                      </a:cubicBezTo>
                      <a:lnTo>
                        <a:pt x="312632" y="354619"/>
                      </a:lnTo>
                      <a:cubicBezTo>
                        <a:pt x="312632" y="354619"/>
                        <a:pt x="312632" y="353666"/>
                        <a:pt x="312632" y="352714"/>
                      </a:cubicBezTo>
                      <a:cubicBezTo>
                        <a:pt x="312632" y="299374"/>
                        <a:pt x="269769" y="256511"/>
                        <a:pt x="216429" y="256511"/>
                      </a:cubicBezTo>
                      <a:cubicBezTo>
                        <a:pt x="163089" y="256511"/>
                        <a:pt x="120226" y="299374"/>
                        <a:pt x="120226" y="352714"/>
                      </a:cubicBezTo>
                      <a:cubicBezTo>
                        <a:pt x="120226" y="352714"/>
                        <a:pt x="120226" y="353666"/>
                        <a:pt x="120226" y="354619"/>
                      </a:cubicBezTo>
                      <a:lnTo>
                        <a:pt x="30692" y="354619"/>
                      </a:lnTo>
                      <a:cubicBezTo>
                        <a:pt x="14499" y="354619"/>
                        <a:pt x="212" y="341284"/>
                        <a:pt x="212" y="325091"/>
                      </a:cubicBezTo>
                      <a:lnTo>
                        <a:pt x="212" y="241271"/>
                      </a:lnTo>
                      <a:cubicBezTo>
                        <a:pt x="212" y="241271"/>
                        <a:pt x="-7408" y="201266"/>
                        <a:pt x="68792" y="181264"/>
                      </a:cubicBezTo>
                      <a:cubicBezTo>
                        <a:pt x="124037" y="166976"/>
                        <a:pt x="216429" y="148879"/>
                        <a:pt x="270722" y="134591"/>
                      </a:cubicBezTo>
                      <a:cubicBezTo>
                        <a:pt x="293582" y="128876"/>
                        <a:pt x="301201" y="117446"/>
                        <a:pt x="313584" y="106969"/>
                      </a:cubicBezTo>
                      <a:cubicBezTo>
                        <a:pt x="349779" y="75536"/>
                        <a:pt x="457412" y="1241"/>
                        <a:pt x="580284" y="289"/>
                      </a:cubicBezTo>
                      <a:close/>
                    </a:path>
                  </a:pathLst>
                </a:custGeom>
                <a:solidFill>
                  <a:schemeClr val="accent2"/>
                </a:solidFill>
                <a:ln w="9525" cap="flat">
                  <a:noFill/>
                  <a:prstDash val="solid"/>
                  <a:miter/>
                </a:ln>
              </p:spPr>
              <p:txBody>
                <a:bodyPr wrap="square" rtlCol="0" anchor="ctr">
                  <a:noAutofit/>
                </a:bodyPr>
                <a:lstStyle/>
                <a:p>
                  <a:endParaRPr lang="en-US"/>
                </a:p>
              </p:txBody>
            </p:sp>
            <p:sp>
              <p:nvSpPr>
                <p:cNvPr id="33" name="Freeform: Shape 32">
                  <a:extLst>
                    <a:ext uri="{FF2B5EF4-FFF2-40B4-BE49-F238E27FC236}">
                      <a16:creationId xmlns:a16="http://schemas.microsoft.com/office/drawing/2014/main" id="{06446256-5B07-4CBB-BB27-29EFB6634C92}"/>
                    </a:ext>
                  </a:extLst>
                </p:cNvPr>
                <p:cNvSpPr/>
                <p:nvPr/>
              </p:nvSpPr>
              <p:spPr>
                <a:xfrm>
                  <a:off x="6951414" y="2719341"/>
                  <a:ext cx="182880" cy="181927"/>
                </a:xfrm>
                <a:custGeom>
                  <a:avLst/>
                  <a:gdLst>
                    <a:gd name="connsiteX0" fmla="*/ 92393 w 182880"/>
                    <a:gd name="connsiteY0" fmla="*/ 76200 h 181927"/>
                    <a:gd name="connsiteX1" fmla="*/ 108586 w 182880"/>
                    <a:gd name="connsiteY1" fmla="*/ 92392 h 181927"/>
                    <a:gd name="connsiteX2" fmla="*/ 92393 w 182880"/>
                    <a:gd name="connsiteY2" fmla="*/ 108585 h 181927"/>
                    <a:gd name="connsiteX3" fmla="*/ 76201 w 182880"/>
                    <a:gd name="connsiteY3" fmla="*/ 92392 h 181927"/>
                    <a:gd name="connsiteX4" fmla="*/ 92393 w 182880"/>
                    <a:gd name="connsiteY4" fmla="*/ 76200 h 181927"/>
                    <a:gd name="connsiteX5" fmla="*/ 90538 w 182880"/>
                    <a:gd name="connsiteY5" fmla="*/ 46724 h 181927"/>
                    <a:gd name="connsiteX6" fmla="*/ 59557 w 182880"/>
                    <a:gd name="connsiteY6" fmla="*/ 59557 h 181927"/>
                    <a:gd name="connsiteX7" fmla="*/ 59556 w 182880"/>
                    <a:gd name="connsiteY7" fmla="*/ 121520 h 181927"/>
                    <a:gd name="connsiteX8" fmla="*/ 121520 w 182880"/>
                    <a:gd name="connsiteY8" fmla="*/ 121520 h 181927"/>
                    <a:gd name="connsiteX9" fmla="*/ 121520 w 182880"/>
                    <a:gd name="connsiteY9" fmla="*/ 59557 h 181927"/>
                    <a:gd name="connsiteX10" fmla="*/ 90538 w 182880"/>
                    <a:gd name="connsiteY10" fmla="*/ 46724 h 181927"/>
                    <a:gd name="connsiteX11" fmla="*/ 91440 w 182880"/>
                    <a:gd name="connsiteY11" fmla="*/ 0 h 181927"/>
                    <a:gd name="connsiteX12" fmla="*/ 182880 w 182880"/>
                    <a:gd name="connsiteY12" fmla="*/ 91440 h 181927"/>
                    <a:gd name="connsiteX13" fmla="*/ 182880 w 182880"/>
                    <a:gd name="connsiteY13" fmla="*/ 93345 h 181927"/>
                    <a:gd name="connsiteX14" fmla="*/ 91440 w 182880"/>
                    <a:gd name="connsiteY14" fmla="*/ 181927 h 181927"/>
                    <a:gd name="connsiteX15" fmla="*/ 0 w 182880"/>
                    <a:gd name="connsiteY15" fmla="*/ 93345 h 181927"/>
                    <a:gd name="connsiteX16" fmla="*/ 0 w 182880"/>
                    <a:gd name="connsiteY16" fmla="*/ 91440 h 181927"/>
                    <a:gd name="connsiteX17" fmla="*/ 91440 w 182880"/>
                    <a:gd name="connsiteY17" fmla="*/ 0 h 18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2880" h="181927">
                      <a:moveTo>
                        <a:pt x="92393" y="76200"/>
                      </a:moveTo>
                      <a:cubicBezTo>
                        <a:pt x="101336" y="76200"/>
                        <a:pt x="108586" y="83450"/>
                        <a:pt x="108586" y="92392"/>
                      </a:cubicBezTo>
                      <a:cubicBezTo>
                        <a:pt x="108586" y="101335"/>
                        <a:pt x="101336" y="108585"/>
                        <a:pt x="92393" y="108585"/>
                      </a:cubicBezTo>
                      <a:cubicBezTo>
                        <a:pt x="83451" y="108585"/>
                        <a:pt x="76201" y="101335"/>
                        <a:pt x="76201" y="92392"/>
                      </a:cubicBezTo>
                      <a:cubicBezTo>
                        <a:pt x="76201" y="83450"/>
                        <a:pt x="83450" y="76200"/>
                        <a:pt x="92393" y="76200"/>
                      </a:cubicBezTo>
                      <a:close/>
                      <a:moveTo>
                        <a:pt x="90538" y="46724"/>
                      </a:moveTo>
                      <a:cubicBezTo>
                        <a:pt x="79325" y="46724"/>
                        <a:pt x="68112" y="51002"/>
                        <a:pt x="59557" y="59557"/>
                      </a:cubicBezTo>
                      <a:cubicBezTo>
                        <a:pt x="42446" y="76667"/>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0970" y="0"/>
                        <a:pt x="181927" y="40957"/>
                        <a:pt x="182880" y="91440"/>
                      </a:cubicBezTo>
                      <a:cubicBezTo>
                        <a:pt x="182880" y="91440"/>
                        <a:pt x="182880" y="92392"/>
                        <a:pt x="182880" y="93345"/>
                      </a:cubicBezTo>
                      <a:cubicBezTo>
                        <a:pt x="180975" y="141922"/>
                        <a:pt x="140970" y="181927"/>
                        <a:pt x="91440" y="181927"/>
                      </a:cubicBezTo>
                      <a:cubicBezTo>
                        <a:pt x="41910" y="181927"/>
                        <a:pt x="952" y="142875"/>
                        <a:pt x="0" y="93345"/>
                      </a:cubicBezTo>
                      <a:cubicBezTo>
                        <a:pt x="0" y="93345"/>
                        <a:pt x="0" y="92392"/>
                        <a:pt x="0" y="91440"/>
                      </a:cubicBezTo>
                      <a:cubicBezTo>
                        <a:pt x="0" y="40957"/>
                        <a:pt x="40957"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34" name="Freeform: Shape 33">
                  <a:extLst>
                    <a:ext uri="{FF2B5EF4-FFF2-40B4-BE49-F238E27FC236}">
                      <a16:creationId xmlns:a16="http://schemas.microsoft.com/office/drawing/2014/main" id="{6D49D681-40BC-4F0D-9EB2-EB3BAFBD78CA}"/>
                    </a:ext>
                  </a:extLst>
                </p:cNvPr>
                <p:cNvSpPr/>
                <p:nvPr/>
              </p:nvSpPr>
              <p:spPr>
                <a:xfrm>
                  <a:off x="7674361" y="2721244"/>
                  <a:ext cx="182880" cy="182880"/>
                </a:xfrm>
                <a:custGeom>
                  <a:avLst/>
                  <a:gdLst>
                    <a:gd name="connsiteX0" fmla="*/ 92393 w 182880"/>
                    <a:gd name="connsiteY0" fmla="*/ 76201 h 182880"/>
                    <a:gd name="connsiteX1" fmla="*/ 108586 w 182880"/>
                    <a:gd name="connsiteY1" fmla="*/ 92393 h 182880"/>
                    <a:gd name="connsiteX2" fmla="*/ 92393 w 182880"/>
                    <a:gd name="connsiteY2" fmla="*/ 108586 h 182880"/>
                    <a:gd name="connsiteX3" fmla="*/ 76201 w 182880"/>
                    <a:gd name="connsiteY3" fmla="*/ 92393 h 182880"/>
                    <a:gd name="connsiteX4" fmla="*/ 92393 w 182880"/>
                    <a:gd name="connsiteY4" fmla="*/ 76201 h 182880"/>
                    <a:gd name="connsiteX5" fmla="*/ 90538 w 182880"/>
                    <a:gd name="connsiteY5" fmla="*/ 46724 h 182880"/>
                    <a:gd name="connsiteX6" fmla="*/ 59556 w 182880"/>
                    <a:gd name="connsiteY6" fmla="*/ 59557 h 182880"/>
                    <a:gd name="connsiteX7" fmla="*/ 59556 w 182880"/>
                    <a:gd name="connsiteY7" fmla="*/ 121520 h 182880"/>
                    <a:gd name="connsiteX8" fmla="*/ 121520 w 182880"/>
                    <a:gd name="connsiteY8" fmla="*/ 121520 h 182880"/>
                    <a:gd name="connsiteX9" fmla="*/ 121520 w 182880"/>
                    <a:gd name="connsiteY9" fmla="*/ 59557 h 182880"/>
                    <a:gd name="connsiteX10" fmla="*/ 90538 w 182880"/>
                    <a:gd name="connsiteY10" fmla="*/ 46724 h 182880"/>
                    <a:gd name="connsiteX11" fmla="*/ 91440 w 182880"/>
                    <a:gd name="connsiteY11" fmla="*/ 0 h 182880"/>
                    <a:gd name="connsiteX12" fmla="*/ 182880 w 182880"/>
                    <a:gd name="connsiteY12" fmla="*/ 91440 h 182880"/>
                    <a:gd name="connsiteX13" fmla="*/ 91440 w 182880"/>
                    <a:gd name="connsiteY13" fmla="*/ 182880 h 182880"/>
                    <a:gd name="connsiteX14" fmla="*/ 0 w 182880"/>
                    <a:gd name="connsiteY14" fmla="*/ 91440 h 182880"/>
                    <a:gd name="connsiteX15" fmla="*/ 91440 w 182880"/>
                    <a:gd name="connsiteY1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880" h="182880">
                      <a:moveTo>
                        <a:pt x="92393" y="76201"/>
                      </a:moveTo>
                      <a:cubicBezTo>
                        <a:pt x="101336" y="76201"/>
                        <a:pt x="108586" y="83451"/>
                        <a:pt x="108586" y="92393"/>
                      </a:cubicBezTo>
                      <a:cubicBezTo>
                        <a:pt x="108586" y="101336"/>
                        <a:pt x="101336" y="108586"/>
                        <a:pt x="92393" y="108586"/>
                      </a:cubicBezTo>
                      <a:cubicBezTo>
                        <a:pt x="83451" y="108586"/>
                        <a:pt x="76201" y="101336"/>
                        <a:pt x="76201" y="92393"/>
                      </a:cubicBezTo>
                      <a:cubicBezTo>
                        <a:pt x="76201" y="83451"/>
                        <a:pt x="83450" y="76201"/>
                        <a:pt x="92393" y="76201"/>
                      </a:cubicBezTo>
                      <a:close/>
                      <a:moveTo>
                        <a:pt x="90538" y="46724"/>
                      </a:moveTo>
                      <a:cubicBezTo>
                        <a:pt x="79325" y="46724"/>
                        <a:pt x="68112" y="51002"/>
                        <a:pt x="59556" y="59557"/>
                      </a:cubicBezTo>
                      <a:cubicBezTo>
                        <a:pt x="42446" y="76668"/>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1941" y="0"/>
                        <a:pt x="182880" y="40939"/>
                        <a:pt x="182880" y="91440"/>
                      </a:cubicBezTo>
                      <a:cubicBezTo>
                        <a:pt x="182880" y="141941"/>
                        <a:pt x="141941" y="182880"/>
                        <a:pt x="91440" y="182880"/>
                      </a:cubicBezTo>
                      <a:cubicBezTo>
                        <a:pt x="40939" y="182880"/>
                        <a:pt x="0" y="141941"/>
                        <a:pt x="0" y="91440"/>
                      </a:cubicBezTo>
                      <a:cubicBezTo>
                        <a:pt x="0" y="40939"/>
                        <a:pt x="40939"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35" name="Freeform: Shape 34">
                  <a:extLst>
                    <a:ext uri="{FF2B5EF4-FFF2-40B4-BE49-F238E27FC236}">
                      <a16:creationId xmlns:a16="http://schemas.microsoft.com/office/drawing/2014/main" id="{B5C6E09F-E95F-48CC-BAF9-E7EFED0CD2C7}"/>
                    </a:ext>
                  </a:extLst>
                </p:cNvPr>
                <p:cNvSpPr/>
                <p:nvPr/>
              </p:nvSpPr>
              <p:spPr>
                <a:xfrm>
                  <a:off x="6836162" y="2597197"/>
                  <a:ext cx="1108710" cy="160242"/>
                </a:xfrm>
                <a:custGeom>
                  <a:avLst/>
                  <a:gdLst>
                    <a:gd name="connsiteX0" fmla="*/ 0 w 1108710"/>
                    <a:gd name="connsiteY0" fmla="*/ 88804 h 160242"/>
                    <a:gd name="connsiteX1" fmla="*/ 76200 w 1108710"/>
                    <a:gd name="connsiteY1" fmla="*/ 88804 h 160242"/>
                    <a:gd name="connsiteX2" fmla="*/ 81915 w 1108710"/>
                    <a:gd name="connsiteY2" fmla="*/ 108807 h 160242"/>
                    <a:gd name="connsiteX3" fmla="*/ 67628 w 1108710"/>
                    <a:gd name="connsiteY3" fmla="*/ 128809 h 160242"/>
                    <a:gd name="connsiteX4" fmla="*/ 61913 w 1108710"/>
                    <a:gd name="connsiteY4" fmla="*/ 132619 h 160242"/>
                    <a:gd name="connsiteX5" fmla="*/ 11430 w 1108710"/>
                    <a:gd name="connsiteY5" fmla="*/ 132619 h 160242"/>
                    <a:gd name="connsiteX6" fmla="*/ 0 w 1108710"/>
                    <a:gd name="connsiteY6" fmla="*/ 121189 h 160242"/>
                    <a:gd name="connsiteX7" fmla="*/ 0 w 1108710"/>
                    <a:gd name="connsiteY7" fmla="*/ 88804 h 160242"/>
                    <a:gd name="connsiteX8" fmla="*/ 610553 w 1108710"/>
                    <a:gd name="connsiteY8" fmla="*/ 32607 h 160242"/>
                    <a:gd name="connsiteX9" fmla="*/ 616268 w 1108710"/>
                    <a:gd name="connsiteY9" fmla="*/ 34512 h 160242"/>
                    <a:gd name="connsiteX10" fmla="*/ 616268 w 1108710"/>
                    <a:gd name="connsiteY10" fmla="*/ 158337 h 160242"/>
                    <a:gd name="connsiteX11" fmla="*/ 610553 w 1108710"/>
                    <a:gd name="connsiteY11" fmla="*/ 160242 h 160242"/>
                    <a:gd name="connsiteX12" fmla="*/ 604838 w 1108710"/>
                    <a:gd name="connsiteY12" fmla="*/ 158337 h 160242"/>
                    <a:gd name="connsiteX13" fmla="*/ 604838 w 1108710"/>
                    <a:gd name="connsiteY13" fmla="*/ 34512 h 160242"/>
                    <a:gd name="connsiteX14" fmla="*/ 610553 w 1108710"/>
                    <a:gd name="connsiteY14" fmla="*/ 32607 h 160242"/>
                    <a:gd name="connsiteX15" fmla="*/ 1099542 w 1108710"/>
                    <a:gd name="connsiteY15" fmla="*/ 341 h 160242"/>
                    <a:gd name="connsiteX16" fmla="*/ 1108710 w 1108710"/>
                    <a:gd name="connsiteY16" fmla="*/ 10699 h 160242"/>
                    <a:gd name="connsiteX17" fmla="*/ 1108710 w 1108710"/>
                    <a:gd name="connsiteY17" fmla="*/ 50704 h 160242"/>
                    <a:gd name="connsiteX18" fmla="*/ 1090612 w 1108710"/>
                    <a:gd name="connsiteY18" fmla="*/ 71659 h 160242"/>
                    <a:gd name="connsiteX19" fmla="*/ 1066800 w 1108710"/>
                    <a:gd name="connsiteY19" fmla="*/ 71659 h 160242"/>
                    <a:gd name="connsiteX20" fmla="*/ 1053465 w 1108710"/>
                    <a:gd name="connsiteY20" fmla="*/ 52609 h 160242"/>
                    <a:gd name="connsiteX21" fmla="*/ 1083945 w 1108710"/>
                    <a:gd name="connsiteY21" fmla="*/ 4984 h 160242"/>
                    <a:gd name="connsiteX22" fmla="*/ 1099542 w 1108710"/>
                    <a:gd name="connsiteY22" fmla="*/ 341 h 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8710" h="160242">
                      <a:moveTo>
                        <a:pt x="0" y="88804"/>
                      </a:moveTo>
                      <a:cubicBezTo>
                        <a:pt x="1905" y="88804"/>
                        <a:pt x="76200" y="88804"/>
                        <a:pt x="76200" y="88804"/>
                      </a:cubicBezTo>
                      <a:cubicBezTo>
                        <a:pt x="83820" y="88804"/>
                        <a:pt x="86678" y="101187"/>
                        <a:pt x="81915" y="108807"/>
                      </a:cubicBezTo>
                      <a:lnTo>
                        <a:pt x="67628" y="128809"/>
                      </a:lnTo>
                      <a:cubicBezTo>
                        <a:pt x="65722" y="131667"/>
                        <a:pt x="63817" y="132619"/>
                        <a:pt x="61913" y="132619"/>
                      </a:cubicBezTo>
                      <a:lnTo>
                        <a:pt x="11430" y="132619"/>
                      </a:lnTo>
                      <a:cubicBezTo>
                        <a:pt x="4763" y="132619"/>
                        <a:pt x="0" y="127857"/>
                        <a:pt x="0" y="121189"/>
                      </a:cubicBezTo>
                      <a:cubicBezTo>
                        <a:pt x="0" y="108807"/>
                        <a:pt x="0" y="95472"/>
                        <a:pt x="0" y="88804"/>
                      </a:cubicBezTo>
                      <a:close/>
                      <a:moveTo>
                        <a:pt x="610553" y="32607"/>
                      </a:moveTo>
                      <a:cubicBezTo>
                        <a:pt x="613410" y="32607"/>
                        <a:pt x="616268" y="33560"/>
                        <a:pt x="616268" y="34512"/>
                      </a:cubicBezTo>
                      <a:lnTo>
                        <a:pt x="616268" y="158337"/>
                      </a:lnTo>
                      <a:cubicBezTo>
                        <a:pt x="615316" y="159289"/>
                        <a:pt x="613410" y="160242"/>
                        <a:pt x="610553" y="160242"/>
                      </a:cubicBezTo>
                      <a:cubicBezTo>
                        <a:pt x="607695" y="160242"/>
                        <a:pt x="604838" y="159289"/>
                        <a:pt x="604838" y="158337"/>
                      </a:cubicBezTo>
                      <a:lnTo>
                        <a:pt x="604838" y="34512"/>
                      </a:lnTo>
                      <a:cubicBezTo>
                        <a:pt x="604838" y="33560"/>
                        <a:pt x="607695" y="32607"/>
                        <a:pt x="610553" y="32607"/>
                      </a:cubicBezTo>
                      <a:close/>
                      <a:moveTo>
                        <a:pt x="1099542" y="341"/>
                      </a:moveTo>
                      <a:cubicBezTo>
                        <a:pt x="1104662" y="1412"/>
                        <a:pt x="1108710" y="4984"/>
                        <a:pt x="1108710" y="10699"/>
                      </a:cubicBezTo>
                      <a:lnTo>
                        <a:pt x="1108710" y="50704"/>
                      </a:lnTo>
                      <a:cubicBezTo>
                        <a:pt x="1108710" y="62134"/>
                        <a:pt x="1102995" y="72612"/>
                        <a:pt x="1090612" y="71659"/>
                      </a:cubicBezTo>
                      <a:lnTo>
                        <a:pt x="1066800" y="71659"/>
                      </a:lnTo>
                      <a:cubicBezTo>
                        <a:pt x="1056323" y="71659"/>
                        <a:pt x="1049655" y="62134"/>
                        <a:pt x="1053465" y="52609"/>
                      </a:cubicBezTo>
                      <a:cubicBezTo>
                        <a:pt x="1060133" y="35464"/>
                        <a:pt x="1066800" y="20224"/>
                        <a:pt x="1083945" y="4984"/>
                      </a:cubicBezTo>
                      <a:cubicBezTo>
                        <a:pt x="1088231" y="698"/>
                        <a:pt x="1094422" y="-731"/>
                        <a:pt x="1099542" y="341"/>
                      </a:cubicBezTo>
                      <a:close/>
                    </a:path>
                  </a:pathLst>
                </a:custGeom>
                <a:solidFill>
                  <a:srgbClr val="FAFAFA"/>
                </a:solidFill>
                <a:ln w="9525" cap="flat">
                  <a:noFill/>
                  <a:prstDash val="solid"/>
                  <a:miter/>
                </a:ln>
              </p:spPr>
              <p:txBody>
                <a:bodyPr wrap="square" rtlCol="0" anchor="ctr">
                  <a:noAutofit/>
                </a:bodyPr>
                <a:lstStyle/>
                <a:p>
                  <a:endParaRPr lang="en-US"/>
                </a:p>
              </p:txBody>
            </p:sp>
          </p:grpSp>
          <p:sp>
            <p:nvSpPr>
              <p:cNvPr id="36" name="Block Arc 5">
                <a:extLst>
                  <a:ext uri="{FF2B5EF4-FFF2-40B4-BE49-F238E27FC236}">
                    <a16:creationId xmlns:a16="http://schemas.microsoft.com/office/drawing/2014/main" id="{F8045FE0-A149-4670-B2AA-E1BD02C88524}"/>
                  </a:ext>
                </a:extLst>
              </p:cNvPr>
              <p:cNvSpPr>
                <a:spLocks noChangeAspect="1"/>
              </p:cNvSpPr>
              <p:nvPr/>
            </p:nvSpPr>
            <p:spPr>
              <a:xfrm rot="10800000" flipH="1">
                <a:off x="4713708" y="5639122"/>
                <a:ext cx="452817" cy="488296"/>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sp>
        <p:nvSpPr>
          <p:cNvPr id="40" name="Rectangle 26">
            <a:extLst>
              <a:ext uri="{FF2B5EF4-FFF2-40B4-BE49-F238E27FC236}">
                <a16:creationId xmlns:a16="http://schemas.microsoft.com/office/drawing/2014/main" id="{12696CFB-8F51-4E5D-A845-5512504FC93F}"/>
              </a:ext>
            </a:extLst>
          </p:cNvPr>
          <p:cNvSpPr/>
          <p:nvPr/>
        </p:nvSpPr>
        <p:spPr>
          <a:xfrm>
            <a:off x="844376" y="1257962"/>
            <a:ext cx="5420370" cy="400110"/>
          </a:xfrm>
          <a:prstGeom prst="rect">
            <a:avLst/>
          </a:prstGeom>
        </p:spPr>
        <p:txBody>
          <a:bodyPr wrap="square">
            <a:spAutoFit/>
          </a:bodyPr>
          <a:lstStyle/>
          <a:p>
            <a:r>
              <a:rPr lang="en-US" altLang="ko-KR" sz="2000" b="1" dirty="0">
                <a:solidFill>
                  <a:schemeClr val="accent1"/>
                </a:solidFill>
              </a:rPr>
              <a:t>1. Introduction</a:t>
            </a:r>
          </a:p>
        </p:txBody>
      </p:sp>
      <p:sp>
        <p:nvSpPr>
          <p:cNvPr id="43" name="Rectangle 28">
            <a:extLst>
              <a:ext uri="{FF2B5EF4-FFF2-40B4-BE49-F238E27FC236}">
                <a16:creationId xmlns:a16="http://schemas.microsoft.com/office/drawing/2014/main" id="{BFF3D541-5BCE-4317-842C-C4091674BA4A}"/>
              </a:ext>
            </a:extLst>
          </p:cNvPr>
          <p:cNvSpPr/>
          <p:nvPr/>
        </p:nvSpPr>
        <p:spPr>
          <a:xfrm>
            <a:off x="844376" y="2226469"/>
            <a:ext cx="5420370" cy="707886"/>
          </a:xfrm>
          <a:prstGeom prst="rect">
            <a:avLst/>
          </a:prstGeom>
        </p:spPr>
        <p:txBody>
          <a:bodyPr wrap="square">
            <a:spAutoFit/>
          </a:bodyPr>
          <a:lstStyle/>
          <a:p>
            <a:r>
              <a:rPr lang="en-US" altLang="ko-KR" sz="2000" b="1" dirty="0">
                <a:solidFill>
                  <a:schemeClr val="accent2"/>
                </a:solidFill>
              </a:rPr>
              <a:t>2. Electric cars </a:t>
            </a:r>
          </a:p>
          <a:p>
            <a:endParaRPr lang="ko-KR" altLang="en-US" sz="2000" b="1" dirty="0">
              <a:solidFill>
                <a:schemeClr val="accent2"/>
              </a:solidFill>
            </a:endParaRPr>
          </a:p>
        </p:txBody>
      </p:sp>
      <p:sp>
        <p:nvSpPr>
          <p:cNvPr id="46" name="Rectangle 30">
            <a:extLst>
              <a:ext uri="{FF2B5EF4-FFF2-40B4-BE49-F238E27FC236}">
                <a16:creationId xmlns:a16="http://schemas.microsoft.com/office/drawing/2014/main" id="{A827031E-8587-44EF-8D38-784A4B750579}"/>
              </a:ext>
            </a:extLst>
          </p:cNvPr>
          <p:cNvSpPr/>
          <p:nvPr/>
        </p:nvSpPr>
        <p:spPr>
          <a:xfrm>
            <a:off x="844376" y="3194976"/>
            <a:ext cx="5420370" cy="707886"/>
          </a:xfrm>
          <a:prstGeom prst="rect">
            <a:avLst/>
          </a:prstGeom>
        </p:spPr>
        <p:txBody>
          <a:bodyPr wrap="square">
            <a:spAutoFit/>
          </a:bodyPr>
          <a:lstStyle/>
          <a:p>
            <a:r>
              <a:rPr lang="en-US" altLang="ko-KR" sz="2000" b="1" dirty="0">
                <a:solidFill>
                  <a:schemeClr val="accent3"/>
                </a:solidFill>
              </a:rPr>
              <a:t>3. Ample</a:t>
            </a:r>
          </a:p>
          <a:p>
            <a:endParaRPr lang="ko-KR" altLang="en-US" sz="2000" b="1" dirty="0">
              <a:solidFill>
                <a:schemeClr val="accent3"/>
              </a:solidFill>
            </a:endParaRPr>
          </a:p>
        </p:txBody>
      </p:sp>
      <p:sp>
        <p:nvSpPr>
          <p:cNvPr id="49" name="TextBox 48">
            <a:extLst>
              <a:ext uri="{FF2B5EF4-FFF2-40B4-BE49-F238E27FC236}">
                <a16:creationId xmlns:a16="http://schemas.microsoft.com/office/drawing/2014/main" id="{4584F5D8-574E-4AED-AC8D-344776DBA466}"/>
              </a:ext>
            </a:extLst>
          </p:cNvPr>
          <p:cNvSpPr txBox="1"/>
          <p:nvPr/>
        </p:nvSpPr>
        <p:spPr>
          <a:xfrm>
            <a:off x="1085350" y="1609045"/>
            <a:ext cx="6096000" cy="307777"/>
          </a:xfrm>
          <a:prstGeom prst="rect">
            <a:avLst/>
          </a:prstGeom>
          <a:noFill/>
        </p:spPr>
        <p:txBody>
          <a:bodyPr wrap="square">
            <a:spAutoFit/>
          </a:bodyPr>
          <a:lstStyle/>
          <a:p>
            <a:pPr marL="228600" indent="-228600">
              <a:buFont typeface="Wingdings" panose="05000000000000000000" pitchFamily="2" charset="2"/>
              <a:buChar char="Ø"/>
            </a:pPr>
            <a:r>
              <a:rPr lang="en-US" altLang="ko-KR" sz="1400" dirty="0">
                <a:solidFill>
                  <a:schemeClr val="tx1">
                    <a:lumMod val="85000"/>
                    <a:lumOff val="15000"/>
                  </a:schemeClr>
                </a:solidFill>
                <a:cs typeface="Arial" pitchFamily="34" charset="0"/>
              </a:rPr>
              <a:t>The effects of petrol cars on the environment</a:t>
            </a:r>
            <a:endParaRPr lang="ko-KR" altLang="en-US" sz="1400" dirty="0">
              <a:solidFill>
                <a:schemeClr val="tx1">
                  <a:lumMod val="85000"/>
                  <a:lumOff val="15000"/>
                </a:schemeClr>
              </a:solidFill>
              <a:cs typeface="Arial" pitchFamily="34" charset="0"/>
            </a:endParaRPr>
          </a:p>
        </p:txBody>
      </p:sp>
      <p:sp>
        <p:nvSpPr>
          <p:cNvPr id="50" name="TextBox 49">
            <a:extLst>
              <a:ext uri="{FF2B5EF4-FFF2-40B4-BE49-F238E27FC236}">
                <a16:creationId xmlns:a16="http://schemas.microsoft.com/office/drawing/2014/main" id="{18D55AD6-0838-4221-AFA8-76A5FFB4A06E}"/>
              </a:ext>
            </a:extLst>
          </p:cNvPr>
          <p:cNvSpPr txBox="1"/>
          <p:nvPr/>
        </p:nvSpPr>
        <p:spPr>
          <a:xfrm>
            <a:off x="1085350" y="1897429"/>
            <a:ext cx="4081175" cy="307777"/>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a:solidFill>
                  <a:schemeClr val="tx1">
                    <a:lumMod val="85000"/>
                    <a:lumOff val="15000"/>
                  </a:schemeClr>
                </a:solidFill>
                <a:cs typeface="Arial" pitchFamily="34" charset="0"/>
              </a:rPr>
              <a:t>Past solutions of the climate change problem</a:t>
            </a:r>
            <a:endParaRPr lang="ko-KR" altLang="en-US" sz="1400" dirty="0">
              <a:solidFill>
                <a:schemeClr val="tx1">
                  <a:lumMod val="85000"/>
                  <a:lumOff val="15000"/>
                </a:schemeClr>
              </a:solidFill>
              <a:cs typeface="Arial" pitchFamily="34" charset="0"/>
            </a:endParaRPr>
          </a:p>
        </p:txBody>
      </p:sp>
      <p:sp>
        <p:nvSpPr>
          <p:cNvPr id="51" name="TextBox 50">
            <a:extLst>
              <a:ext uri="{FF2B5EF4-FFF2-40B4-BE49-F238E27FC236}">
                <a16:creationId xmlns:a16="http://schemas.microsoft.com/office/drawing/2014/main" id="{74F42C01-18EB-4CBF-BD9A-C19F69422E9F}"/>
              </a:ext>
            </a:extLst>
          </p:cNvPr>
          <p:cNvSpPr txBox="1"/>
          <p:nvPr/>
        </p:nvSpPr>
        <p:spPr>
          <a:xfrm>
            <a:off x="1085350" y="2570320"/>
            <a:ext cx="4262073" cy="307777"/>
          </a:xfrm>
          <a:prstGeom prst="rect">
            <a:avLst/>
          </a:prstGeom>
          <a:noFill/>
        </p:spPr>
        <p:txBody>
          <a:bodyPr wrap="square" rtlCol="0">
            <a:spAutoFit/>
          </a:bodyPr>
          <a:lstStyle/>
          <a:p>
            <a:pPr marL="228600" indent="-228600">
              <a:buFont typeface="Wingdings" panose="05000000000000000000" pitchFamily="2" charset="2"/>
              <a:buChar char="Ø"/>
            </a:pPr>
            <a:r>
              <a:rPr lang="en-GB" altLang="ko-KR" sz="1400" dirty="0">
                <a:solidFill>
                  <a:schemeClr val="tx1">
                    <a:lumMod val="85000"/>
                    <a:lumOff val="15000"/>
                  </a:schemeClr>
                </a:solidFill>
                <a:cs typeface="Arial" pitchFamily="34" charset="0"/>
              </a:rPr>
              <a:t>The benefits of electric cars on the environment </a:t>
            </a:r>
          </a:p>
        </p:txBody>
      </p:sp>
      <p:sp>
        <p:nvSpPr>
          <p:cNvPr id="52" name="TextBox 51">
            <a:extLst>
              <a:ext uri="{FF2B5EF4-FFF2-40B4-BE49-F238E27FC236}">
                <a16:creationId xmlns:a16="http://schemas.microsoft.com/office/drawing/2014/main" id="{B5DCE3BD-A9E4-44E5-8B39-828ACFA0BBC9}"/>
              </a:ext>
            </a:extLst>
          </p:cNvPr>
          <p:cNvSpPr txBox="1"/>
          <p:nvPr/>
        </p:nvSpPr>
        <p:spPr>
          <a:xfrm>
            <a:off x="1085495" y="2874723"/>
            <a:ext cx="4502901" cy="307777"/>
          </a:xfrm>
          <a:prstGeom prst="rect">
            <a:avLst/>
          </a:prstGeom>
          <a:noFill/>
        </p:spPr>
        <p:txBody>
          <a:bodyPr wrap="square" rtlCol="0">
            <a:spAutoFit/>
          </a:bodyPr>
          <a:lstStyle/>
          <a:p>
            <a:pPr marL="228600" indent="-228600">
              <a:buFont typeface="Wingdings" panose="05000000000000000000" pitchFamily="2" charset="2"/>
              <a:buChar char="Ø"/>
            </a:pPr>
            <a:r>
              <a:rPr lang="en-GB" altLang="ko-KR" sz="1400" dirty="0">
                <a:solidFill>
                  <a:schemeClr val="tx1">
                    <a:lumMod val="85000"/>
                    <a:lumOff val="15000"/>
                  </a:schemeClr>
                </a:solidFill>
                <a:cs typeface="Arial" pitchFamily="34" charset="0"/>
              </a:rPr>
              <a:t>Comparison between petrol and electric cars </a:t>
            </a:r>
          </a:p>
        </p:txBody>
      </p:sp>
      <p:sp>
        <p:nvSpPr>
          <p:cNvPr id="53" name="TextBox 52">
            <a:extLst>
              <a:ext uri="{FF2B5EF4-FFF2-40B4-BE49-F238E27FC236}">
                <a16:creationId xmlns:a16="http://schemas.microsoft.com/office/drawing/2014/main" id="{51FA2245-6483-4571-8036-FB41E22CB163}"/>
              </a:ext>
            </a:extLst>
          </p:cNvPr>
          <p:cNvSpPr txBox="1"/>
          <p:nvPr/>
        </p:nvSpPr>
        <p:spPr>
          <a:xfrm>
            <a:off x="1113307" y="3926611"/>
            <a:ext cx="4475089" cy="307777"/>
          </a:xfrm>
          <a:prstGeom prst="rect">
            <a:avLst/>
          </a:prstGeom>
          <a:noFill/>
        </p:spPr>
        <p:txBody>
          <a:bodyPr wrap="square" rtlCol="0">
            <a:spAutoFit/>
          </a:bodyPr>
          <a:lstStyle/>
          <a:p>
            <a:pPr marL="228600" indent="-228600">
              <a:buFont typeface="Wingdings" panose="05000000000000000000" pitchFamily="2" charset="2"/>
              <a:buChar char="Ø"/>
            </a:pPr>
            <a:r>
              <a:rPr lang="en-GB" altLang="ko-KR" sz="1400" dirty="0">
                <a:solidFill>
                  <a:schemeClr val="tx1">
                    <a:lumMod val="85000"/>
                    <a:lumOff val="15000"/>
                  </a:schemeClr>
                </a:solidFill>
                <a:cs typeface="Arial" pitchFamily="34" charset="0"/>
              </a:rPr>
              <a:t>Ample in comparison with other charging stations. </a:t>
            </a:r>
          </a:p>
        </p:txBody>
      </p:sp>
      <p:sp>
        <p:nvSpPr>
          <p:cNvPr id="54" name="TextBox 53">
            <a:extLst>
              <a:ext uri="{FF2B5EF4-FFF2-40B4-BE49-F238E27FC236}">
                <a16:creationId xmlns:a16="http://schemas.microsoft.com/office/drawing/2014/main" id="{667B0D7B-CA92-4F48-A670-3370E3C625FF}"/>
              </a:ext>
            </a:extLst>
          </p:cNvPr>
          <p:cNvSpPr txBox="1"/>
          <p:nvPr/>
        </p:nvSpPr>
        <p:spPr>
          <a:xfrm>
            <a:off x="1113308" y="3607561"/>
            <a:ext cx="4262073" cy="307777"/>
          </a:xfrm>
          <a:prstGeom prst="rect">
            <a:avLst/>
          </a:prstGeom>
          <a:noFill/>
        </p:spPr>
        <p:txBody>
          <a:bodyPr wrap="square" rtlCol="0">
            <a:spAutoFit/>
          </a:bodyPr>
          <a:lstStyle/>
          <a:p>
            <a:pPr marL="228600" indent="-228600">
              <a:buFont typeface="Wingdings" panose="05000000000000000000" pitchFamily="2" charset="2"/>
              <a:buChar char="Ø"/>
            </a:pPr>
            <a:r>
              <a:rPr lang="en-GB" altLang="ko-KR" sz="1400" dirty="0">
                <a:solidFill>
                  <a:schemeClr val="tx1">
                    <a:lumMod val="85000"/>
                    <a:lumOff val="15000"/>
                  </a:schemeClr>
                </a:solidFill>
                <a:cs typeface="Arial" pitchFamily="34" charset="0"/>
              </a:rPr>
              <a:t>What is ample. </a:t>
            </a:r>
          </a:p>
        </p:txBody>
      </p:sp>
      <p:sp>
        <p:nvSpPr>
          <p:cNvPr id="100" name="Rectangle 30">
            <a:extLst>
              <a:ext uri="{FF2B5EF4-FFF2-40B4-BE49-F238E27FC236}">
                <a16:creationId xmlns:a16="http://schemas.microsoft.com/office/drawing/2014/main" id="{A063E37D-1DB2-41CE-9819-AE8F2BCBA228}"/>
              </a:ext>
            </a:extLst>
          </p:cNvPr>
          <p:cNvSpPr/>
          <p:nvPr/>
        </p:nvSpPr>
        <p:spPr>
          <a:xfrm>
            <a:off x="844376" y="4191947"/>
            <a:ext cx="5420370" cy="400110"/>
          </a:xfrm>
          <a:prstGeom prst="rect">
            <a:avLst/>
          </a:prstGeom>
        </p:spPr>
        <p:txBody>
          <a:bodyPr wrap="square">
            <a:spAutoFit/>
          </a:bodyPr>
          <a:lstStyle/>
          <a:p>
            <a:r>
              <a:rPr lang="en-US" altLang="ko-KR" sz="2000" b="1" dirty="0">
                <a:solidFill>
                  <a:schemeClr val="accent5"/>
                </a:solidFill>
              </a:rPr>
              <a:t>4. </a:t>
            </a:r>
            <a:r>
              <a:rPr lang="it-IT" altLang="ko-KR" sz="2000" b="1" dirty="0">
                <a:solidFill>
                  <a:schemeClr val="accent5"/>
                </a:solidFill>
                <a:cs typeface="Arial" pitchFamily="34" charset="0"/>
              </a:rPr>
              <a:t>Conclusion</a:t>
            </a:r>
            <a:endParaRPr lang="ko-KR" altLang="en-US" sz="2000" b="1" dirty="0">
              <a:solidFill>
                <a:schemeClr val="accent5"/>
              </a:solidFill>
            </a:endParaRPr>
          </a:p>
        </p:txBody>
      </p:sp>
      <p:sp>
        <p:nvSpPr>
          <p:cNvPr id="101" name="TextBox 100">
            <a:extLst>
              <a:ext uri="{FF2B5EF4-FFF2-40B4-BE49-F238E27FC236}">
                <a16:creationId xmlns:a16="http://schemas.microsoft.com/office/drawing/2014/main" id="{FCC4F7A7-7A09-4BCC-8D7F-85325FA35D2C}"/>
              </a:ext>
            </a:extLst>
          </p:cNvPr>
          <p:cNvSpPr txBox="1"/>
          <p:nvPr/>
        </p:nvSpPr>
        <p:spPr>
          <a:xfrm>
            <a:off x="1113307" y="4601321"/>
            <a:ext cx="4262073" cy="307777"/>
          </a:xfrm>
          <a:prstGeom prst="rect">
            <a:avLst/>
          </a:prstGeom>
          <a:noFill/>
        </p:spPr>
        <p:txBody>
          <a:bodyPr wrap="square" rtlCol="0">
            <a:spAutoFit/>
          </a:bodyPr>
          <a:lstStyle/>
          <a:p>
            <a:pPr marL="228600" indent="-228600">
              <a:buFont typeface="Wingdings" panose="05000000000000000000" pitchFamily="2" charset="2"/>
              <a:buChar char="Ø"/>
            </a:pPr>
            <a:r>
              <a:rPr lang="en-GB" altLang="ko-KR" sz="1400" dirty="0">
                <a:solidFill>
                  <a:schemeClr val="tx1">
                    <a:lumMod val="85000"/>
                    <a:lumOff val="15000"/>
                  </a:schemeClr>
                </a:solidFill>
                <a:cs typeface="Arial" pitchFamily="34" charset="0"/>
              </a:rPr>
              <a:t>References </a:t>
            </a:r>
          </a:p>
        </p:txBody>
      </p:sp>
    </p:spTree>
    <p:custDataLst>
      <p:tags r:id="rId1"/>
    </p:custDataLst>
    <p:extLst>
      <p:ext uri="{BB962C8B-B14F-4D97-AF65-F5344CB8AC3E}">
        <p14:creationId xmlns:p14="http://schemas.microsoft.com/office/powerpoint/2010/main" val="3432588958"/>
      </p:ext>
    </p:extLst>
  </p:cSld>
  <p:clrMapOvr>
    <a:masterClrMapping/>
  </p:clrMapOvr>
  <mc:AlternateContent xmlns:mc="http://schemas.openxmlformats.org/markup-compatibility/2006">
    <mc:Choice xmlns:p14="http://schemas.microsoft.com/office/powerpoint/2010/main" Requires="p14">
      <p:transition spd="slow" p14:dur="2000" advTm="40859"/>
    </mc:Choice>
    <mc:Fallback>
      <p:transition spd="slow" advTm="408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500"/>
                                        <p:tgtEl>
                                          <p:spTgt spid="5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5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2">
                                            <p:txEl>
                                              <p:pRg st="0" end="0"/>
                                            </p:txEl>
                                          </p:spTgt>
                                        </p:tgtEl>
                                        <p:attrNameLst>
                                          <p:attrName>style.visibility</p:attrName>
                                        </p:attrNameLst>
                                      </p:cBhvr>
                                      <p:to>
                                        <p:strVal val="visible"/>
                                      </p:to>
                                    </p:set>
                                    <p:animEffect transition="in" filter="fade">
                                      <p:cBhvr>
                                        <p:cTn id="33" dur="500"/>
                                        <p:tgtEl>
                                          <p:spTgt spid="52">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500"/>
                                        <p:tgtEl>
                                          <p:spTgt spid="4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3">
                                            <p:txEl>
                                              <p:pRg st="0" end="0"/>
                                            </p:txEl>
                                          </p:spTgt>
                                        </p:tgtEl>
                                        <p:attrNameLst>
                                          <p:attrName>style.visibility</p:attrName>
                                        </p:attrNameLst>
                                      </p:cBhvr>
                                      <p:to>
                                        <p:strVal val="visible"/>
                                      </p:to>
                                    </p:set>
                                    <p:animEffect transition="in" filter="fade">
                                      <p:cBhvr>
                                        <p:cTn id="46" dur="500"/>
                                        <p:tgtEl>
                                          <p:spTgt spid="53">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0"/>
                                        </p:tgtEl>
                                        <p:attrNameLst>
                                          <p:attrName>style.visibility</p:attrName>
                                        </p:attrNameLst>
                                      </p:cBhvr>
                                      <p:to>
                                        <p:strVal val="visible"/>
                                      </p:to>
                                    </p:set>
                                    <p:animEffect transition="in" filter="fade">
                                      <p:cBhvr>
                                        <p:cTn id="51" dur="500"/>
                                        <p:tgtEl>
                                          <p:spTgt spid="10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1"/>
                                        </p:tgtEl>
                                        <p:attrNameLst>
                                          <p:attrName>style.visibility</p:attrName>
                                        </p:attrNameLst>
                                      </p:cBhvr>
                                      <p:to>
                                        <p:strVal val="visible"/>
                                      </p:to>
                                    </p:set>
                                    <p:animEffect transition="in" filter="fade">
                                      <p:cBhvr>
                                        <p:cTn id="54"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0" grpId="0"/>
      <p:bldP spid="43" grpId="0"/>
      <p:bldP spid="46" grpId="0"/>
      <p:bldP spid="49" grpId="0"/>
      <p:bldP spid="50" grpId="0"/>
      <p:bldP spid="51" grpId="0"/>
      <p:bldP spid="54" grpId="0"/>
      <p:bldP spid="100" grpId="0"/>
      <p:bldP spid="10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ABDA9B-1279-4CB7-890E-7C060C4EF8D4}"/>
              </a:ext>
            </a:extLst>
          </p:cNvPr>
          <p:cNvSpPr txBox="1"/>
          <p:nvPr/>
        </p:nvSpPr>
        <p:spPr>
          <a:xfrm>
            <a:off x="2888975" y="3429000"/>
            <a:ext cx="2147882" cy="333524"/>
          </a:xfrm>
          <a:prstGeom prst="rect">
            <a:avLst/>
          </a:prstGeom>
          <a:noFill/>
        </p:spPr>
        <p:txBody>
          <a:bodyPr lIns="0" anchor="ctr"/>
          <a:lstStyle>
            <a:lvl1pPr indent="0">
              <a:spcBef>
                <a:spcPct val="20000"/>
              </a:spcBef>
              <a:buFontTx/>
              <a:buNone/>
              <a:defRPr sz="2400" b="1" baseline="0">
                <a:solidFill>
                  <a:schemeClr val="bg1"/>
                </a:solidFill>
              </a:defRPr>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r"/>
            <a:r>
              <a:rPr lang="en-US" altLang="ko-KR" sz="2800" dirty="0">
                <a:solidFill>
                  <a:schemeClr val="accent3"/>
                </a:solidFill>
              </a:rPr>
              <a:t>	</a:t>
            </a:r>
            <a:r>
              <a:rPr lang="en-US" altLang="ko-KR" sz="2800" dirty="0">
                <a:solidFill>
                  <a:schemeClr val="accent3"/>
                </a:solidFill>
                <a:latin typeface="Andalus" panose="02020603050405020304" pitchFamily="18" charset="-78"/>
                <a:cs typeface="Andalus" panose="02020603050405020304" pitchFamily="18" charset="-78"/>
              </a:rPr>
              <a:t>CARS</a:t>
            </a:r>
          </a:p>
        </p:txBody>
      </p:sp>
      <p:sp>
        <p:nvSpPr>
          <p:cNvPr id="3" name="직사각형 34">
            <a:extLst>
              <a:ext uri="{FF2B5EF4-FFF2-40B4-BE49-F238E27FC236}">
                <a16:creationId xmlns:a16="http://schemas.microsoft.com/office/drawing/2014/main" id="{E5381EEA-0E6E-4696-B2DB-3899122C08C3}"/>
              </a:ext>
            </a:extLst>
          </p:cNvPr>
          <p:cNvSpPr/>
          <p:nvPr/>
        </p:nvSpPr>
        <p:spPr>
          <a:xfrm>
            <a:off x="2754093" y="3799460"/>
            <a:ext cx="2282763" cy="333524"/>
          </a:xfrm>
          <a:prstGeom prst="rect">
            <a:avLst/>
          </a:prstGeom>
          <a:noFill/>
        </p:spPr>
        <p:txBody>
          <a:bodyPr lIns="0" anchor="ctr"/>
          <a:lstStyle/>
          <a:p>
            <a:pPr algn="r"/>
            <a:r>
              <a:rPr lang="en-US" altLang="ko-KR" sz="2800" b="1" dirty="0">
                <a:solidFill>
                  <a:schemeClr val="bg2">
                    <a:lumMod val="75000"/>
                  </a:schemeClr>
                </a:solidFill>
                <a:latin typeface="Andalus" panose="02020603050405020304" pitchFamily="18" charset="-78"/>
                <a:cs typeface="Andalus" panose="02020603050405020304" pitchFamily="18" charset="-78"/>
              </a:rPr>
              <a:t>EMISSIONS</a:t>
            </a:r>
          </a:p>
        </p:txBody>
      </p:sp>
      <p:sp>
        <p:nvSpPr>
          <p:cNvPr id="4" name="직사각형 35">
            <a:extLst>
              <a:ext uri="{FF2B5EF4-FFF2-40B4-BE49-F238E27FC236}">
                <a16:creationId xmlns:a16="http://schemas.microsoft.com/office/drawing/2014/main" id="{31769777-0C3F-473A-B91E-593575F79A99}"/>
              </a:ext>
            </a:extLst>
          </p:cNvPr>
          <p:cNvSpPr/>
          <p:nvPr/>
        </p:nvSpPr>
        <p:spPr>
          <a:xfrm>
            <a:off x="1325217" y="4169919"/>
            <a:ext cx="3711639" cy="333524"/>
          </a:xfrm>
          <a:prstGeom prst="rect">
            <a:avLst/>
          </a:prstGeom>
          <a:noFill/>
        </p:spPr>
        <p:txBody>
          <a:bodyPr lIns="0" anchor="ctr"/>
          <a:lstStyle/>
          <a:p>
            <a:pPr algn="r"/>
            <a:r>
              <a:rPr lang="en-US" altLang="ko-KR" sz="2800" b="1" dirty="0">
                <a:solidFill>
                  <a:schemeClr val="accent6"/>
                </a:solidFill>
                <a:latin typeface="Andalus" panose="02020603050405020304" pitchFamily="18" charset="-78"/>
                <a:cs typeface="Andalus" panose="02020603050405020304" pitchFamily="18" charset="-78"/>
              </a:rPr>
              <a:t>CLIMATE CHANGE</a:t>
            </a:r>
          </a:p>
        </p:txBody>
      </p:sp>
      <p:sp>
        <p:nvSpPr>
          <p:cNvPr id="5" name="Text Placeholder 20">
            <a:extLst>
              <a:ext uri="{FF2B5EF4-FFF2-40B4-BE49-F238E27FC236}">
                <a16:creationId xmlns:a16="http://schemas.microsoft.com/office/drawing/2014/main" id="{7261BFFD-2777-4AFF-8890-982B6D5249AF}"/>
              </a:ext>
            </a:extLst>
          </p:cNvPr>
          <p:cNvSpPr txBox="1">
            <a:spLocks/>
          </p:cNvSpPr>
          <p:nvPr/>
        </p:nvSpPr>
        <p:spPr>
          <a:xfrm>
            <a:off x="808340" y="4540379"/>
            <a:ext cx="4228515" cy="1540238"/>
          </a:xfrm>
          <a:prstGeom prst="rect">
            <a:avLst/>
          </a:prstGeom>
        </p:spPr>
        <p:txBody>
          <a:bodyPr lIns="0" anchor="t"/>
          <a:lstStyle>
            <a:lvl1pPr marL="0" indent="0" algn="r" defTabSz="914400" rtl="0" eaLnBrk="1" latinLnBrk="0" hangingPunct="1">
              <a:spcBef>
                <a:spcPct val="20000"/>
              </a:spcBef>
              <a:buFontTx/>
              <a:buNone/>
              <a:defRPr sz="1200" b="0" kern="1200">
                <a:solidFill>
                  <a:schemeClr val="tx1">
                    <a:lumMod val="50000"/>
                    <a:lumOff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GB" sz="1400" b="0" i="0" dirty="0">
                <a:solidFill>
                  <a:srgbClr val="333333"/>
                </a:solidFill>
                <a:effectLst/>
                <a:latin typeface="verdana" panose="020B0604030504040204" pitchFamily="34" charset="0"/>
              </a:rPr>
              <a:t>Highway vehicles release about 1.6 billion tons of greenhouse gases (GHGs) into the atmosphere each year—mostly in the form of carbon dioxide (CO</a:t>
            </a:r>
            <a:r>
              <a:rPr lang="en-GB" sz="1400" b="0" i="0" baseline="-25000" dirty="0">
                <a:solidFill>
                  <a:srgbClr val="333333"/>
                </a:solidFill>
                <a:effectLst/>
                <a:latin typeface="verdana" panose="020B0604030504040204" pitchFamily="34" charset="0"/>
              </a:rPr>
              <a:t>2</a:t>
            </a:r>
            <a:r>
              <a:rPr lang="en-GB" sz="1400" b="0" i="0" dirty="0">
                <a:solidFill>
                  <a:srgbClr val="333333"/>
                </a:solidFill>
                <a:effectLst/>
                <a:latin typeface="verdana" panose="020B0604030504040204" pitchFamily="34" charset="0"/>
              </a:rPr>
              <a:t>)—contributing to global climate change. Each gallon of gasoline you burn creates 20 pounds of GHG. That's roughly 6 to 9 tons of GHG each year for a typical vehicle.</a:t>
            </a:r>
            <a:endParaRPr lang="en-US" altLang="ko-KR" dirty="0">
              <a:solidFill>
                <a:schemeClr val="tx1">
                  <a:lumMod val="75000"/>
                  <a:lumOff val="25000"/>
                </a:schemeClr>
              </a:solidFill>
              <a:cs typeface="Arial" pitchFamily="34" charset="0"/>
            </a:endParaRPr>
          </a:p>
        </p:txBody>
      </p:sp>
      <p:sp>
        <p:nvSpPr>
          <p:cNvPr id="6" name="TextBox 5">
            <a:extLst>
              <a:ext uri="{FF2B5EF4-FFF2-40B4-BE49-F238E27FC236}">
                <a16:creationId xmlns:a16="http://schemas.microsoft.com/office/drawing/2014/main" id="{42F42878-374C-45B9-B188-4B30A75999F4}"/>
              </a:ext>
            </a:extLst>
          </p:cNvPr>
          <p:cNvSpPr txBox="1"/>
          <p:nvPr/>
        </p:nvSpPr>
        <p:spPr>
          <a:xfrm>
            <a:off x="610071" y="772888"/>
            <a:ext cx="4625051" cy="1569660"/>
          </a:xfrm>
          <a:prstGeom prst="rect">
            <a:avLst/>
          </a:prstGeom>
          <a:noFill/>
        </p:spPr>
        <p:txBody>
          <a:bodyPr wrap="square" rtlCol="0" anchor="ctr">
            <a:spAutoFit/>
          </a:bodyPr>
          <a:lstStyle/>
          <a:p>
            <a:r>
              <a:rPr lang="en-GB" altLang="ko-KR" sz="3200" dirty="0">
                <a:solidFill>
                  <a:schemeClr val="accent3"/>
                </a:solidFill>
                <a:latin typeface="Andalus" panose="02020603050405020304" pitchFamily="18" charset="-78"/>
                <a:cs typeface="Andalus" panose="02020603050405020304" pitchFamily="18" charset="-78"/>
              </a:rPr>
              <a:t>Introduction: </a:t>
            </a:r>
          </a:p>
          <a:p>
            <a:r>
              <a:rPr lang="en-GB" altLang="ko-KR" sz="3200" dirty="0">
                <a:solidFill>
                  <a:schemeClr val="accent6"/>
                </a:solidFill>
                <a:latin typeface="Andalus" panose="02020603050405020304" pitchFamily="18" charset="-78"/>
                <a:cs typeface="Andalus" panose="02020603050405020304" pitchFamily="18" charset="-78"/>
              </a:rPr>
              <a:t>The effects of petrol cars on the environment</a:t>
            </a:r>
          </a:p>
        </p:txBody>
      </p:sp>
      <p:pic>
        <p:nvPicPr>
          <p:cNvPr id="9" name="Picture Placeholder 8" descr="A group of cars on a road&#10;&#10;Description automatically generated with low confidence">
            <a:extLst>
              <a:ext uri="{FF2B5EF4-FFF2-40B4-BE49-F238E27FC236}">
                <a16:creationId xmlns:a16="http://schemas.microsoft.com/office/drawing/2014/main" id="{FA667C64-8DCD-4A01-8586-965D5B731EAE}"/>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3205" r="13205"/>
          <a:stretch>
            <a:fillRect/>
          </a:stretch>
        </p:blipFill>
        <p:spPr/>
      </p:pic>
    </p:spTree>
    <p:custDataLst>
      <p:tags r:id="rId1"/>
    </p:custDataLst>
    <p:extLst>
      <p:ext uri="{BB962C8B-B14F-4D97-AF65-F5344CB8AC3E}">
        <p14:creationId xmlns:p14="http://schemas.microsoft.com/office/powerpoint/2010/main" val="2345629806"/>
      </p:ext>
    </p:extLst>
  </p:cSld>
  <p:clrMapOvr>
    <a:masterClrMapping/>
  </p:clrMapOvr>
  <mc:AlternateContent xmlns:mc="http://schemas.openxmlformats.org/markup-compatibility/2006">
    <mc:Choice xmlns:p14="http://schemas.microsoft.com/office/powerpoint/2010/main" Requires="p14">
      <p:transition spd="slow" p14:dur="2000" advTm="65189"/>
    </mc:Choice>
    <mc:Fallback>
      <p:transition spd="slow" advTm="6518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3EAE3759-C1EB-4DDF-9619-9C36F91F7AD5}"/>
              </a:ext>
            </a:extLst>
          </p:cNvPr>
          <p:cNvGrpSpPr/>
          <p:nvPr/>
        </p:nvGrpSpPr>
        <p:grpSpPr>
          <a:xfrm>
            <a:off x="258365" y="-233326"/>
            <a:ext cx="6240434" cy="6650534"/>
            <a:chOff x="802195" y="326377"/>
            <a:chExt cx="5484986" cy="5845442"/>
          </a:xfrm>
        </p:grpSpPr>
        <p:grpSp>
          <p:nvGrpSpPr>
            <p:cNvPr id="17" name="Group 16">
              <a:extLst>
                <a:ext uri="{FF2B5EF4-FFF2-40B4-BE49-F238E27FC236}">
                  <a16:creationId xmlns:a16="http://schemas.microsoft.com/office/drawing/2014/main" id="{8D5A147A-B1EF-4C6A-81EA-70AF00E297BD}"/>
                </a:ext>
              </a:extLst>
            </p:cNvPr>
            <p:cNvGrpSpPr/>
            <p:nvPr/>
          </p:nvGrpSpPr>
          <p:grpSpPr>
            <a:xfrm>
              <a:off x="2004360" y="4937462"/>
              <a:ext cx="1066829" cy="992714"/>
              <a:chOff x="1954664" y="4708862"/>
              <a:chExt cx="1066829" cy="992714"/>
            </a:xfrm>
          </p:grpSpPr>
          <p:sp>
            <p:nvSpPr>
              <p:cNvPr id="5" name="Freeform: Shape 4">
                <a:extLst>
                  <a:ext uri="{FF2B5EF4-FFF2-40B4-BE49-F238E27FC236}">
                    <a16:creationId xmlns:a16="http://schemas.microsoft.com/office/drawing/2014/main" id="{D6228C1F-65CF-4480-9CA1-4727F03010F0}"/>
                  </a:ext>
                </a:extLst>
              </p:cNvPr>
              <p:cNvSpPr/>
              <p:nvPr/>
            </p:nvSpPr>
            <p:spPr>
              <a:xfrm rot="4500000">
                <a:off x="2081674" y="4761756"/>
                <a:ext cx="812810" cy="1066829"/>
              </a:xfrm>
              <a:custGeom>
                <a:avLst/>
                <a:gdLst>
                  <a:gd name="connsiteX0" fmla="*/ 167276 w 1511513"/>
                  <a:gd name="connsiteY0" fmla="*/ 1679535 h 1983889"/>
                  <a:gd name="connsiteX1" fmla="*/ 257379 w 1511513"/>
                  <a:gd name="connsiteY1" fmla="*/ 1587222 h 1983889"/>
                  <a:gd name="connsiteX2" fmla="*/ 398795 w 1511513"/>
                  <a:gd name="connsiteY2" fmla="*/ 1386638 h 1983889"/>
                  <a:gd name="connsiteX3" fmla="*/ 548395 w 1511513"/>
                  <a:gd name="connsiteY3" fmla="*/ 1128112 h 1983889"/>
                  <a:gd name="connsiteX4" fmla="*/ 665750 w 1511513"/>
                  <a:gd name="connsiteY4" fmla="*/ 891765 h 1983889"/>
                  <a:gd name="connsiteX5" fmla="*/ 850866 w 1511513"/>
                  <a:gd name="connsiteY5" fmla="*/ 500172 h 1983889"/>
                  <a:gd name="connsiteX6" fmla="*/ 1019207 w 1511513"/>
                  <a:gd name="connsiteY6" fmla="*/ 163982 h 1983889"/>
                  <a:gd name="connsiteX7" fmla="*/ 1070682 w 1511513"/>
                  <a:gd name="connsiteY7" fmla="*/ 98267 h 1983889"/>
                  <a:gd name="connsiteX8" fmla="*/ 1240168 w 1511513"/>
                  <a:gd name="connsiteY8" fmla="*/ 6363 h 1983889"/>
                  <a:gd name="connsiteX9" fmla="*/ 1261692 w 1511513"/>
                  <a:gd name="connsiteY9" fmla="*/ 2680 h 1983889"/>
                  <a:gd name="connsiteX10" fmla="*/ 1269548 w 1511513"/>
                  <a:gd name="connsiteY10" fmla="*/ 2271 h 1983889"/>
                  <a:gd name="connsiteX11" fmla="*/ 1323970 w 1511513"/>
                  <a:gd name="connsiteY11" fmla="*/ 2026 h 1983889"/>
                  <a:gd name="connsiteX12" fmla="*/ 1413337 w 1511513"/>
                  <a:gd name="connsiteY12" fmla="*/ 27804 h 1983889"/>
                  <a:gd name="connsiteX13" fmla="*/ 1505323 w 1511513"/>
                  <a:gd name="connsiteY13" fmla="*/ 146224 h 1983889"/>
                  <a:gd name="connsiteX14" fmla="*/ 1509251 w 1511513"/>
                  <a:gd name="connsiteY14" fmla="*/ 158090 h 1983889"/>
                  <a:gd name="connsiteX15" fmla="*/ 1508433 w 1511513"/>
                  <a:gd name="connsiteY15" fmla="*/ 204083 h 1983889"/>
                  <a:gd name="connsiteX16" fmla="*/ 1444681 w 1511513"/>
                  <a:gd name="connsiteY16" fmla="*/ 282156 h 1983889"/>
                  <a:gd name="connsiteX17" fmla="*/ 1335755 w 1511513"/>
                  <a:gd name="connsiteY17" fmla="*/ 397793 h 1983889"/>
                  <a:gd name="connsiteX18" fmla="*/ 1172816 w 1511513"/>
                  <a:gd name="connsiteY18" fmla="*/ 620555 h 1983889"/>
                  <a:gd name="connsiteX19" fmla="*/ 939415 w 1511513"/>
                  <a:gd name="connsiteY19" fmla="*/ 1003146 h 1983889"/>
                  <a:gd name="connsiteX20" fmla="*/ 735721 w 1511513"/>
                  <a:gd name="connsiteY20" fmla="*/ 1337617 h 1983889"/>
                  <a:gd name="connsiteX21" fmla="*/ 556005 w 1511513"/>
                  <a:gd name="connsiteY21" fmla="*/ 1586976 h 1983889"/>
                  <a:gd name="connsiteX22" fmla="*/ 295025 w 1511513"/>
                  <a:gd name="connsiteY22" fmla="*/ 1828234 h 1983889"/>
                  <a:gd name="connsiteX23" fmla="*/ 47466 w 1511513"/>
                  <a:gd name="connsiteY23" fmla="*/ 1972514 h 1983889"/>
                  <a:gd name="connsiteX24" fmla="*/ 16040 w 1511513"/>
                  <a:gd name="connsiteY24" fmla="*/ 1983889 h 1983889"/>
                  <a:gd name="connsiteX25" fmla="*/ 0 w 1511513"/>
                  <a:gd name="connsiteY25" fmla="*/ 1981352 h 1983889"/>
                  <a:gd name="connsiteX26" fmla="*/ 60723 w 1511513"/>
                  <a:gd name="connsiteY26" fmla="*/ 1928976 h 1983889"/>
                  <a:gd name="connsiteX27" fmla="*/ 162120 w 1511513"/>
                  <a:gd name="connsiteY27" fmla="*/ 1718326 h 1983889"/>
                  <a:gd name="connsiteX28" fmla="*/ 167276 w 1511513"/>
                  <a:gd name="connsiteY28" fmla="*/ 1679535 h 198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1513" h="1983889">
                    <a:moveTo>
                      <a:pt x="167276" y="1679535"/>
                    </a:moveTo>
                    <a:cubicBezTo>
                      <a:pt x="201321" y="1643445"/>
                      <a:pt x="229064" y="1620693"/>
                      <a:pt x="257379" y="1587222"/>
                    </a:cubicBezTo>
                    <a:cubicBezTo>
                      <a:pt x="310001" y="1524861"/>
                      <a:pt x="354684" y="1455299"/>
                      <a:pt x="398795" y="1386638"/>
                    </a:cubicBezTo>
                    <a:cubicBezTo>
                      <a:pt x="452726" y="1302590"/>
                      <a:pt x="501174" y="1216170"/>
                      <a:pt x="548395" y="1128112"/>
                    </a:cubicBezTo>
                    <a:cubicBezTo>
                      <a:pt x="590705" y="1049139"/>
                      <a:pt x="627613" y="972703"/>
                      <a:pt x="665750" y="891765"/>
                    </a:cubicBezTo>
                    <a:cubicBezTo>
                      <a:pt x="726801" y="762216"/>
                      <a:pt x="790061" y="629803"/>
                      <a:pt x="850866" y="500172"/>
                    </a:cubicBezTo>
                    <a:cubicBezTo>
                      <a:pt x="904552" y="385681"/>
                      <a:pt x="949645" y="270290"/>
                      <a:pt x="1019207" y="163982"/>
                    </a:cubicBezTo>
                    <a:cubicBezTo>
                      <a:pt x="1024690" y="155635"/>
                      <a:pt x="1058162" y="111770"/>
                      <a:pt x="1070682" y="98267"/>
                    </a:cubicBezTo>
                    <a:cubicBezTo>
                      <a:pt x="1117085" y="48018"/>
                      <a:pt x="1174125" y="19375"/>
                      <a:pt x="1240168" y="6363"/>
                    </a:cubicBezTo>
                    <a:cubicBezTo>
                      <a:pt x="1246797" y="2026"/>
                      <a:pt x="1255063" y="7181"/>
                      <a:pt x="1261692" y="2680"/>
                    </a:cubicBezTo>
                    <a:cubicBezTo>
                      <a:pt x="1264311" y="2517"/>
                      <a:pt x="1266930" y="2435"/>
                      <a:pt x="1269548" y="2271"/>
                    </a:cubicBezTo>
                    <a:cubicBezTo>
                      <a:pt x="1287716" y="-839"/>
                      <a:pt x="1305802" y="-593"/>
                      <a:pt x="1323970" y="2026"/>
                    </a:cubicBezTo>
                    <a:cubicBezTo>
                      <a:pt x="1354496" y="8081"/>
                      <a:pt x="1385103" y="12910"/>
                      <a:pt x="1413337" y="27804"/>
                    </a:cubicBezTo>
                    <a:cubicBezTo>
                      <a:pt x="1462194" y="53583"/>
                      <a:pt x="1495993" y="90083"/>
                      <a:pt x="1505323" y="146224"/>
                    </a:cubicBezTo>
                    <a:cubicBezTo>
                      <a:pt x="1505977" y="150315"/>
                      <a:pt x="1507942" y="154162"/>
                      <a:pt x="1509251" y="158090"/>
                    </a:cubicBezTo>
                    <a:cubicBezTo>
                      <a:pt x="1511788" y="173475"/>
                      <a:pt x="1513016" y="188861"/>
                      <a:pt x="1508433" y="204083"/>
                    </a:cubicBezTo>
                    <a:cubicBezTo>
                      <a:pt x="1505404" y="244838"/>
                      <a:pt x="1470296" y="260632"/>
                      <a:pt x="1444681" y="282156"/>
                    </a:cubicBezTo>
                    <a:cubicBezTo>
                      <a:pt x="1403680" y="316609"/>
                      <a:pt x="1369554" y="357201"/>
                      <a:pt x="1335755" y="397793"/>
                    </a:cubicBezTo>
                    <a:cubicBezTo>
                      <a:pt x="1276832" y="468582"/>
                      <a:pt x="1223146" y="543382"/>
                      <a:pt x="1172816" y="620555"/>
                    </a:cubicBezTo>
                    <a:cubicBezTo>
                      <a:pt x="1091142" y="745685"/>
                      <a:pt x="1015361" y="874415"/>
                      <a:pt x="939415" y="1003146"/>
                    </a:cubicBezTo>
                    <a:cubicBezTo>
                      <a:pt x="873045" y="1115591"/>
                      <a:pt x="805774" y="1227381"/>
                      <a:pt x="735721" y="1337617"/>
                    </a:cubicBezTo>
                    <a:cubicBezTo>
                      <a:pt x="680644" y="1424365"/>
                      <a:pt x="621148" y="1507758"/>
                      <a:pt x="556005" y="1586976"/>
                    </a:cubicBezTo>
                    <a:cubicBezTo>
                      <a:pt x="479978" y="1679453"/>
                      <a:pt x="392739" y="1758181"/>
                      <a:pt x="295025" y="1828234"/>
                    </a:cubicBezTo>
                    <a:cubicBezTo>
                      <a:pt x="216297" y="1884702"/>
                      <a:pt x="134705" y="1930940"/>
                      <a:pt x="47466" y="1972514"/>
                    </a:cubicBezTo>
                    <a:cubicBezTo>
                      <a:pt x="38054" y="1977015"/>
                      <a:pt x="25860" y="1980370"/>
                      <a:pt x="16040" y="1983889"/>
                    </a:cubicBezTo>
                    <a:cubicBezTo>
                      <a:pt x="-7775" y="1981598"/>
                      <a:pt x="7120" y="1984707"/>
                      <a:pt x="0" y="1981352"/>
                    </a:cubicBezTo>
                    <a:cubicBezTo>
                      <a:pt x="18577" y="1969731"/>
                      <a:pt x="49921" y="1939861"/>
                      <a:pt x="60723" y="1928976"/>
                    </a:cubicBezTo>
                    <a:cubicBezTo>
                      <a:pt x="118501" y="1870708"/>
                      <a:pt x="149026" y="1798281"/>
                      <a:pt x="162120" y="1718326"/>
                    </a:cubicBezTo>
                    <a:cubicBezTo>
                      <a:pt x="163921" y="1707114"/>
                      <a:pt x="165394" y="1692138"/>
                      <a:pt x="167276" y="1679535"/>
                    </a:cubicBezTo>
                    <a:close/>
                  </a:path>
                </a:pathLst>
              </a:custGeom>
              <a:solidFill>
                <a:srgbClr val="E1AF8E"/>
              </a:solidFill>
              <a:ln w="8182"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1C9DC07-2241-4BC7-8BDC-628A3E8EEFE9}"/>
                  </a:ext>
                </a:extLst>
              </p:cNvPr>
              <p:cNvSpPr/>
              <p:nvPr/>
            </p:nvSpPr>
            <p:spPr>
              <a:xfrm rot="4500000">
                <a:off x="2221090" y="4668309"/>
                <a:ext cx="609914" cy="905945"/>
              </a:xfrm>
              <a:custGeom>
                <a:avLst/>
                <a:gdLst>
                  <a:gd name="connsiteX0" fmla="*/ 76027 w 1005786"/>
                  <a:gd name="connsiteY0" fmla="*/ 1512598 h 1681837"/>
                  <a:gd name="connsiteX1" fmla="*/ 89121 w 1005786"/>
                  <a:gd name="connsiteY1" fmla="*/ 1490092 h 1681837"/>
                  <a:gd name="connsiteX2" fmla="*/ 48530 w 1005786"/>
                  <a:gd name="connsiteY2" fmla="*/ 1224529 h 1681837"/>
                  <a:gd name="connsiteX3" fmla="*/ 0 w 1005786"/>
                  <a:gd name="connsiteY3" fmla="*/ 1159222 h 1681837"/>
                  <a:gd name="connsiteX4" fmla="*/ 24306 w 1005786"/>
                  <a:gd name="connsiteY4" fmla="*/ 1120513 h 1681837"/>
                  <a:gd name="connsiteX5" fmla="*/ 224235 w 1005786"/>
                  <a:gd name="connsiteY5" fmla="*/ 771311 h 1681837"/>
                  <a:gd name="connsiteX6" fmla="*/ 363850 w 1005786"/>
                  <a:gd name="connsiteY6" fmla="*/ 489299 h 1681837"/>
                  <a:gd name="connsiteX7" fmla="*/ 416799 w 1005786"/>
                  <a:gd name="connsiteY7" fmla="*/ 389538 h 1681837"/>
                  <a:gd name="connsiteX8" fmla="*/ 429484 w 1005786"/>
                  <a:gd name="connsiteY8" fmla="*/ 374071 h 1681837"/>
                  <a:gd name="connsiteX9" fmla="*/ 589723 w 1005786"/>
                  <a:gd name="connsiteY9" fmla="*/ 128476 h 1681837"/>
                  <a:gd name="connsiteX10" fmla="*/ 765265 w 1005786"/>
                  <a:gd name="connsiteY10" fmla="*/ 5883 h 1681837"/>
                  <a:gd name="connsiteX11" fmla="*/ 965848 w 1005786"/>
                  <a:gd name="connsiteY11" fmla="*/ 61697 h 1681837"/>
                  <a:gd name="connsiteX12" fmla="*/ 1005785 w 1005786"/>
                  <a:gd name="connsiteY12" fmla="*/ 141161 h 1681837"/>
                  <a:gd name="connsiteX13" fmla="*/ 996292 w 1005786"/>
                  <a:gd name="connsiteY13" fmla="*/ 166122 h 1681837"/>
                  <a:gd name="connsiteX14" fmla="*/ 853731 w 1005786"/>
                  <a:gd name="connsiteY14" fmla="*/ 443961 h 1681837"/>
                  <a:gd name="connsiteX15" fmla="*/ 783187 w 1005786"/>
                  <a:gd name="connsiteY15" fmla="*/ 598470 h 1681837"/>
                  <a:gd name="connsiteX16" fmla="*/ 553141 w 1005786"/>
                  <a:gd name="connsiteY16" fmla="*/ 1083768 h 1681837"/>
                  <a:gd name="connsiteX17" fmla="*/ 272274 w 1005786"/>
                  <a:gd name="connsiteY17" fmla="*/ 1539850 h 1681837"/>
                  <a:gd name="connsiteX18" fmla="*/ 160402 w 1005786"/>
                  <a:gd name="connsiteY18" fmla="*/ 1669889 h 1681837"/>
                  <a:gd name="connsiteX19" fmla="*/ 144280 w 1005786"/>
                  <a:gd name="connsiteY19" fmla="*/ 1681838 h 1681837"/>
                  <a:gd name="connsiteX20" fmla="*/ 76027 w 1005786"/>
                  <a:gd name="connsiteY20" fmla="*/ 1512598 h 1681837"/>
                  <a:gd name="connsiteX0" fmla="*/ 204443 w 1134202"/>
                  <a:gd name="connsiteY0" fmla="*/ 1512598 h 1681837"/>
                  <a:gd name="connsiteX1" fmla="*/ 217537 w 1134202"/>
                  <a:gd name="connsiteY1" fmla="*/ 1490092 h 1681837"/>
                  <a:gd name="connsiteX2" fmla="*/ 176946 w 1134202"/>
                  <a:gd name="connsiteY2" fmla="*/ 1224529 h 1681837"/>
                  <a:gd name="connsiteX3" fmla="*/ 0 w 1134202"/>
                  <a:gd name="connsiteY3" fmla="*/ 1440747 h 1681837"/>
                  <a:gd name="connsiteX4" fmla="*/ 152722 w 1134202"/>
                  <a:gd name="connsiteY4" fmla="*/ 1120513 h 1681837"/>
                  <a:gd name="connsiteX5" fmla="*/ 352651 w 1134202"/>
                  <a:gd name="connsiteY5" fmla="*/ 771311 h 1681837"/>
                  <a:gd name="connsiteX6" fmla="*/ 492266 w 1134202"/>
                  <a:gd name="connsiteY6" fmla="*/ 489299 h 1681837"/>
                  <a:gd name="connsiteX7" fmla="*/ 545215 w 1134202"/>
                  <a:gd name="connsiteY7" fmla="*/ 389538 h 1681837"/>
                  <a:gd name="connsiteX8" fmla="*/ 557900 w 1134202"/>
                  <a:gd name="connsiteY8" fmla="*/ 374071 h 1681837"/>
                  <a:gd name="connsiteX9" fmla="*/ 718139 w 1134202"/>
                  <a:gd name="connsiteY9" fmla="*/ 128476 h 1681837"/>
                  <a:gd name="connsiteX10" fmla="*/ 893681 w 1134202"/>
                  <a:gd name="connsiteY10" fmla="*/ 5883 h 1681837"/>
                  <a:gd name="connsiteX11" fmla="*/ 1094264 w 1134202"/>
                  <a:gd name="connsiteY11" fmla="*/ 61697 h 1681837"/>
                  <a:gd name="connsiteX12" fmla="*/ 1134201 w 1134202"/>
                  <a:gd name="connsiteY12" fmla="*/ 141161 h 1681837"/>
                  <a:gd name="connsiteX13" fmla="*/ 1124708 w 1134202"/>
                  <a:gd name="connsiteY13" fmla="*/ 166122 h 1681837"/>
                  <a:gd name="connsiteX14" fmla="*/ 982147 w 1134202"/>
                  <a:gd name="connsiteY14" fmla="*/ 443961 h 1681837"/>
                  <a:gd name="connsiteX15" fmla="*/ 911603 w 1134202"/>
                  <a:gd name="connsiteY15" fmla="*/ 598470 h 1681837"/>
                  <a:gd name="connsiteX16" fmla="*/ 681557 w 1134202"/>
                  <a:gd name="connsiteY16" fmla="*/ 1083768 h 1681837"/>
                  <a:gd name="connsiteX17" fmla="*/ 400690 w 1134202"/>
                  <a:gd name="connsiteY17" fmla="*/ 1539850 h 1681837"/>
                  <a:gd name="connsiteX18" fmla="*/ 288818 w 1134202"/>
                  <a:gd name="connsiteY18" fmla="*/ 1669889 h 1681837"/>
                  <a:gd name="connsiteX19" fmla="*/ 272696 w 1134202"/>
                  <a:gd name="connsiteY19" fmla="*/ 1681838 h 1681837"/>
                  <a:gd name="connsiteX20" fmla="*/ 204443 w 1134202"/>
                  <a:gd name="connsiteY20" fmla="*/ 1512598 h 1681837"/>
                  <a:gd name="connsiteX0" fmla="*/ 205217 w 1134976"/>
                  <a:gd name="connsiteY0" fmla="*/ 1512598 h 1681837"/>
                  <a:gd name="connsiteX1" fmla="*/ 218311 w 1134976"/>
                  <a:gd name="connsiteY1" fmla="*/ 1490092 h 1681837"/>
                  <a:gd name="connsiteX2" fmla="*/ 774 w 1134976"/>
                  <a:gd name="connsiteY2" fmla="*/ 1440747 h 1681837"/>
                  <a:gd name="connsiteX3" fmla="*/ 153496 w 1134976"/>
                  <a:gd name="connsiteY3" fmla="*/ 1120513 h 1681837"/>
                  <a:gd name="connsiteX4" fmla="*/ 353425 w 1134976"/>
                  <a:gd name="connsiteY4" fmla="*/ 771311 h 1681837"/>
                  <a:gd name="connsiteX5" fmla="*/ 493040 w 1134976"/>
                  <a:gd name="connsiteY5" fmla="*/ 489299 h 1681837"/>
                  <a:gd name="connsiteX6" fmla="*/ 545989 w 1134976"/>
                  <a:gd name="connsiteY6" fmla="*/ 389538 h 1681837"/>
                  <a:gd name="connsiteX7" fmla="*/ 558674 w 1134976"/>
                  <a:gd name="connsiteY7" fmla="*/ 374071 h 1681837"/>
                  <a:gd name="connsiteX8" fmla="*/ 718913 w 1134976"/>
                  <a:gd name="connsiteY8" fmla="*/ 128476 h 1681837"/>
                  <a:gd name="connsiteX9" fmla="*/ 894455 w 1134976"/>
                  <a:gd name="connsiteY9" fmla="*/ 5883 h 1681837"/>
                  <a:gd name="connsiteX10" fmla="*/ 1095038 w 1134976"/>
                  <a:gd name="connsiteY10" fmla="*/ 61697 h 1681837"/>
                  <a:gd name="connsiteX11" fmla="*/ 1134975 w 1134976"/>
                  <a:gd name="connsiteY11" fmla="*/ 141161 h 1681837"/>
                  <a:gd name="connsiteX12" fmla="*/ 1125482 w 1134976"/>
                  <a:gd name="connsiteY12" fmla="*/ 166122 h 1681837"/>
                  <a:gd name="connsiteX13" fmla="*/ 982921 w 1134976"/>
                  <a:gd name="connsiteY13" fmla="*/ 443961 h 1681837"/>
                  <a:gd name="connsiteX14" fmla="*/ 912377 w 1134976"/>
                  <a:gd name="connsiteY14" fmla="*/ 598470 h 1681837"/>
                  <a:gd name="connsiteX15" fmla="*/ 682331 w 1134976"/>
                  <a:gd name="connsiteY15" fmla="*/ 1083768 h 1681837"/>
                  <a:gd name="connsiteX16" fmla="*/ 401464 w 1134976"/>
                  <a:gd name="connsiteY16" fmla="*/ 1539850 h 1681837"/>
                  <a:gd name="connsiteX17" fmla="*/ 289592 w 1134976"/>
                  <a:gd name="connsiteY17" fmla="*/ 1669889 h 1681837"/>
                  <a:gd name="connsiteX18" fmla="*/ 273470 w 1134976"/>
                  <a:gd name="connsiteY18" fmla="*/ 1681838 h 1681837"/>
                  <a:gd name="connsiteX19" fmla="*/ 205217 w 1134976"/>
                  <a:gd name="connsiteY19" fmla="*/ 1512598 h 1681837"/>
                  <a:gd name="connsiteX0" fmla="*/ 273470 w 1134976"/>
                  <a:gd name="connsiteY0" fmla="*/ 1681838 h 1681837"/>
                  <a:gd name="connsiteX1" fmla="*/ 218311 w 1134976"/>
                  <a:gd name="connsiteY1" fmla="*/ 1490092 h 1681837"/>
                  <a:gd name="connsiteX2" fmla="*/ 774 w 1134976"/>
                  <a:gd name="connsiteY2" fmla="*/ 1440747 h 1681837"/>
                  <a:gd name="connsiteX3" fmla="*/ 153496 w 1134976"/>
                  <a:gd name="connsiteY3" fmla="*/ 1120513 h 1681837"/>
                  <a:gd name="connsiteX4" fmla="*/ 353425 w 1134976"/>
                  <a:gd name="connsiteY4" fmla="*/ 771311 h 1681837"/>
                  <a:gd name="connsiteX5" fmla="*/ 493040 w 1134976"/>
                  <a:gd name="connsiteY5" fmla="*/ 489299 h 1681837"/>
                  <a:gd name="connsiteX6" fmla="*/ 545989 w 1134976"/>
                  <a:gd name="connsiteY6" fmla="*/ 389538 h 1681837"/>
                  <a:gd name="connsiteX7" fmla="*/ 558674 w 1134976"/>
                  <a:gd name="connsiteY7" fmla="*/ 374071 h 1681837"/>
                  <a:gd name="connsiteX8" fmla="*/ 718913 w 1134976"/>
                  <a:gd name="connsiteY8" fmla="*/ 128476 h 1681837"/>
                  <a:gd name="connsiteX9" fmla="*/ 894455 w 1134976"/>
                  <a:gd name="connsiteY9" fmla="*/ 5883 h 1681837"/>
                  <a:gd name="connsiteX10" fmla="*/ 1095038 w 1134976"/>
                  <a:gd name="connsiteY10" fmla="*/ 61697 h 1681837"/>
                  <a:gd name="connsiteX11" fmla="*/ 1134975 w 1134976"/>
                  <a:gd name="connsiteY11" fmla="*/ 141161 h 1681837"/>
                  <a:gd name="connsiteX12" fmla="*/ 1125482 w 1134976"/>
                  <a:gd name="connsiteY12" fmla="*/ 166122 h 1681837"/>
                  <a:gd name="connsiteX13" fmla="*/ 982921 w 1134976"/>
                  <a:gd name="connsiteY13" fmla="*/ 443961 h 1681837"/>
                  <a:gd name="connsiteX14" fmla="*/ 912377 w 1134976"/>
                  <a:gd name="connsiteY14" fmla="*/ 598470 h 1681837"/>
                  <a:gd name="connsiteX15" fmla="*/ 682331 w 1134976"/>
                  <a:gd name="connsiteY15" fmla="*/ 1083768 h 1681837"/>
                  <a:gd name="connsiteX16" fmla="*/ 401464 w 1134976"/>
                  <a:gd name="connsiteY16" fmla="*/ 1539850 h 1681837"/>
                  <a:gd name="connsiteX17" fmla="*/ 289592 w 1134976"/>
                  <a:gd name="connsiteY17" fmla="*/ 1669889 h 1681837"/>
                  <a:gd name="connsiteX18" fmla="*/ 273470 w 1134976"/>
                  <a:gd name="connsiteY18" fmla="*/ 1681838 h 1681837"/>
                  <a:gd name="connsiteX0" fmla="*/ 272696 w 1134202"/>
                  <a:gd name="connsiteY0" fmla="*/ 1681838 h 1681837"/>
                  <a:gd name="connsiteX1" fmla="*/ 217537 w 1134202"/>
                  <a:gd name="connsiteY1" fmla="*/ 1490092 h 1681837"/>
                  <a:gd name="connsiteX2" fmla="*/ 0 w 1134202"/>
                  <a:gd name="connsiteY2" fmla="*/ 1440747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17537 w 1134202"/>
                  <a:gd name="connsiteY1" fmla="*/ 1490092 h 1681837"/>
                  <a:gd name="connsiteX2" fmla="*/ 0 w 1134202"/>
                  <a:gd name="connsiteY2" fmla="*/ 1440747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17537 w 1134202"/>
                  <a:gd name="connsiteY1" fmla="*/ 1490092 h 1681837"/>
                  <a:gd name="connsiteX2" fmla="*/ 0 w 1134202"/>
                  <a:gd name="connsiteY2" fmla="*/ 1425930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7659 w 1134202"/>
                  <a:gd name="connsiteY1" fmla="*/ 1524664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88818 w 1134202"/>
                  <a:gd name="connsiteY0" fmla="*/ 1669889 h 1669889"/>
                  <a:gd name="connsiteX1" fmla="*/ 207659 w 1134202"/>
                  <a:gd name="connsiteY1" fmla="*/ 1524664 h 1669889"/>
                  <a:gd name="connsiteX2" fmla="*/ 0 w 1134202"/>
                  <a:gd name="connsiteY2" fmla="*/ 1425930 h 1669889"/>
                  <a:gd name="connsiteX3" fmla="*/ 157661 w 1134202"/>
                  <a:gd name="connsiteY3" fmla="*/ 1135329 h 1669889"/>
                  <a:gd name="connsiteX4" fmla="*/ 352651 w 1134202"/>
                  <a:gd name="connsiteY4" fmla="*/ 771311 h 1669889"/>
                  <a:gd name="connsiteX5" fmla="*/ 492266 w 1134202"/>
                  <a:gd name="connsiteY5" fmla="*/ 489299 h 1669889"/>
                  <a:gd name="connsiteX6" fmla="*/ 545215 w 1134202"/>
                  <a:gd name="connsiteY6" fmla="*/ 389538 h 1669889"/>
                  <a:gd name="connsiteX7" fmla="*/ 557900 w 1134202"/>
                  <a:gd name="connsiteY7" fmla="*/ 374071 h 1669889"/>
                  <a:gd name="connsiteX8" fmla="*/ 718139 w 1134202"/>
                  <a:gd name="connsiteY8" fmla="*/ 128476 h 1669889"/>
                  <a:gd name="connsiteX9" fmla="*/ 893681 w 1134202"/>
                  <a:gd name="connsiteY9" fmla="*/ 5883 h 1669889"/>
                  <a:gd name="connsiteX10" fmla="*/ 1094264 w 1134202"/>
                  <a:gd name="connsiteY10" fmla="*/ 61697 h 1669889"/>
                  <a:gd name="connsiteX11" fmla="*/ 1134201 w 1134202"/>
                  <a:gd name="connsiteY11" fmla="*/ 141161 h 1669889"/>
                  <a:gd name="connsiteX12" fmla="*/ 1124708 w 1134202"/>
                  <a:gd name="connsiteY12" fmla="*/ 166122 h 1669889"/>
                  <a:gd name="connsiteX13" fmla="*/ 982147 w 1134202"/>
                  <a:gd name="connsiteY13" fmla="*/ 443961 h 1669889"/>
                  <a:gd name="connsiteX14" fmla="*/ 911603 w 1134202"/>
                  <a:gd name="connsiteY14" fmla="*/ 598470 h 1669889"/>
                  <a:gd name="connsiteX15" fmla="*/ 681557 w 1134202"/>
                  <a:gd name="connsiteY15" fmla="*/ 1083768 h 1669889"/>
                  <a:gd name="connsiteX16" fmla="*/ 400690 w 1134202"/>
                  <a:gd name="connsiteY16" fmla="*/ 1539850 h 1669889"/>
                  <a:gd name="connsiteX17" fmla="*/ 288818 w 1134202"/>
                  <a:gd name="connsiteY17" fmla="*/ 1669889 h 1669889"/>
                  <a:gd name="connsiteX0" fmla="*/ 288818 w 1134202"/>
                  <a:gd name="connsiteY0" fmla="*/ 1669889 h 1669889"/>
                  <a:gd name="connsiteX1" fmla="*/ 207659 w 1134202"/>
                  <a:gd name="connsiteY1" fmla="*/ 1524664 h 1669889"/>
                  <a:gd name="connsiteX2" fmla="*/ 0 w 1134202"/>
                  <a:gd name="connsiteY2" fmla="*/ 1425930 h 1669889"/>
                  <a:gd name="connsiteX3" fmla="*/ 157661 w 1134202"/>
                  <a:gd name="connsiteY3" fmla="*/ 1135329 h 1669889"/>
                  <a:gd name="connsiteX4" fmla="*/ 352651 w 1134202"/>
                  <a:gd name="connsiteY4" fmla="*/ 771311 h 1669889"/>
                  <a:gd name="connsiteX5" fmla="*/ 492266 w 1134202"/>
                  <a:gd name="connsiteY5" fmla="*/ 489299 h 1669889"/>
                  <a:gd name="connsiteX6" fmla="*/ 545215 w 1134202"/>
                  <a:gd name="connsiteY6" fmla="*/ 389538 h 1669889"/>
                  <a:gd name="connsiteX7" fmla="*/ 557900 w 1134202"/>
                  <a:gd name="connsiteY7" fmla="*/ 374071 h 1669889"/>
                  <a:gd name="connsiteX8" fmla="*/ 718139 w 1134202"/>
                  <a:gd name="connsiteY8" fmla="*/ 128476 h 1669889"/>
                  <a:gd name="connsiteX9" fmla="*/ 893681 w 1134202"/>
                  <a:gd name="connsiteY9" fmla="*/ 5883 h 1669889"/>
                  <a:gd name="connsiteX10" fmla="*/ 1094264 w 1134202"/>
                  <a:gd name="connsiteY10" fmla="*/ 61697 h 1669889"/>
                  <a:gd name="connsiteX11" fmla="*/ 1134201 w 1134202"/>
                  <a:gd name="connsiteY11" fmla="*/ 141161 h 1669889"/>
                  <a:gd name="connsiteX12" fmla="*/ 1124708 w 1134202"/>
                  <a:gd name="connsiteY12" fmla="*/ 166122 h 1669889"/>
                  <a:gd name="connsiteX13" fmla="*/ 982147 w 1134202"/>
                  <a:gd name="connsiteY13" fmla="*/ 443961 h 1669889"/>
                  <a:gd name="connsiteX14" fmla="*/ 911603 w 1134202"/>
                  <a:gd name="connsiteY14" fmla="*/ 598470 h 1669889"/>
                  <a:gd name="connsiteX15" fmla="*/ 681557 w 1134202"/>
                  <a:gd name="connsiteY15" fmla="*/ 1083768 h 1669889"/>
                  <a:gd name="connsiteX16" fmla="*/ 400690 w 1134202"/>
                  <a:gd name="connsiteY16" fmla="*/ 1539850 h 1669889"/>
                  <a:gd name="connsiteX17" fmla="*/ 288818 w 1134202"/>
                  <a:gd name="connsiteY17" fmla="*/ 1669889 h 1669889"/>
                  <a:gd name="connsiteX0" fmla="*/ 274000 w 1134202"/>
                  <a:gd name="connsiteY0" fmla="*/ 1684706 h 1684706"/>
                  <a:gd name="connsiteX1" fmla="*/ 207659 w 1134202"/>
                  <a:gd name="connsiteY1" fmla="*/ 1524664 h 1684706"/>
                  <a:gd name="connsiteX2" fmla="*/ 0 w 1134202"/>
                  <a:gd name="connsiteY2" fmla="*/ 1425930 h 1684706"/>
                  <a:gd name="connsiteX3" fmla="*/ 157661 w 1134202"/>
                  <a:gd name="connsiteY3" fmla="*/ 1135329 h 1684706"/>
                  <a:gd name="connsiteX4" fmla="*/ 352651 w 1134202"/>
                  <a:gd name="connsiteY4" fmla="*/ 771311 h 1684706"/>
                  <a:gd name="connsiteX5" fmla="*/ 492266 w 1134202"/>
                  <a:gd name="connsiteY5" fmla="*/ 489299 h 1684706"/>
                  <a:gd name="connsiteX6" fmla="*/ 545215 w 1134202"/>
                  <a:gd name="connsiteY6" fmla="*/ 389538 h 1684706"/>
                  <a:gd name="connsiteX7" fmla="*/ 557900 w 1134202"/>
                  <a:gd name="connsiteY7" fmla="*/ 374071 h 1684706"/>
                  <a:gd name="connsiteX8" fmla="*/ 718139 w 1134202"/>
                  <a:gd name="connsiteY8" fmla="*/ 128476 h 1684706"/>
                  <a:gd name="connsiteX9" fmla="*/ 893681 w 1134202"/>
                  <a:gd name="connsiteY9" fmla="*/ 5883 h 1684706"/>
                  <a:gd name="connsiteX10" fmla="*/ 1094264 w 1134202"/>
                  <a:gd name="connsiteY10" fmla="*/ 61697 h 1684706"/>
                  <a:gd name="connsiteX11" fmla="*/ 1134201 w 1134202"/>
                  <a:gd name="connsiteY11" fmla="*/ 141161 h 1684706"/>
                  <a:gd name="connsiteX12" fmla="*/ 1124708 w 1134202"/>
                  <a:gd name="connsiteY12" fmla="*/ 166122 h 1684706"/>
                  <a:gd name="connsiteX13" fmla="*/ 982147 w 1134202"/>
                  <a:gd name="connsiteY13" fmla="*/ 443961 h 1684706"/>
                  <a:gd name="connsiteX14" fmla="*/ 911603 w 1134202"/>
                  <a:gd name="connsiteY14" fmla="*/ 598470 h 1684706"/>
                  <a:gd name="connsiteX15" fmla="*/ 681557 w 1134202"/>
                  <a:gd name="connsiteY15" fmla="*/ 1083768 h 1684706"/>
                  <a:gd name="connsiteX16" fmla="*/ 400690 w 1134202"/>
                  <a:gd name="connsiteY16" fmla="*/ 1539850 h 1684706"/>
                  <a:gd name="connsiteX17" fmla="*/ 274000 w 1134202"/>
                  <a:gd name="connsiteY17" fmla="*/ 1684706 h 1684706"/>
                  <a:gd name="connsiteX0" fmla="*/ 274000 w 1134202"/>
                  <a:gd name="connsiteY0" fmla="*/ 1684706 h 1684706"/>
                  <a:gd name="connsiteX1" fmla="*/ 207659 w 1134202"/>
                  <a:gd name="connsiteY1" fmla="*/ 1524664 h 1684706"/>
                  <a:gd name="connsiteX2" fmla="*/ 0 w 1134202"/>
                  <a:gd name="connsiteY2" fmla="*/ 1425930 h 1684706"/>
                  <a:gd name="connsiteX3" fmla="*/ 157661 w 1134202"/>
                  <a:gd name="connsiteY3" fmla="*/ 1135329 h 1684706"/>
                  <a:gd name="connsiteX4" fmla="*/ 352651 w 1134202"/>
                  <a:gd name="connsiteY4" fmla="*/ 771311 h 1684706"/>
                  <a:gd name="connsiteX5" fmla="*/ 492266 w 1134202"/>
                  <a:gd name="connsiteY5" fmla="*/ 489299 h 1684706"/>
                  <a:gd name="connsiteX6" fmla="*/ 545215 w 1134202"/>
                  <a:gd name="connsiteY6" fmla="*/ 389538 h 1684706"/>
                  <a:gd name="connsiteX7" fmla="*/ 557900 w 1134202"/>
                  <a:gd name="connsiteY7" fmla="*/ 374071 h 1684706"/>
                  <a:gd name="connsiteX8" fmla="*/ 718139 w 1134202"/>
                  <a:gd name="connsiteY8" fmla="*/ 128476 h 1684706"/>
                  <a:gd name="connsiteX9" fmla="*/ 893681 w 1134202"/>
                  <a:gd name="connsiteY9" fmla="*/ 5883 h 1684706"/>
                  <a:gd name="connsiteX10" fmla="*/ 1094264 w 1134202"/>
                  <a:gd name="connsiteY10" fmla="*/ 61697 h 1684706"/>
                  <a:gd name="connsiteX11" fmla="*/ 1134201 w 1134202"/>
                  <a:gd name="connsiteY11" fmla="*/ 141161 h 1684706"/>
                  <a:gd name="connsiteX12" fmla="*/ 1124708 w 1134202"/>
                  <a:gd name="connsiteY12" fmla="*/ 166122 h 1684706"/>
                  <a:gd name="connsiteX13" fmla="*/ 982147 w 1134202"/>
                  <a:gd name="connsiteY13" fmla="*/ 443961 h 1684706"/>
                  <a:gd name="connsiteX14" fmla="*/ 911603 w 1134202"/>
                  <a:gd name="connsiteY14" fmla="*/ 598470 h 1684706"/>
                  <a:gd name="connsiteX15" fmla="*/ 681557 w 1134202"/>
                  <a:gd name="connsiteY15" fmla="*/ 1083768 h 1684706"/>
                  <a:gd name="connsiteX16" fmla="*/ 400690 w 1134202"/>
                  <a:gd name="connsiteY16" fmla="*/ 1539850 h 1684706"/>
                  <a:gd name="connsiteX17" fmla="*/ 274000 w 1134202"/>
                  <a:gd name="connsiteY17" fmla="*/ 1684706 h 168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4202" h="1684706">
                    <a:moveTo>
                      <a:pt x="274000" y="1684706"/>
                    </a:moveTo>
                    <a:cubicBezTo>
                      <a:pt x="271460" y="1578453"/>
                      <a:pt x="253326" y="1567793"/>
                      <a:pt x="207659" y="1524664"/>
                    </a:cubicBezTo>
                    <a:cubicBezTo>
                      <a:pt x="161992" y="1481535"/>
                      <a:pt x="84888" y="1433197"/>
                      <a:pt x="0" y="1425930"/>
                    </a:cubicBezTo>
                    <a:cubicBezTo>
                      <a:pt x="38588" y="1334700"/>
                      <a:pt x="98886" y="1244432"/>
                      <a:pt x="157661" y="1135329"/>
                    </a:cubicBezTo>
                    <a:cubicBezTo>
                      <a:pt x="216436" y="1026226"/>
                      <a:pt x="296884" y="878983"/>
                      <a:pt x="352651" y="771311"/>
                    </a:cubicBezTo>
                    <a:cubicBezTo>
                      <a:pt x="408419" y="663639"/>
                      <a:pt x="447583" y="584230"/>
                      <a:pt x="492266" y="489299"/>
                    </a:cubicBezTo>
                    <a:cubicBezTo>
                      <a:pt x="508225" y="455418"/>
                      <a:pt x="525247" y="421619"/>
                      <a:pt x="545215" y="389538"/>
                    </a:cubicBezTo>
                    <a:cubicBezTo>
                      <a:pt x="553644" y="387820"/>
                      <a:pt x="554626" y="379800"/>
                      <a:pt x="557900" y="374071"/>
                    </a:cubicBezTo>
                    <a:cubicBezTo>
                      <a:pt x="605448" y="288387"/>
                      <a:pt x="654387" y="203522"/>
                      <a:pt x="718139" y="128476"/>
                    </a:cubicBezTo>
                    <a:cubicBezTo>
                      <a:pt x="765768" y="72417"/>
                      <a:pt x="818226" y="21269"/>
                      <a:pt x="893681" y="5883"/>
                    </a:cubicBezTo>
                    <a:cubicBezTo>
                      <a:pt x="969217" y="-9502"/>
                      <a:pt x="1038451" y="4001"/>
                      <a:pt x="1094264" y="61697"/>
                    </a:cubicBezTo>
                    <a:cubicBezTo>
                      <a:pt x="1115706" y="83875"/>
                      <a:pt x="1127818" y="111209"/>
                      <a:pt x="1134201" y="141161"/>
                    </a:cubicBezTo>
                    <a:cubicBezTo>
                      <a:pt x="1134283" y="150736"/>
                      <a:pt x="1129618" y="158265"/>
                      <a:pt x="1124708" y="166122"/>
                    </a:cubicBezTo>
                    <a:cubicBezTo>
                      <a:pt x="1068895" y="254425"/>
                      <a:pt x="1025603" y="349274"/>
                      <a:pt x="982147" y="443961"/>
                    </a:cubicBezTo>
                    <a:cubicBezTo>
                      <a:pt x="958496" y="495437"/>
                      <a:pt x="935418" y="547076"/>
                      <a:pt x="911603" y="598470"/>
                    </a:cubicBezTo>
                    <a:cubicBezTo>
                      <a:pt x="836476" y="761000"/>
                      <a:pt x="763231" y="924430"/>
                      <a:pt x="681557" y="1083768"/>
                    </a:cubicBezTo>
                    <a:cubicBezTo>
                      <a:pt x="599883" y="1243106"/>
                      <a:pt x="468616" y="1439694"/>
                      <a:pt x="400690" y="1539850"/>
                    </a:cubicBezTo>
                    <a:cubicBezTo>
                      <a:pt x="332764" y="1640006"/>
                      <a:pt x="313855" y="1643542"/>
                      <a:pt x="274000" y="1684706"/>
                    </a:cubicBezTo>
                    <a:close/>
                  </a:path>
                </a:pathLst>
              </a:custGeom>
              <a:solidFill>
                <a:srgbClr val="DB9F78"/>
              </a:solidFill>
              <a:ln w="8182"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6D6128CC-9C63-4535-8661-58751184BD21}"/>
                  </a:ext>
                </a:extLst>
              </p:cNvPr>
              <p:cNvSpPr/>
              <p:nvPr/>
            </p:nvSpPr>
            <p:spPr>
              <a:xfrm rot="4500000">
                <a:off x="2265114" y="4600089"/>
                <a:ext cx="408248" cy="625794"/>
              </a:xfrm>
              <a:custGeom>
                <a:avLst/>
                <a:gdLst>
                  <a:gd name="connsiteX0" fmla="*/ 606008 w 606071"/>
                  <a:gd name="connsiteY0" fmla="*/ 127342 h 897026"/>
                  <a:gd name="connsiteX1" fmla="*/ 598397 w 606071"/>
                  <a:gd name="connsiteY1" fmla="*/ 150912 h 897026"/>
                  <a:gd name="connsiteX2" fmla="*/ 530063 w 606071"/>
                  <a:gd name="connsiteY2" fmla="*/ 287663 h 897026"/>
                  <a:gd name="connsiteX3" fmla="*/ 377763 w 606071"/>
                  <a:gd name="connsiteY3" fmla="*/ 591526 h 897026"/>
                  <a:gd name="connsiteX4" fmla="*/ 198129 w 606071"/>
                  <a:gd name="connsiteY4" fmla="*/ 888433 h 897026"/>
                  <a:gd name="connsiteX5" fmla="*/ 189373 w 606071"/>
                  <a:gd name="connsiteY5" fmla="*/ 897026 h 897026"/>
                  <a:gd name="connsiteX6" fmla="*/ 0 w 606071"/>
                  <a:gd name="connsiteY6" fmla="*/ 787200 h 897026"/>
                  <a:gd name="connsiteX7" fmla="*/ 216461 w 606071"/>
                  <a:gd name="connsiteY7" fmla="*/ 235368 h 897026"/>
                  <a:gd name="connsiteX8" fmla="*/ 314257 w 606071"/>
                  <a:gd name="connsiteY8" fmla="*/ 70302 h 897026"/>
                  <a:gd name="connsiteX9" fmla="*/ 461155 w 606071"/>
                  <a:gd name="connsiteY9" fmla="*/ 3 h 897026"/>
                  <a:gd name="connsiteX10" fmla="*/ 584158 w 606071"/>
                  <a:gd name="connsiteY10" fmla="*/ 73166 h 897026"/>
                  <a:gd name="connsiteX11" fmla="*/ 606008 w 606071"/>
                  <a:gd name="connsiteY11" fmla="*/ 127342 h 897026"/>
                  <a:gd name="connsiteX0" fmla="*/ 606008 w 606071"/>
                  <a:gd name="connsiteY0" fmla="*/ 127342 h 897026"/>
                  <a:gd name="connsiteX1" fmla="*/ 598397 w 606071"/>
                  <a:gd name="connsiteY1" fmla="*/ 150912 h 897026"/>
                  <a:gd name="connsiteX2" fmla="*/ 530063 w 606071"/>
                  <a:gd name="connsiteY2" fmla="*/ 287663 h 897026"/>
                  <a:gd name="connsiteX3" fmla="*/ 377763 w 606071"/>
                  <a:gd name="connsiteY3" fmla="*/ 591526 h 897026"/>
                  <a:gd name="connsiteX4" fmla="*/ 198129 w 606071"/>
                  <a:gd name="connsiteY4" fmla="*/ 888433 h 897026"/>
                  <a:gd name="connsiteX5" fmla="*/ 189373 w 606071"/>
                  <a:gd name="connsiteY5" fmla="*/ 897026 h 897026"/>
                  <a:gd name="connsiteX6" fmla="*/ 0 w 606071"/>
                  <a:gd name="connsiteY6" fmla="*/ 787200 h 897026"/>
                  <a:gd name="connsiteX7" fmla="*/ 216461 w 606071"/>
                  <a:gd name="connsiteY7" fmla="*/ 235368 h 897026"/>
                  <a:gd name="connsiteX8" fmla="*/ 314257 w 606071"/>
                  <a:gd name="connsiteY8" fmla="*/ 70302 h 897026"/>
                  <a:gd name="connsiteX9" fmla="*/ 461155 w 606071"/>
                  <a:gd name="connsiteY9" fmla="*/ 3 h 897026"/>
                  <a:gd name="connsiteX10" fmla="*/ 584158 w 606071"/>
                  <a:gd name="connsiteY10" fmla="*/ 73166 h 897026"/>
                  <a:gd name="connsiteX11" fmla="*/ 606008 w 606071"/>
                  <a:gd name="connsiteY11" fmla="*/ 127342 h 897026"/>
                  <a:gd name="connsiteX0" fmla="*/ 606008 w 606071"/>
                  <a:gd name="connsiteY0" fmla="*/ 127342 h 1163733"/>
                  <a:gd name="connsiteX1" fmla="*/ 598397 w 606071"/>
                  <a:gd name="connsiteY1" fmla="*/ 150912 h 1163733"/>
                  <a:gd name="connsiteX2" fmla="*/ 530063 w 606071"/>
                  <a:gd name="connsiteY2" fmla="*/ 287663 h 1163733"/>
                  <a:gd name="connsiteX3" fmla="*/ 377763 w 606071"/>
                  <a:gd name="connsiteY3" fmla="*/ 591526 h 1163733"/>
                  <a:gd name="connsiteX4" fmla="*/ 198129 w 606071"/>
                  <a:gd name="connsiteY4" fmla="*/ 888433 h 1163733"/>
                  <a:gd name="connsiteX5" fmla="*/ 75774 w 606071"/>
                  <a:gd name="connsiteY5" fmla="*/ 1163733 h 1163733"/>
                  <a:gd name="connsiteX6" fmla="*/ 0 w 606071"/>
                  <a:gd name="connsiteY6" fmla="*/ 787200 h 1163733"/>
                  <a:gd name="connsiteX7" fmla="*/ 216461 w 606071"/>
                  <a:gd name="connsiteY7" fmla="*/ 235368 h 1163733"/>
                  <a:gd name="connsiteX8" fmla="*/ 314257 w 606071"/>
                  <a:gd name="connsiteY8" fmla="*/ 70302 h 1163733"/>
                  <a:gd name="connsiteX9" fmla="*/ 461155 w 606071"/>
                  <a:gd name="connsiteY9" fmla="*/ 3 h 1163733"/>
                  <a:gd name="connsiteX10" fmla="*/ 584158 w 606071"/>
                  <a:gd name="connsiteY10" fmla="*/ 73166 h 1163733"/>
                  <a:gd name="connsiteX11" fmla="*/ 606008 w 606071"/>
                  <a:gd name="connsiteY11" fmla="*/ 127342 h 1163733"/>
                  <a:gd name="connsiteX0" fmla="*/ 617095 w 617158"/>
                  <a:gd name="connsiteY0" fmla="*/ 127342 h 1163733"/>
                  <a:gd name="connsiteX1" fmla="*/ 609484 w 617158"/>
                  <a:gd name="connsiteY1" fmla="*/ 150912 h 1163733"/>
                  <a:gd name="connsiteX2" fmla="*/ 541150 w 617158"/>
                  <a:gd name="connsiteY2" fmla="*/ 287663 h 1163733"/>
                  <a:gd name="connsiteX3" fmla="*/ 388850 w 617158"/>
                  <a:gd name="connsiteY3" fmla="*/ 591526 h 1163733"/>
                  <a:gd name="connsiteX4" fmla="*/ 209216 w 617158"/>
                  <a:gd name="connsiteY4" fmla="*/ 888433 h 1163733"/>
                  <a:gd name="connsiteX5" fmla="*/ 86861 w 617158"/>
                  <a:gd name="connsiteY5" fmla="*/ 1163733 h 1163733"/>
                  <a:gd name="connsiteX6" fmla="*/ 11087 w 617158"/>
                  <a:gd name="connsiteY6" fmla="*/ 787200 h 1163733"/>
                  <a:gd name="connsiteX7" fmla="*/ 23848 w 617158"/>
                  <a:gd name="connsiteY7" fmla="*/ 740367 h 1163733"/>
                  <a:gd name="connsiteX8" fmla="*/ 227548 w 617158"/>
                  <a:gd name="connsiteY8" fmla="*/ 235368 h 1163733"/>
                  <a:gd name="connsiteX9" fmla="*/ 325344 w 617158"/>
                  <a:gd name="connsiteY9" fmla="*/ 70302 h 1163733"/>
                  <a:gd name="connsiteX10" fmla="*/ 472242 w 617158"/>
                  <a:gd name="connsiteY10" fmla="*/ 3 h 1163733"/>
                  <a:gd name="connsiteX11" fmla="*/ 595245 w 617158"/>
                  <a:gd name="connsiteY11" fmla="*/ 73166 h 1163733"/>
                  <a:gd name="connsiteX12" fmla="*/ 617095 w 617158"/>
                  <a:gd name="connsiteY12" fmla="*/ 127342 h 1163733"/>
                  <a:gd name="connsiteX0" fmla="*/ 614827 w 614890"/>
                  <a:gd name="connsiteY0" fmla="*/ 127342 h 1163733"/>
                  <a:gd name="connsiteX1" fmla="*/ 607216 w 614890"/>
                  <a:gd name="connsiteY1" fmla="*/ 150912 h 1163733"/>
                  <a:gd name="connsiteX2" fmla="*/ 538882 w 614890"/>
                  <a:gd name="connsiteY2" fmla="*/ 287663 h 1163733"/>
                  <a:gd name="connsiteX3" fmla="*/ 386582 w 614890"/>
                  <a:gd name="connsiteY3" fmla="*/ 591526 h 1163733"/>
                  <a:gd name="connsiteX4" fmla="*/ 206948 w 614890"/>
                  <a:gd name="connsiteY4" fmla="*/ 888433 h 1163733"/>
                  <a:gd name="connsiteX5" fmla="*/ 84593 w 614890"/>
                  <a:gd name="connsiteY5" fmla="*/ 1163733 h 1163733"/>
                  <a:gd name="connsiteX6" fmla="*/ 8819 w 614890"/>
                  <a:gd name="connsiteY6" fmla="*/ 787200 h 1163733"/>
                  <a:gd name="connsiteX7" fmla="*/ 26518 w 614890"/>
                  <a:gd name="connsiteY7" fmla="*/ 745306 h 1163733"/>
                  <a:gd name="connsiteX8" fmla="*/ 225280 w 614890"/>
                  <a:gd name="connsiteY8" fmla="*/ 235368 h 1163733"/>
                  <a:gd name="connsiteX9" fmla="*/ 323076 w 614890"/>
                  <a:gd name="connsiteY9" fmla="*/ 70302 h 1163733"/>
                  <a:gd name="connsiteX10" fmla="*/ 469974 w 614890"/>
                  <a:gd name="connsiteY10" fmla="*/ 3 h 1163733"/>
                  <a:gd name="connsiteX11" fmla="*/ 592977 w 614890"/>
                  <a:gd name="connsiteY11" fmla="*/ 73166 h 1163733"/>
                  <a:gd name="connsiteX12" fmla="*/ 614827 w 614890"/>
                  <a:gd name="connsiteY12" fmla="*/ 127342 h 1163733"/>
                  <a:gd name="connsiteX0" fmla="*/ 759660 w 759723"/>
                  <a:gd name="connsiteY0" fmla="*/ 127342 h 1163733"/>
                  <a:gd name="connsiteX1" fmla="*/ 752049 w 759723"/>
                  <a:gd name="connsiteY1" fmla="*/ 150912 h 1163733"/>
                  <a:gd name="connsiteX2" fmla="*/ 683715 w 759723"/>
                  <a:gd name="connsiteY2" fmla="*/ 287663 h 1163733"/>
                  <a:gd name="connsiteX3" fmla="*/ 531415 w 759723"/>
                  <a:gd name="connsiteY3" fmla="*/ 591526 h 1163733"/>
                  <a:gd name="connsiteX4" fmla="*/ 351781 w 759723"/>
                  <a:gd name="connsiteY4" fmla="*/ 888433 h 1163733"/>
                  <a:gd name="connsiteX5" fmla="*/ 229426 w 759723"/>
                  <a:gd name="connsiteY5" fmla="*/ 1163733 h 1163733"/>
                  <a:gd name="connsiteX6" fmla="*/ 541 w 759723"/>
                  <a:gd name="connsiteY6" fmla="*/ 1127991 h 1163733"/>
                  <a:gd name="connsiteX7" fmla="*/ 171351 w 759723"/>
                  <a:gd name="connsiteY7" fmla="*/ 745306 h 1163733"/>
                  <a:gd name="connsiteX8" fmla="*/ 370113 w 759723"/>
                  <a:gd name="connsiteY8" fmla="*/ 235368 h 1163733"/>
                  <a:gd name="connsiteX9" fmla="*/ 467909 w 759723"/>
                  <a:gd name="connsiteY9" fmla="*/ 70302 h 1163733"/>
                  <a:gd name="connsiteX10" fmla="*/ 614807 w 759723"/>
                  <a:gd name="connsiteY10" fmla="*/ 3 h 1163733"/>
                  <a:gd name="connsiteX11" fmla="*/ 737810 w 759723"/>
                  <a:gd name="connsiteY11" fmla="*/ 73166 h 1163733"/>
                  <a:gd name="connsiteX12" fmla="*/ 759660 w 759723"/>
                  <a:gd name="connsiteY12" fmla="*/ 127342 h 1163733"/>
                  <a:gd name="connsiteX0" fmla="*/ 759660 w 759723"/>
                  <a:gd name="connsiteY0" fmla="*/ 127342 h 1163733"/>
                  <a:gd name="connsiteX1" fmla="*/ 752049 w 759723"/>
                  <a:gd name="connsiteY1" fmla="*/ 150912 h 1163733"/>
                  <a:gd name="connsiteX2" fmla="*/ 683715 w 759723"/>
                  <a:gd name="connsiteY2" fmla="*/ 287663 h 1163733"/>
                  <a:gd name="connsiteX3" fmla="*/ 531415 w 759723"/>
                  <a:gd name="connsiteY3" fmla="*/ 591526 h 1163733"/>
                  <a:gd name="connsiteX4" fmla="*/ 351781 w 759723"/>
                  <a:gd name="connsiteY4" fmla="*/ 888433 h 1163733"/>
                  <a:gd name="connsiteX5" fmla="*/ 229426 w 759723"/>
                  <a:gd name="connsiteY5" fmla="*/ 1163733 h 1163733"/>
                  <a:gd name="connsiteX6" fmla="*/ 541 w 759723"/>
                  <a:gd name="connsiteY6" fmla="*/ 1127991 h 1163733"/>
                  <a:gd name="connsiteX7" fmla="*/ 171351 w 759723"/>
                  <a:gd name="connsiteY7" fmla="*/ 745306 h 1163733"/>
                  <a:gd name="connsiteX8" fmla="*/ 370113 w 759723"/>
                  <a:gd name="connsiteY8" fmla="*/ 235368 h 1163733"/>
                  <a:gd name="connsiteX9" fmla="*/ 467909 w 759723"/>
                  <a:gd name="connsiteY9" fmla="*/ 70302 h 1163733"/>
                  <a:gd name="connsiteX10" fmla="*/ 614807 w 759723"/>
                  <a:gd name="connsiteY10" fmla="*/ 3 h 1163733"/>
                  <a:gd name="connsiteX11" fmla="*/ 737810 w 759723"/>
                  <a:gd name="connsiteY11" fmla="*/ 73166 h 1163733"/>
                  <a:gd name="connsiteX12" fmla="*/ 759660 w 759723"/>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51240 w 759182"/>
                  <a:gd name="connsiteY4" fmla="*/ 888433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51240 w 759182"/>
                  <a:gd name="connsiteY4" fmla="*/ 888433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70996 w 759182"/>
                  <a:gd name="connsiteY4" fmla="*/ 908188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9182" h="1163733">
                    <a:moveTo>
                      <a:pt x="759119" y="127342"/>
                    </a:moveTo>
                    <a:cubicBezTo>
                      <a:pt x="759774" y="136263"/>
                      <a:pt x="755191" y="143465"/>
                      <a:pt x="751508" y="150912"/>
                    </a:cubicBezTo>
                    <a:lnTo>
                      <a:pt x="683174" y="287663"/>
                    </a:lnTo>
                    <a:lnTo>
                      <a:pt x="530874" y="591526"/>
                    </a:lnTo>
                    <a:cubicBezTo>
                      <a:pt x="478844" y="694947"/>
                      <a:pt x="421328" y="812820"/>
                      <a:pt x="370996" y="908188"/>
                    </a:cubicBezTo>
                    <a:cubicBezTo>
                      <a:pt x="320665" y="1003556"/>
                      <a:pt x="231831" y="1160869"/>
                      <a:pt x="228885" y="1163733"/>
                    </a:cubicBezTo>
                    <a:cubicBezTo>
                      <a:pt x="171733" y="1152781"/>
                      <a:pt x="84162" y="1152485"/>
                      <a:pt x="0" y="1127991"/>
                    </a:cubicBezTo>
                    <a:cubicBezTo>
                      <a:pt x="29011" y="1032734"/>
                      <a:pt x="134733" y="837278"/>
                      <a:pt x="170810" y="745306"/>
                    </a:cubicBezTo>
                    <a:cubicBezTo>
                      <a:pt x="206887" y="653334"/>
                      <a:pt x="320146" y="347868"/>
                      <a:pt x="369572" y="235368"/>
                    </a:cubicBezTo>
                    <a:cubicBezTo>
                      <a:pt x="418998" y="122868"/>
                      <a:pt x="422275" y="117767"/>
                      <a:pt x="467368" y="70302"/>
                    </a:cubicBezTo>
                    <a:cubicBezTo>
                      <a:pt x="507222" y="28319"/>
                      <a:pt x="553870" y="330"/>
                      <a:pt x="614266" y="3"/>
                    </a:cubicBezTo>
                    <a:cubicBezTo>
                      <a:pt x="670407" y="-324"/>
                      <a:pt x="710017" y="25945"/>
                      <a:pt x="737269" y="73166"/>
                    </a:cubicBezTo>
                    <a:cubicBezTo>
                      <a:pt x="746925" y="90025"/>
                      <a:pt x="754372" y="108192"/>
                      <a:pt x="759119" y="127342"/>
                    </a:cubicBezTo>
                    <a:close/>
                  </a:path>
                </a:pathLst>
              </a:custGeom>
              <a:solidFill>
                <a:srgbClr val="D39064"/>
              </a:solidFill>
              <a:ln w="8182"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18411B77-11FD-4286-859C-609F8D514C21}"/>
                </a:ext>
              </a:extLst>
            </p:cNvPr>
            <p:cNvGrpSpPr/>
            <p:nvPr/>
          </p:nvGrpSpPr>
          <p:grpSpPr>
            <a:xfrm flipH="1">
              <a:off x="4020956" y="4937462"/>
              <a:ext cx="1066829" cy="992714"/>
              <a:chOff x="1954664" y="4708862"/>
              <a:chExt cx="1066829" cy="992714"/>
            </a:xfrm>
          </p:grpSpPr>
          <p:sp>
            <p:nvSpPr>
              <p:cNvPr id="31" name="Freeform: Shape 30">
                <a:extLst>
                  <a:ext uri="{FF2B5EF4-FFF2-40B4-BE49-F238E27FC236}">
                    <a16:creationId xmlns:a16="http://schemas.microsoft.com/office/drawing/2014/main" id="{74086D70-6D25-4D26-8A29-FF2C3278E874}"/>
                  </a:ext>
                </a:extLst>
              </p:cNvPr>
              <p:cNvSpPr/>
              <p:nvPr/>
            </p:nvSpPr>
            <p:spPr>
              <a:xfrm rot="4500000">
                <a:off x="2081674" y="4761756"/>
                <a:ext cx="812810" cy="1066829"/>
              </a:xfrm>
              <a:custGeom>
                <a:avLst/>
                <a:gdLst>
                  <a:gd name="connsiteX0" fmla="*/ 167276 w 1511513"/>
                  <a:gd name="connsiteY0" fmla="*/ 1679535 h 1983889"/>
                  <a:gd name="connsiteX1" fmla="*/ 257379 w 1511513"/>
                  <a:gd name="connsiteY1" fmla="*/ 1587222 h 1983889"/>
                  <a:gd name="connsiteX2" fmla="*/ 398795 w 1511513"/>
                  <a:gd name="connsiteY2" fmla="*/ 1386638 h 1983889"/>
                  <a:gd name="connsiteX3" fmla="*/ 548395 w 1511513"/>
                  <a:gd name="connsiteY3" fmla="*/ 1128112 h 1983889"/>
                  <a:gd name="connsiteX4" fmla="*/ 665750 w 1511513"/>
                  <a:gd name="connsiteY4" fmla="*/ 891765 h 1983889"/>
                  <a:gd name="connsiteX5" fmla="*/ 850866 w 1511513"/>
                  <a:gd name="connsiteY5" fmla="*/ 500172 h 1983889"/>
                  <a:gd name="connsiteX6" fmla="*/ 1019207 w 1511513"/>
                  <a:gd name="connsiteY6" fmla="*/ 163982 h 1983889"/>
                  <a:gd name="connsiteX7" fmla="*/ 1070682 w 1511513"/>
                  <a:gd name="connsiteY7" fmla="*/ 98267 h 1983889"/>
                  <a:gd name="connsiteX8" fmla="*/ 1240168 w 1511513"/>
                  <a:gd name="connsiteY8" fmla="*/ 6363 h 1983889"/>
                  <a:gd name="connsiteX9" fmla="*/ 1261692 w 1511513"/>
                  <a:gd name="connsiteY9" fmla="*/ 2680 h 1983889"/>
                  <a:gd name="connsiteX10" fmla="*/ 1269548 w 1511513"/>
                  <a:gd name="connsiteY10" fmla="*/ 2271 h 1983889"/>
                  <a:gd name="connsiteX11" fmla="*/ 1323970 w 1511513"/>
                  <a:gd name="connsiteY11" fmla="*/ 2026 h 1983889"/>
                  <a:gd name="connsiteX12" fmla="*/ 1413337 w 1511513"/>
                  <a:gd name="connsiteY12" fmla="*/ 27804 h 1983889"/>
                  <a:gd name="connsiteX13" fmla="*/ 1505323 w 1511513"/>
                  <a:gd name="connsiteY13" fmla="*/ 146224 h 1983889"/>
                  <a:gd name="connsiteX14" fmla="*/ 1509251 w 1511513"/>
                  <a:gd name="connsiteY14" fmla="*/ 158090 h 1983889"/>
                  <a:gd name="connsiteX15" fmla="*/ 1508433 w 1511513"/>
                  <a:gd name="connsiteY15" fmla="*/ 204083 h 1983889"/>
                  <a:gd name="connsiteX16" fmla="*/ 1444681 w 1511513"/>
                  <a:gd name="connsiteY16" fmla="*/ 282156 h 1983889"/>
                  <a:gd name="connsiteX17" fmla="*/ 1335755 w 1511513"/>
                  <a:gd name="connsiteY17" fmla="*/ 397793 h 1983889"/>
                  <a:gd name="connsiteX18" fmla="*/ 1172816 w 1511513"/>
                  <a:gd name="connsiteY18" fmla="*/ 620555 h 1983889"/>
                  <a:gd name="connsiteX19" fmla="*/ 939415 w 1511513"/>
                  <a:gd name="connsiteY19" fmla="*/ 1003146 h 1983889"/>
                  <a:gd name="connsiteX20" fmla="*/ 735721 w 1511513"/>
                  <a:gd name="connsiteY20" fmla="*/ 1337617 h 1983889"/>
                  <a:gd name="connsiteX21" fmla="*/ 556005 w 1511513"/>
                  <a:gd name="connsiteY21" fmla="*/ 1586976 h 1983889"/>
                  <a:gd name="connsiteX22" fmla="*/ 295025 w 1511513"/>
                  <a:gd name="connsiteY22" fmla="*/ 1828234 h 1983889"/>
                  <a:gd name="connsiteX23" fmla="*/ 47466 w 1511513"/>
                  <a:gd name="connsiteY23" fmla="*/ 1972514 h 1983889"/>
                  <a:gd name="connsiteX24" fmla="*/ 16040 w 1511513"/>
                  <a:gd name="connsiteY24" fmla="*/ 1983889 h 1983889"/>
                  <a:gd name="connsiteX25" fmla="*/ 0 w 1511513"/>
                  <a:gd name="connsiteY25" fmla="*/ 1981352 h 1983889"/>
                  <a:gd name="connsiteX26" fmla="*/ 60723 w 1511513"/>
                  <a:gd name="connsiteY26" fmla="*/ 1928976 h 1983889"/>
                  <a:gd name="connsiteX27" fmla="*/ 162120 w 1511513"/>
                  <a:gd name="connsiteY27" fmla="*/ 1718326 h 1983889"/>
                  <a:gd name="connsiteX28" fmla="*/ 167276 w 1511513"/>
                  <a:gd name="connsiteY28" fmla="*/ 1679535 h 198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1513" h="1983889">
                    <a:moveTo>
                      <a:pt x="167276" y="1679535"/>
                    </a:moveTo>
                    <a:cubicBezTo>
                      <a:pt x="201321" y="1643445"/>
                      <a:pt x="229064" y="1620693"/>
                      <a:pt x="257379" y="1587222"/>
                    </a:cubicBezTo>
                    <a:cubicBezTo>
                      <a:pt x="310001" y="1524861"/>
                      <a:pt x="354684" y="1455299"/>
                      <a:pt x="398795" y="1386638"/>
                    </a:cubicBezTo>
                    <a:cubicBezTo>
                      <a:pt x="452726" y="1302590"/>
                      <a:pt x="501174" y="1216170"/>
                      <a:pt x="548395" y="1128112"/>
                    </a:cubicBezTo>
                    <a:cubicBezTo>
                      <a:pt x="590705" y="1049139"/>
                      <a:pt x="627613" y="972703"/>
                      <a:pt x="665750" y="891765"/>
                    </a:cubicBezTo>
                    <a:cubicBezTo>
                      <a:pt x="726801" y="762216"/>
                      <a:pt x="790061" y="629803"/>
                      <a:pt x="850866" y="500172"/>
                    </a:cubicBezTo>
                    <a:cubicBezTo>
                      <a:pt x="904552" y="385681"/>
                      <a:pt x="949645" y="270290"/>
                      <a:pt x="1019207" y="163982"/>
                    </a:cubicBezTo>
                    <a:cubicBezTo>
                      <a:pt x="1024690" y="155635"/>
                      <a:pt x="1058162" y="111770"/>
                      <a:pt x="1070682" y="98267"/>
                    </a:cubicBezTo>
                    <a:cubicBezTo>
                      <a:pt x="1117085" y="48018"/>
                      <a:pt x="1174125" y="19375"/>
                      <a:pt x="1240168" y="6363"/>
                    </a:cubicBezTo>
                    <a:cubicBezTo>
                      <a:pt x="1246797" y="2026"/>
                      <a:pt x="1255063" y="7181"/>
                      <a:pt x="1261692" y="2680"/>
                    </a:cubicBezTo>
                    <a:cubicBezTo>
                      <a:pt x="1264311" y="2517"/>
                      <a:pt x="1266930" y="2435"/>
                      <a:pt x="1269548" y="2271"/>
                    </a:cubicBezTo>
                    <a:cubicBezTo>
                      <a:pt x="1287716" y="-839"/>
                      <a:pt x="1305802" y="-593"/>
                      <a:pt x="1323970" y="2026"/>
                    </a:cubicBezTo>
                    <a:cubicBezTo>
                      <a:pt x="1354496" y="8081"/>
                      <a:pt x="1385103" y="12910"/>
                      <a:pt x="1413337" y="27804"/>
                    </a:cubicBezTo>
                    <a:cubicBezTo>
                      <a:pt x="1462194" y="53583"/>
                      <a:pt x="1495993" y="90083"/>
                      <a:pt x="1505323" y="146224"/>
                    </a:cubicBezTo>
                    <a:cubicBezTo>
                      <a:pt x="1505977" y="150315"/>
                      <a:pt x="1507942" y="154162"/>
                      <a:pt x="1509251" y="158090"/>
                    </a:cubicBezTo>
                    <a:cubicBezTo>
                      <a:pt x="1511788" y="173475"/>
                      <a:pt x="1513016" y="188861"/>
                      <a:pt x="1508433" y="204083"/>
                    </a:cubicBezTo>
                    <a:cubicBezTo>
                      <a:pt x="1505404" y="244838"/>
                      <a:pt x="1470296" y="260632"/>
                      <a:pt x="1444681" y="282156"/>
                    </a:cubicBezTo>
                    <a:cubicBezTo>
                      <a:pt x="1403680" y="316609"/>
                      <a:pt x="1369554" y="357201"/>
                      <a:pt x="1335755" y="397793"/>
                    </a:cubicBezTo>
                    <a:cubicBezTo>
                      <a:pt x="1276832" y="468582"/>
                      <a:pt x="1223146" y="543382"/>
                      <a:pt x="1172816" y="620555"/>
                    </a:cubicBezTo>
                    <a:cubicBezTo>
                      <a:pt x="1091142" y="745685"/>
                      <a:pt x="1015361" y="874415"/>
                      <a:pt x="939415" y="1003146"/>
                    </a:cubicBezTo>
                    <a:cubicBezTo>
                      <a:pt x="873045" y="1115591"/>
                      <a:pt x="805774" y="1227381"/>
                      <a:pt x="735721" y="1337617"/>
                    </a:cubicBezTo>
                    <a:cubicBezTo>
                      <a:pt x="680644" y="1424365"/>
                      <a:pt x="621148" y="1507758"/>
                      <a:pt x="556005" y="1586976"/>
                    </a:cubicBezTo>
                    <a:cubicBezTo>
                      <a:pt x="479978" y="1679453"/>
                      <a:pt x="392739" y="1758181"/>
                      <a:pt x="295025" y="1828234"/>
                    </a:cubicBezTo>
                    <a:cubicBezTo>
                      <a:pt x="216297" y="1884702"/>
                      <a:pt x="134705" y="1930940"/>
                      <a:pt x="47466" y="1972514"/>
                    </a:cubicBezTo>
                    <a:cubicBezTo>
                      <a:pt x="38054" y="1977015"/>
                      <a:pt x="25860" y="1980370"/>
                      <a:pt x="16040" y="1983889"/>
                    </a:cubicBezTo>
                    <a:cubicBezTo>
                      <a:pt x="-7775" y="1981598"/>
                      <a:pt x="7120" y="1984707"/>
                      <a:pt x="0" y="1981352"/>
                    </a:cubicBezTo>
                    <a:cubicBezTo>
                      <a:pt x="18577" y="1969731"/>
                      <a:pt x="49921" y="1939861"/>
                      <a:pt x="60723" y="1928976"/>
                    </a:cubicBezTo>
                    <a:cubicBezTo>
                      <a:pt x="118501" y="1870708"/>
                      <a:pt x="149026" y="1798281"/>
                      <a:pt x="162120" y="1718326"/>
                    </a:cubicBezTo>
                    <a:cubicBezTo>
                      <a:pt x="163921" y="1707114"/>
                      <a:pt x="165394" y="1692138"/>
                      <a:pt x="167276" y="1679535"/>
                    </a:cubicBezTo>
                    <a:close/>
                  </a:path>
                </a:pathLst>
              </a:custGeom>
              <a:solidFill>
                <a:srgbClr val="E1AF8E"/>
              </a:solidFill>
              <a:ln w="8182"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3F7BA3C1-917E-4387-B7FD-FCE60940B658}"/>
                  </a:ext>
                </a:extLst>
              </p:cNvPr>
              <p:cNvSpPr/>
              <p:nvPr/>
            </p:nvSpPr>
            <p:spPr>
              <a:xfrm rot="4500000">
                <a:off x="2221090" y="4668309"/>
                <a:ext cx="609914" cy="905945"/>
              </a:xfrm>
              <a:custGeom>
                <a:avLst/>
                <a:gdLst>
                  <a:gd name="connsiteX0" fmla="*/ 76027 w 1005786"/>
                  <a:gd name="connsiteY0" fmla="*/ 1512598 h 1681837"/>
                  <a:gd name="connsiteX1" fmla="*/ 89121 w 1005786"/>
                  <a:gd name="connsiteY1" fmla="*/ 1490092 h 1681837"/>
                  <a:gd name="connsiteX2" fmla="*/ 48530 w 1005786"/>
                  <a:gd name="connsiteY2" fmla="*/ 1224529 h 1681837"/>
                  <a:gd name="connsiteX3" fmla="*/ 0 w 1005786"/>
                  <a:gd name="connsiteY3" fmla="*/ 1159222 h 1681837"/>
                  <a:gd name="connsiteX4" fmla="*/ 24306 w 1005786"/>
                  <a:gd name="connsiteY4" fmla="*/ 1120513 h 1681837"/>
                  <a:gd name="connsiteX5" fmla="*/ 224235 w 1005786"/>
                  <a:gd name="connsiteY5" fmla="*/ 771311 h 1681837"/>
                  <a:gd name="connsiteX6" fmla="*/ 363850 w 1005786"/>
                  <a:gd name="connsiteY6" fmla="*/ 489299 h 1681837"/>
                  <a:gd name="connsiteX7" fmla="*/ 416799 w 1005786"/>
                  <a:gd name="connsiteY7" fmla="*/ 389538 h 1681837"/>
                  <a:gd name="connsiteX8" fmla="*/ 429484 w 1005786"/>
                  <a:gd name="connsiteY8" fmla="*/ 374071 h 1681837"/>
                  <a:gd name="connsiteX9" fmla="*/ 589723 w 1005786"/>
                  <a:gd name="connsiteY9" fmla="*/ 128476 h 1681837"/>
                  <a:gd name="connsiteX10" fmla="*/ 765265 w 1005786"/>
                  <a:gd name="connsiteY10" fmla="*/ 5883 h 1681837"/>
                  <a:gd name="connsiteX11" fmla="*/ 965848 w 1005786"/>
                  <a:gd name="connsiteY11" fmla="*/ 61697 h 1681837"/>
                  <a:gd name="connsiteX12" fmla="*/ 1005785 w 1005786"/>
                  <a:gd name="connsiteY12" fmla="*/ 141161 h 1681837"/>
                  <a:gd name="connsiteX13" fmla="*/ 996292 w 1005786"/>
                  <a:gd name="connsiteY13" fmla="*/ 166122 h 1681837"/>
                  <a:gd name="connsiteX14" fmla="*/ 853731 w 1005786"/>
                  <a:gd name="connsiteY14" fmla="*/ 443961 h 1681837"/>
                  <a:gd name="connsiteX15" fmla="*/ 783187 w 1005786"/>
                  <a:gd name="connsiteY15" fmla="*/ 598470 h 1681837"/>
                  <a:gd name="connsiteX16" fmla="*/ 553141 w 1005786"/>
                  <a:gd name="connsiteY16" fmla="*/ 1083768 h 1681837"/>
                  <a:gd name="connsiteX17" fmla="*/ 272274 w 1005786"/>
                  <a:gd name="connsiteY17" fmla="*/ 1539850 h 1681837"/>
                  <a:gd name="connsiteX18" fmla="*/ 160402 w 1005786"/>
                  <a:gd name="connsiteY18" fmla="*/ 1669889 h 1681837"/>
                  <a:gd name="connsiteX19" fmla="*/ 144280 w 1005786"/>
                  <a:gd name="connsiteY19" fmla="*/ 1681838 h 1681837"/>
                  <a:gd name="connsiteX20" fmla="*/ 76027 w 1005786"/>
                  <a:gd name="connsiteY20" fmla="*/ 1512598 h 1681837"/>
                  <a:gd name="connsiteX0" fmla="*/ 204443 w 1134202"/>
                  <a:gd name="connsiteY0" fmla="*/ 1512598 h 1681837"/>
                  <a:gd name="connsiteX1" fmla="*/ 217537 w 1134202"/>
                  <a:gd name="connsiteY1" fmla="*/ 1490092 h 1681837"/>
                  <a:gd name="connsiteX2" fmla="*/ 176946 w 1134202"/>
                  <a:gd name="connsiteY2" fmla="*/ 1224529 h 1681837"/>
                  <a:gd name="connsiteX3" fmla="*/ 0 w 1134202"/>
                  <a:gd name="connsiteY3" fmla="*/ 1440747 h 1681837"/>
                  <a:gd name="connsiteX4" fmla="*/ 152722 w 1134202"/>
                  <a:gd name="connsiteY4" fmla="*/ 1120513 h 1681837"/>
                  <a:gd name="connsiteX5" fmla="*/ 352651 w 1134202"/>
                  <a:gd name="connsiteY5" fmla="*/ 771311 h 1681837"/>
                  <a:gd name="connsiteX6" fmla="*/ 492266 w 1134202"/>
                  <a:gd name="connsiteY6" fmla="*/ 489299 h 1681837"/>
                  <a:gd name="connsiteX7" fmla="*/ 545215 w 1134202"/>
                  <a:gd name="connsiteY7" fmla="*/ 389538 h 1681837"/>
                  <a:gd name="connsiteX8" fmla="*/ 557900 w 1134202"/>
                  <a:gd name="connsiteY8" fmla="*/ 374071 h 1681837"/>
                  <a:gd name="connsiteX9" fmla="*/ 718139 w 1134202"/>
                  <a:gd name="connsiteY9" fmla="*/ 128476 h 1681837"/>
                  <a:gd name="connsiteX10" fmla="*/ 893681 w 1134202"/>
                  <a:gd name="connsiteY10" fmla="*/ 5883 h 1681837"/>
                  <a:gd name="connsiteX11" fmla="*/ 1094264 w 1134202"/>
                  <a:gd name="connsiteY11" fmla="*/ 61697 h 1681837"/>
                  <a:gd name="connsiteX12" fmla="*/ 1134201 w 1134202"/>
                  <a:gd name="connsiteY12" fmla="*/ 141161 h 1681837"/>
                  <a:gd name="connsiteX13" fmla="*/ 1124708 w 1134202"/>
                  <a:gd name="connsiteY13" fmla="*/ 166122 h 1681837"/>
                  <a:gd name="connsiteX14" fmla="*/ 982147 w 1134202"/>
                  <a:gd name="connsiteY14" fmla="*/ 443961 h 1681837"/>
                  <a:gd name="connsiteX15" fmla="*/ 911603 w 1134202"/>
                  <a:gd name="connsiteY15" fmla="*/ 598470 h 1681837"/>
                  <a:gd name="connsiteX16" fmla="*/ 681557 w 1134202"/>
                  <a:gd name="connsiteY16" fmla="*/ 1083768 h 1681837"/>
                  <a:gd name="connsiteX17" fmla="*/ 400690 w 1134202"/>
                  <a:gd name="connsiteY17" fmla="*/ 1539850 h 1681837"/>
                  <a:gd name="connsiteX18" fmla="*/ 288818 w 1134202"/>
                  <a:gd name="connsiteY18" fmla="*/ 1669889 h 1681837"/>
                  <a:gd name="connsiteX19" fmla="*/ 272696 w 1134202"/>
                  <a:gd name="connsiteY19" fmla="*/ 1681838 h 1681837"/>
                  <a:gd name="connsiteX20" fmla="*/ 204443 w 1134202"/>
                  <a:gd name="connsiteY20" fmla="*/ 1512598 h 1681837"/>
                  <a:gd name="connsiteX0" fmla="*/ 205217 w 1134976"/>
                  <a:gd name="connsiteY0" fmla="*/ 1512598 h 1681837"/>
                  <a:gd name="connsiteX1" fmla="*/ 218311 w 1134976"/>
                  <a:gd name="connsiteY1" fmla="*/ 1490092 h 1681837"/>
                  <a:gd name="connsiteX2" fmla="*/ 774 w 1134976"/>
                  <a:gd name="connsiteY2" fmla="*/ 1440747 h 1681837"/>
                  <a:gd name="connsiteX3" fmla="*/ 153496 w 1134976"/>
                  <a:gd name="connsiteY3" fmla="*/ 1120513 h 1681837"/>
                  <a:gd name="connsiteX4" fmla="*/ 353425 w 1134976"/>
                  <a:gd name="connsiteY4" fmla="*/ 771311 h 1681837"/>
                  <a:gd name="connsiteX5" fmla="*/ 493040 w 1134976"/>
                  <a:gd name="connsiteY5" fmla="*/ 489299 h 1681837"/>
                  <a:gd name="connsiteX6" fmla="*/ 545989 w 1134976"/>
                  <a:gd name="connsiteY6" fmla="*/ 389538 h 1681837"/>
                  <a:gd name="connsiteX7" fmla="*/ 558674 w 1134976"/>
                  <a:gd name="connsiteY7" fmla="*/ 374071 h 1681837"/>
                  <a:gd name="connsiteX8" fmla="*/ 718913 w 1134976"/>
                  <a:gd name="connsiteY8" fmla="*/ 128476 h 1681837"/>
                  <a:gd name="connsiteX9" fmla="*/ 894455 w 1134976"/>
                  <a:gd name="connsiteY9" fmla="*/ 5883 h 1681837"/>
                  <a:gd name="connsiteX10" fmla="*/ 1095038 w 1134976"/>
                  <a:gd name="connsiteY10" fmla="*/ 61697 h 1681837"/>
                  <a:gd name="connsiteX11" fmla="*/ 1134975 w 1134976"/>
                  <a:gd name="connsiteY11" fmla="*/ 141161 h 1681837"/>
                  <a:gd name="connsiteX12" fmla="*/ 1125482 w 1134976"/>
                  <a:gd name="connsiteY12" fmla="*/ 166122 h 1681837"/>
                  <a:gd name="connsiteX13" fmla="*/ 982921 w 1134976"/>
                  <a:gd name="connsiteY13" fmla="*/ 443961 h 1681837"/>
                  <a:gd name="connsiteX14" fmla="*/ 912377 w 1134976"/>
                  <a:gd name="connsiteY14" fmla="*/ 598470 h 1681837"/>
                  <a:gd name="connsiteX15" fmla="*/ 682331 w 1134976"/>
                  <a:gd name="connsiteY15" fmla="*/ 1083768 h 1681837"/>
                  <a:gd name="connsiteX16" fmla="*/ 401464 w 1134976"/>
                  <a:gd name="connsiteY16" fmla="*/ 1539850 h 1681837"/>
                  <a:gd name="connsiteX17" fmla="*/ 289592 w 1134976"/>
                  <a:gd name="connsiteY17" fmla="*/ 1669889 h 1681837"/>
                  <a:gd name="connsiteX18" fmla="*/ 273470 w 1134976"/>
                  <a:gd name="connsiteY18" fmla="*/ 1681838 h 1681837"/>
                  <a:gd name="connsiteX19" fmla="*/ 205217 w 1134976"/>
                  <a:gd name="connsiteY19" fmla="*/ 1512598 h 1681837"/>
                  <a:gd name="connsiteX0" fmla="*/ 273470 w 1134976"/>
                  <a:gd name="connsiteY0" fmla="*/ 1681838 h 1681837"/>
                  <a:gd name="connsiteX1" fmla="*/ 218311 w 1134976"/>
                  <a:gd name="connsiteY1" fmla="*/ 1490092 h 1681837"/>
                  <a:gd name="connsiteX2" fmla="*/ 774 w 1134976"/>
                  <a:gd name="connsiteY2" fmla="*/ 1440747 h 1681837"/>
                  <a:gd name="connsiteX3" fmla="*/ 153496 w 1134976"/>
                  <a:gd name="connsiteY3" fmla="*/ 1120513 h 1681837"/>
                  <a:gd name="connsiteX4" fmla="*/ 353425 w 1134976"/>
                  <a:gd name="connsiteY4" fmla="*/ 771311 h 1681837"/>
                  <a:gd name="connsiteX5" fmla="*/ 493040 w 1134976"/>
                  <a:gd name="connsiteY5" fmla="*/ 489299 h 1681837"/>
                  <a:gd name="connsiteX6" fmla="*/ 545989 w 1134976"/>
                  <a:gd name="connsiteY6" fmla="*/ 389538 h 1681837"/>
                  <a:gd name="connsiteX7" fmla="*/ 558674 w 1134976"/>
                  <a:gd name="connsiteY7" fmla="*/ 374071 h 1681837"/>
                  <a:gd name="connsiteX8" fmla="*/ 718913 w 1134976"/>
                  <a:gd name="connsiteY8" fmla="*/ 128476 h 1681837"/>
                  <a:gd name="connsiteX9" fmla="*/ 894455 w 1134976"/>
                  <a:gd name="connsiteY9" fmla="*/ 5883 h 1681837"/>
                  <a:gd name="connsiteX10" fmla="*/ 1095038 w 1134976"/>
                  <a:gd name="connsiteY10" fmla="*/ 61697 h 1681837"/>
                  <a:gd name="connsiteX11" fmla="*/ 1134975 w 1134976"/>
                  <a:gd name="connsiteY11" fmla="*/ 141161 h 1681837"/>
                  <a:gd name="connsiteX12" fmla="*/ 1125482 w 1134976"/>
                  <a:gd name="connsiteY12" fmla="*/ 166122 h 1681837"/>
                  <a:gd name="connsiteX13" fmla="*/ 982921 w 1134976"/>
                  <a:gd name="connsiteY13" fmla="*/ 443961 h 1681837"/>
                  <a:gd name="connsiteX14" fmla="*/ 912377 w 1134976"/>
                  <a:gd name="connsiteY14" fmla="*/ 598470 h 1681837"/>
                  <a:gd name="connsiteX15" fmla="*/ 682331 w 1134976"/>
                  <a:gd name="connsiteY15" fmla="*/ 1083768 h 1681837"/>
                  <a:gd name="connsiteX16" fmla="*/ 401464 w 1134976"/>
                  <a:gd name="connsiteY16" fmla="*/ 1539850 h 1681837"/>
                  <a:gd name="connsiteX17" fmla="*/ 289592 w 1134976"/>
                  <a:gd name="connsiteY17" fmla="*/ 1669889 h 1681837"/>
                  <a:gd name="connsiteX18" fmla="*/ 273470 w 1134976"/>
                  <a:gd name="connsiteY18" fmla="*/ 1681838 h 1681837"/>
                  <a:gd name="connsiteX0" fmla="*/ 272696 w 1134202"/>
                  <a:gd name="connsiteY0" fmla="*/ 1681838 h 1681837"/>
                  <a:gd name="connsiteX1" fmla="*/ 217537 w 1134202"/>
                  <a:gd name="connsiteY1" fmla="*/ 1490092 h 1681837"/>
                  <a:gd name="connsiteX2" fmla="*/ 0 w 1134202"/>
                  <a:gd name="connsiteY2" fmla="*/ 1440747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17537 w 1134202"/>
                  <a:gd name="connsiteY1" fmla="*/ 1490092 h 1681837"/>
                  <a:gd name="connsiteX2" fmla="*/ 0 w 1134202"/>
                  <a:gd name="connsiteY2" fmla="*/ 1440747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17537 w 1134202"/>
                  <a:gd name="connsiteY1" fmla="*/ 1490092 h 1681837"/>
                  <a:gd name="connsiteX2" fmla="*/ 0 w 1134202"/>
                  <a:gd name="connsiteY2" fmla="*/ 1425930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2722 w 1134202"/>
                  <a:gd name="connsiteY3" fmla="*/ 1120513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2720 w 1134202"/>
                  <a:gd name="connsiteY1" fmla="*/ 1504908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72696 w 1134202"/>
                  <a:gd name="connsiteY0" fmla="*/ 1681838 h 1681837"/>
                  <a:gd name="connsiteX1" fmla="*/ 207659 w 1134202"/>
                  <a:gd name="connsiteY1" fmla="*/ 1524664 h 1681837"/>
                  <a:gd name="connsiteX2" fmla="*/ 0 w 1134202"/>
                  <a:gd name="connsiteY2" fmla="*/ 1425930 h 1681837"/>
                  <a:gd name="connsiteX3" fmla="*/ 157661 w 1134202"/>
                  <a:gd name="connsiteY3" fmla="*/ 1135329 h 1681837"/>
                  <a:gd name="connsiteX4" fmla="*/ 352651 w 1134202"/>
                  <a:gd name="connsiteY4" fmla="*/ 771311 h 1681837"/>
                  <a:gd name="connsiteX5" fmla="*/ 492266 w 1134202"/>
                  <a:gd name="connsiteY5" fmla="*/ 489299 h 1681837"/>
                  <a:gd name="connsiteX6" fmla="*/ 545215 w 1134202"/>
                  <a:gd name="connsiteY6" fmla="*/ 389538 h 1681837"/>
                  <a:gd name="connsiteX7" fmla="*/ 557900 w 1134202"/>
                  <a:gd name="connsiteY7" fmla="*/ 374071 h 1681837"/>
                  <a:gd name="connsiteX8" fmla="*/ 718139 w 1134202"/>
                  <a:gd name="connsiteY8" fmla="*/ 128476 h 1681837"/>
                  <a:gd name="connsiteX9" fmla="*/ 893681 w 1134202"/>
                  <a:gd name="connsiteY9" fmla="*/ 5883 h 1681837"/>
                  <a:gd name="connsiteX10" fmla="*/ 1094264 w 1134202"/>
                  <a:gd name="connsiteY10" fmla="*/ 61697 h 1681837"/>
                  <a:gd name="connsiteX11" fmla="*/ 1134201 w 1134202"/>
                  <a:gd name="connsiteY11" fmla="*/ 141161 h 1681837"/>
                  <a:gd name="connsiteX12" fmla="*/ 1124708 w 1134202"/>
                  <a:gd name="connsiteY12" fmla="*/ 166122 h 1681837"/>
                  <a:gd name="connsiteX13" fmla="*/ 982147 w 1134202"/>
                  <a:gd name="connsiteY13" fmla="*/ 443961 h 1681837"/>
                  <a:gd name="connsiteX14" fmla="*/ 911603 w 1134202"/>
                  <a:gd name="connsiteY14" fmla="*/ 598470 h 1681837"/>
                  <a:gd name="connsiteX15" fmla="*/ 681557 w 1134202"/>
                  <a:gd name="connsiteY15" fmla="*/ 1083768 h 1681837"/>
                  <a:gd name="connsiteX16" fmla="*/ 400690 w 1134202"/>
                  <a:gd name="connsiteY16" fmla="*/ 1539850 h 1681837"/>
                  <a:gd name="connsiteX17" fmla="*/ 288818 w 1134202"/>
                  <a:gd name="connsiteY17" fmla="*/ 1669889 h 1681837"/>
                  <a:gd name="connsiteX18" fmla="*/ 272696 w 1134202"/>
                  <a:gd name="connsiteY18" fmla="*/ 1681838 h 1681837"/>
                  <a:gd name="connsiteX0" fmla="*/ 288818 w 1134202"/>
                  <a:gd name="connsiteY0" fmla="*/ 1669889 h 1669889"/>
                  <a:gd name="connsiteX1" fmla="*/ 207659 w 1134202"/>
                  <a:gd name="connsiteY1" fmla="*/ 1524664 h 1669889"/>
                  <a:gd name="connsiteX2" fmla="*/ 0 w 1134202"/>
                  <a:gd name="connsiteY2" fmla="*/ 1425930 h 1669889"/>
                  <a:gd name="connsiteX3" fmla="*/ 157661 w 1134202"/>
                  <a:gd name="connsiteY3" fmla="*/ 1135329 h 1669889"/>
                  <a:gd name="connsiteX4" fmla="*/ 352651 w 1134202"/>
                  <a:gd name="connsiteY4" fmla="*/ 771311 h 1669889"/>
                  <a:gd name="connsiteX5" fmla="*/ 492266 w 1134202"/>
                  <a:gd name="connsiteY5" fmla="*/ 489299 h 1669889"/>
                  <a:gd name="connsiteX6" fmla="*/ 545215 w 1134202"/>
                  <a:gd name="connsiteY6" fmla="*/ 389538 h 1669889"/>
                  <a:gd name="connsiteX7" fmla="*/ 557900 w 1134202"/>
                  <a:gd name="connsiteY7" fmla="*/ 374071 h 1669889"/>
                  <a:gd name="connsiteX8" fmla="*/ 718139 w 1134202"/>
                  <a:gd name="connsiteY8" fmla="*/ 128476 h 1669889"/>
                  <a:gd name="connsiteX9" fmla="*/ 893681 w 1134202"/>
                  <a:gd name="connsiteY9" fmla="*/ 5883 h 1669889"/>
                  <a:gd name="connsiteX10" fmla="*/ 1094264 w 1134202"/>
                  <a:gd name="connsiteY10" fmla="*/ 61697 h 1669889"/>
                  <a:gd name="connsiteX11" fmla="*/ 1134201 w 1134202"/>
                  <a:gd name="connsiteY11" fmla="*/ 141161 h 1669889"/>
                  <a:gd name="connsiteX12" fmla="*/ 1124708 w 1134202"/>
                  <a:gd name="connsiteY12" fmla="*/ 166122 h 1669889"/>
                  <a:gd name="connsiteX13" fmla="*/ 982147 w 1134202"/>
                  <a:gd name="connsiteY13" fmla="*/ 443961 h 1669889"/>
                  <a:gd name="connsiteX14" fmla="*/ 911603 w 1134202"/>
                  <a:gd name="connsiteY14" fmla="*/ 598470 h 1669889"/>
                  <a:gd name="connsiteX15" fmla="*/ 681557 w 1134202"/>
                  <a:gd name="connsiteY15" fmla="*/ 1083768 h 1669889"/>
                  <a:gd name="connsiteX16" fmla="*/ 400690 w 1134202"/>
                  <a:gd name="connsiteY16" fmla="*/ 1539850 h 1669889"/>
                  <a:gd name="connsiteX17" fmla="*/ 288818 w 1134202"/>
                  <a:gd name="connsiteY17" fmla="*/ 1669889 h 1669889"/>
                  <a:gd name="connsiteX0" fmla="*/ 288818 w 1134202"/>
                  <a:gd name="connsiteY0" fmla="*/ 1669889 h 1669889"/>
                  <a:gd name="connsiteX1" fmla="*/ 207659 w 1134202"/>
                  <a:gd name="connsiteY1" fmla="*/ 1524664 h 1669889"/>
                  <a:gd name="connsiteX2" fmla="*/ 0 w 1134202"/>
                  <a:gd name="connsiteY2" fmla="*/ 1425930 h 1669889"/>
                  <a:gd name="connsiteX3" fmla="*/ 157661 w 1134202"/>
                  <a:gd name="connsiteY3" fmla="*/ 1135329 h 1669889"/>
                  <a:gd name="connsiteX4" fmla="*/ 352651 w 1134202"/>
                  <a:gd name="connsiteY4" fmla="*/ 771311 h 1669889"/>
                  <a:gd name="connsiteX5" fmla="*/ 492266 w 1134202"/>
                  <a:gd name="connsiteY5" fmla="*/ 489299 h 1669889"/>
                  <a:gd name="connsiteX6" fmla="*/ 545215 w 1134202"/>
                  <a:gd name="connsiteY6" fmla="*/ 389538 h 1669889"/>
                  <a:gd name="connsiteX7" fmla="*/ 557900 w 1134202"/>
                  <a:gd name="connsiteY7" fmla="*/ 374071 h 1669889"/>
                  <a:gd name="connsiteX8" fmla="*/ 718139 w 1134202"/>
                  <a:gd name="connsiteY8" fmla="*/ 128476 h 1669889"/>
                  <a:gd name="connsiteX9" fmla="*/ 893681 w 1134202"/>
                  <a:gd name="connsiteY9" fmla="*/ 5883 h 1669889"/>
                  <a:gd name="connsiteX10" fmla="*/ 1094264 w 1134202"/>
                  <a:gd name="connsiteY10" fmla="*/ 61697 h 1669889"/>
                  <a:gd name="connsiteX11" fmla="*/ 1134201 w 1134202"/>
                  <a:gd name="connsiteY11" fmla="*/ 141161 h 1669889"/>
                  <a:gd name="connsiteX12" fmla="*/ 1124708 w 1134202"/>
                  <a:gd name="connsiteY12" fmla="*/ 166122 h 1669889"/>
                  <a:gd name="connsiteX13" fmla="*/ 982147 w 1134202"/>
                  <a:gd name="connsiteY13" fmla="*/ 443961 h 1669889"/>
                  <a:gd name="connsiteX14" fmla="*/ 911603 w 1134202"/>
                  <a:gd name="connsiteY14" fmla="*/ 598470 h 1669889"/>
                  <a:gd name="connsiteX15" fmla="*/ 681557 w 1134202"/>
                  <a:gd name="connsiteY15" fmla="*/ 1083768 h 1669889"/>
                  <a:gd name="connsiteX16" fmla="*/ 400690 w 1134202"/>
                  <a:gd name="connsiteY16" fmla="*/ 1539850 h 1669889"/>
                  <a:gd name="connsiteX17" fmla="*/ 288818 w 1134202"/>
                  <a:gd name="connsiteY17" fmla="*/ 1669889 h 1669889"/>
                  <a:gd name="connsiteX0" fmla="*/ 274000 w 1134202"/>
                  <a:gd name="connsiteY0" fmla="*/ 1684706 h 1684706"/>
                  <a:gd name="connsiteX1" fmla="*/ 207659 w 1134202"/>
                  <a:gd name="connsiteY1" fmla="*/ 1524664 h 1684706"/>
                  <a:gd name="connsiteX2" fmla="*/ 0 w 1134202"/>
                  <a:gd name="connsiteY2" fmla="*/ 1425930 h 1684706"/>
                  <a:gd name="connsiteX3" fmla="*/ 157661 w 1134202"/>
                  <a:gd name="connsiteY3" fmla="*/ 1135329 h 1684706"/>
                  <a:gd name="connsiteX4" fmla="*/ 352651 w 1134202"/>
                  <a:gd name="connsiteY4" fmla="*/ 771311 h 1684706"/>
                  <a:gd name="connsiteX5" fmla="*/ 492266 w 1134202"/>
                  <a:gd name="connsiteY5" fmla="*/ 489299 h 1684706"/>
                  <a:gd name="connsiteX6" fmla="*/ 545215 w 1134202"/>
                  <a:gd name="connsiteY6" fmla="*/ 389538 h 1684706"/>
                  <a:gd name="connsiteX7" fmla="*/ 557900 w 1134202"/>
                  <a:gd name="connsiteY7" fmla="*/ 374071 h 1684706"/>
                  <a:gd name="connsiteX8" fmla="*/ 718139 w 1134202"/>
                  <a:gd name="connsiteY8" fmla="*/ 128476 h 1684706"/>
                  <a:gd name="connsiteX9" fmla="*/ 893681 w 1134202"/>
                  <a:gd name="connsiteY9" fmla="*/ 5883 h 1684706"/>
                  <a:gd name="connsiteX10" fmla="*/ 1094264 w 1134202"/>
                  <a:gd name="connsiteY10" fmla="*/ 61697 h 1684706"/>
                  <a:gd name="connsiteX11" fmla="*/ 1134201 w 1134202"/>
                  <a:gd name="connsiteY11" fmla="*/ 141161 h 1684706"/>
                  <a:gd name="connsiteX12" fmla="*/ 1124708 w 1134202"/>
                  <a:gd name="connsiteY12" fmla="*/ 166122 h 1684706"/>
                  <a:gd name="connsiteX13" fmla="*/ 982147 w 1134202"/>
                  <a:gd name="connsiteY13" fmla="*/ 443961 h 1684706"/>
                  <a:gd name="connsiteX14" fmla="*/ 911603 w 1134202"/>
                  <a:gd name="connsiteY14" fmla="*/ 598470 h 1684706"/>
                  <a:gd name="connsiteX15" fmla="*/ 681557 w 1134202"/>
                  <a:gd name="connsiteY15" fmla="*/ 1083768 h 1684706"/>
                  <a:gd name="connsiteX16" fmla="*/ 400690 w 1134202"/>
                  <a:gd name="connsiteY16" fmla="*/ 1539850 h 1684706"/>
                  <a:gd name="connsiteX17" fmla="*/ 274000 w 1134202"/>
                  <a:gd name="connsiteY17" fmla="*/ 1684706 h 1684706"/>
                  <a:gd name="connsiteX0" fmla="*/ 274000 w 1134202"/>
                  <a:gd name="connsiteY0" fmla="*/ 1684706 h 1684706"/>
                  <a:gd name="connsiteX1" fmla="*/ 207659 w 1134202"/>
                  <a:gd name="connsiteY1" fmla="*/ 1524664 h 1684706"/>
                  <a:gd name="connsiteX2" fmla="*/ 0 w 1134202"/>
                  <a:gd name="connsiteY2" fmla="*/ 1425930 h 1684706"/>
                  <a:gd name="connsiteX3" fmla="*/ 157661 w 1134202"/>
                  <a:gd name="connsiteY3" fmla="*/ 1135329 h 1684706"/>
                  <a:gd name="connsiteX4" fmla="*/ 352651 w 1134202"/>
                  <a:gd name="connsiteY4" fmla="*/ 771311 h 1684706"/>
                  <a:gd name="connsiteX5" fmla="*/ 492266 w 1134202"/>
                  <a:gd name="connsiteY5" fmla="*/ 489299 h 1684706"/>
                  <a:gd name="connsiteX6" fmla="*/ 545215 w 1134202"/>
                  <a:gd name="connsiteY6" fmla="*/ 389538 h 1684706"/>
                  <a:gd name="connsiteX7" fmla="*/ 557900 w 1134202"/>
                  <a:gd name="connsiteY7" fmla="*/ 374071 h 1684706"/>
                  <a:gd name="connsiteX8" fmla="*/ 718139 w 1134202"/>
                  <a:gd name="connsiteY8" fmla="*/ 128476 h 1684706"/>
                  <a:gd name="connsiteX9" fmla="*/ 893681 w 1134202"/>
                  <a:gd name="connsiteY9" fmla="*/ 5883 h 1684706"/>
                  <a:gd name="connsiteX10" fmla="*/ 1094264 w 1134202"/>
                  <a:gd name="connsiteY10" fmla="*/ 61697 h 1684706"/>
                  <a:gd name="connsiteX11" fmla="*/ 1134201 w 1134202"/>
                  <a:gd name="connsiteY11" fmla="*/ 141161 h 1684706"/>
                  <a:gd name="connsiteX12" fmla="*/ 1124708 w 1134202"/>
                  <a:gd name="connsiteY12" fmla="*/ 166122 h 1684706"/>
                  <a:gd name="connsiteX13" fmla="*/ 982147 w 1134202"/>
                  <a:gd name="connsiteY13" fmla="*/ 443961 h 1684706"/>
                  <a:gd name="connsiteX14" fmla="*/ 911603 w 1134202"/>
                  <a:gd name="connsiteY14" fmla="*/ 598470 h 1684706"/>
                  <a:gd name="connsiteX15" fmla="*/ 681557 w 1134202"/>
                  <a:gd name="connsiteY15" fmla="*/ 1083768 h 1684706"/>
                  <a:gd name="connsiteX16" fmla="*/ 400690 w 1134202"/>
                  <a:gd name="connsiteY16" fmla="*/ 1539850 h 1684706"/>
                  <a:gd name="connsiteX17" fmla="*/ 274000 w 1134202"/>
                  <a:gd name="connsiteY17" fmla="*/ 1684706 h 168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4202" h="1684706">
                    <a:moveTo>
                      <a:pt x="274000" y="1684706"/>
                    </a:moveTo>
                    <a:cubicBezTo>
                      <a:pt x="271460" y="1578453"/>
                      <a:pt x="253326" y="1567793"/>
                      <a:pt x="207659" y="1524664"/>
                    </a:cubicBezTo>
                    <a:cubicBezTo>
                      <a:pt x="161992" y="1481535"/>
                      <a:pt x="84888" y="1433197"/>
                      <a:pt x="0" y="1425930"/>
                    </a:cubicBezTo>
                    <a:cubicBezTo>
                      <a:pt x="38588" y="1334700"/>
                      <a:pt x="98886" y="1244432"/>
                      <a:pt x="157661" y="1135329"/>
                    </a:cubicBezTo>
                    <a:cubicBezTo>
                      <a:pt x="216436" y="1026226"/>
                      <a:pt x="296884" y="878983"/>
                      <a:pt x="352651" y="771311"/>
                    </a:cubicBezTo>
                    <a:cubicBezTo>
                      <a:pt x="408419" y="663639"/>
                      <a:pt x="447583" y="584230"/>
                      <a:pt x="492266" y="489299"/>
                    </a:cubicBezTo>
                    <a:cubicBezTo>
                      <a:pt x="508225" y="455418"/>
                      <a:pt x="525247" y="421619"/>
                      <a:pt x="545215" y="389538"/>
                    </a:cubicBezTo>
                    <a:cubicBezTo>
                      <a:pt x="553644" y="387820"/>
                      <a:pt x="554626" y="379800"/>
                      <a:pt x="557900" y="374071"/>
                    </a:cubicBezTo>
                    <a:cubicBezTo>
                      <a:pt x="605448" y="288387"/>
                      <a:pt x="654387" y="203522"/>
                      <a:pt x="718139" y="128476"/>
                    </a:cubicBezTo>
                    <a:cubicBezTo>
                      <a:pt x="765768" y="72417"/>
                      <a:pt x="818226" y="21269"/>
                      <a:pt x="893681" y="5883"/>
                    </a:cubicBezTo>
                    <a:cubicBezTo>
                      <a:pt x="969217" y="-9502"/>
                      <a:pt x="1038451" y="4001"/>
                      <a:pt x="1094264" y="61697"/>
                    </a:cubicBezTo>
                    <a:cubicBezTo>
                      <a:pt x="1115706" y="83875"/>
                      <a:pt x="1127818" y="111209"/>
                      <a:pt x="1134201" y="141161"/>
                    </a:cubicBezTo>
                    <a:cubicBezTo>
                      <a:pt x="1134283" y="150736"/>
                      <a:pt x="1129618" y="158265"/>
                      <a:pt x="1124708" y="166122"/>
                    </a:cubicBezTo>
                    <a:cubicBezTo>
                      <a:pt x="1068895" y="254425"/>
                      <a:pt x="1025603" y="349274"/>
                      <a:pt x="982147" y="443961"/>
                    </a:cubicBezTo>
                    <a:cubicBezTo>
                      <a:pt x="958496" y="495437"/>
                      <a:pt x="935418" y="547076"/>
                      <a:pt x="911603" y="598470"/>
                    </a:cubicBezTo>
                    <a:cubicBezTo>
                      <a:pt x="836476" y="761000"/>
                      <a:pt x="763231" y="924430"/>
                      <a:pt x="681557" y="1083768"/>
                    </a:cubicBezTo>
                    <a:cubicBezTo>
                      <a:pt x="599883" y="1243106"/>
                      <a:pt x="468616" y="1439694"/>
                      <a:pt x="400690" y="1539850"/>
                    </a:cubicBezTo>
                    <a:cubicBezTo>
                      <a:pt x="332764" y="1640006"/>
                      <a:pt x="313855" y="1643542"/>
                      <a:pt x="274000" y="1684706"/>
                    </a:cubicBezTo>
                    <a:close/>
                  </a:path>
                </a:pathLst>
              </a:custGeom>
              <a:solidFill>
                <a:srgbClr val="DB9F78"/>
              </a:solidFill>
              <a:ln w="8182"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49A9312-355C-4687-B1E1-033B75B8F6FA}"/>
                  </a:ext>
                </a:extLst>
              </p:cNvPr>
              <p:cNvSpPr/>
              <p:nvPr/>
            </p:nvSpPr>
            <p:spPr>
              <a:xfrm rot="4500000">
                <a:off x="2265114" y="4600089"/>
                <a:ext cx="408248" cy="625794"/>
              </a:xfrm>
              <a:custGeom>
                <a:avLst/>
                <a:gdLst>
                  <a:gd name="connsiteX0" fmla="*/ 606008 w 606071"/>
                  <a:gd name="connsiteY0" fmla="*/ 127342 h 897026"/>
                  <a:gd name="connsiteX1" fmla="*/ 598397 w 606071"/>
                  <a:gd name="connsiteY1" fmla="*/ 150912 h 897026"/>
                  <a:gd name="connsiteX2" fmla="*/ 530063 w 606071"/>
                  <a:gd name="connsiteY2" fmla="*/ 287663 h 897026"/>
                  <a:gd name="connsiteX3" fmla="*/ 377763 w 606071"/>
                  <a:gd name="connsiteY3" fmla="*/ 591526 h 897026"/>
                  <a:gd name="connsiteX4" fmla="*/ 198129 w 606071"/>
                  <a:gd name="connsiteY4" fmla="*/ 888433 h 897026"/>
                  <a:gd name="connsiteX5" fmla="*/ 189373 w 606071"/>
                  <a:gd name="connsiteY5" fmla="*/ 897026 h 897026"/>
                  <a:gd name="connsiteX6" fmla="*/ 0 w 606071"/>
                  <a:gd name="connsiteY6" fmla="*/ 787200 h 897026"/>
                  <a:gd name="connsiteX7" fmla="*/ 216461 w 606071"/>
                  <a:gd name="connsiteY7" fmla="*/ 235368 h 897026"/>
                  <a:gd name="connsiteX8" fmla="*/ 314257 w 606071"/>
                  <a:gd name="connsiteY8" fmla="*/ 70302 h 897026"/>
                  <a:gd name="connsiteX9" fmla="*/ 461155 w 606071"/>
                  <a:gd name="connsiteY9" fmla="*/ 3 h 897026"/>
                  <a:gd name="connsiteX10" fmla="*/ 584158 w 606071"/>
                  <a:gd name="connsiteY10" fmla="*/ 73166 h 897026"/>
                  <a:gd name="connsiteX11" fmla="*/ 606008 w 606071"/>
                  <a:gd name="connsiteY11" fmla="*/ 127342 h 897026"/>
                  <a:gd name="connsiteX0" fmla="*/ 606008 w 606071"/>
                  <a:gd name="connsiteY0" fmla="*/ 127342 h 897026"/>
                  <a:gd name="connsiteX1" fmla="*/ 598397 w 606071"/>
                  <a:gd name="connsiteY1" fmla="*/ 150912 h 897026"/>
                  <a:gd name="connsiteX2" fmla="*/ 530063 w 606071"/>
                  <a:gd name="connsiteY2" fmla="*/ 287663 h 897026"/>
                  <a:gd name="connsiteX3" fmla="*/ 377763 w 606071"/>
                  <a:gd name="connsiteY3" fmla="*/ 591526 h 897026"/>
                  <a:gd name="connsiteX4" fmla="*/ 198129 w 606071"/>
                  <a:gd name="connsiteY4" fmla="*/ 888433 h 897026"/>
                  <a:gd name="connsiteX5" fmla="*/ 189373 w 606071"/>
                  <a:gd name="connsiteY5" fmla="*/ 897026 h 897026"/>
                  <a:gd name="connsiteX6" fmla="*/ 0 w 606071"/>
                  <a:gd name="connsiteY6" fmla="*/ 787200 h 897026"/>
                  <a:gd name="connsiteX7" fmla="*/ 216461 w 606071"/>
                  <a:gd name="connsiteY7" fmla="*/ 235368 h 897026"/>
                  <a:gd name="connsiteX8" fmla="*/ 314257 w 606071"/>
                  <a:gd name="connsiteY8" fmla="*/ 70302 h 897026"/>
                  <a:gd name="connsiteX9" fmla="*/ 461155 w 606071"/>
                  <a:gd name="connsiteY9" fmla="*/ 3 h 897026"/>
                  <a:gd name="connsiteX10" fmla="*/ 584158 w 606071"/>
                  <a:gd name="connsiteY10" fmla="*/ 73166 h 897026"/>
                  <a:gd name="connsiteX11" fmla="*/ 606008 w 606071"/>
                  <a:gd name="connsiteY11" fmla="*/ 127342 h 897026"/>
                  <a:gd name="connsiteX0" fmla="*/ 606008 w 606071"/>
                  <a:gd name="connsiteY0" fmla="*/ 127342 h 1163733"/>
                  <a:gd name="connsiteX1" fmla="*/ 598397 w 606071"/>
                  <a:gd name="connsiteY1" fmla="*/ 150912 h 1163733"/>
                  <a:gd name="connsiteX2" fmla="*/ 530063 w 606071"/>
                  <a:gd name="connsiteY2" fmla="*/ 287663 h 1163733"/>
                  <a:gd name="connsiteX3" fmla="*/ 377763 w 606071"/>
                  <a:gd name="connsiteY3" fmla="*/ 591526 h 1163733"/>
                  <a:gd name="connsiteX4" fmla="*/ 198129 w 606071"/>
                  <a:gd name="connsiteY4" fmla="*/ 888433 h 1163733"/>
                  <a:gd name="connsiteX5" fmla="*/ 75774 w 606071"/>
                  <a:gd name="connsiteY5" fmla="*/ 1163733 h 1163733"/>
                  <a:gd name="connsiteX6" fmla="*/ 0 w 606071"/>
                  <a:gd name="connsiteY6" fmla="*/ 787200 h 1163733"/>
                  <a:gd name="connsiteX7" fmla="*/ 216461 w 606071"/>
                  <a:gd name="connsiteY7" fmla="*/ 235368 h 1163733"/>
                  <a:gd name="connsiteX8" fmla="*/ 314257 w 606071"/>
                  <a:gd name="connsiteY8" fmla="*/ 70302 h 1163733"/>
                  <a:gd name="connsiteX9" fmla="*/ 461155 w 606071"/>
                  <a:gd name="connsiteY9" fmla="*/ 3 h 1163733"/>
                  <a:gd name="connsiteX10" fmla="*/ 584158 w 606071"/>
                  <a:gd name="connsiteY10" fmla="*/ 73166 h 1163733"/>
                  <a:gd name="connsiteX11" fmla="*/ 606008 w 606071"/>
                  <a:gd name="connsiteY11" fmla="*/ 127342 h 1163733"/>
                  <a:gd name="connsiteX0" fmla="*/ 617095 w 617158"/>
                  <a:gd name="connsiteY0" fmla="*/ 127342 h 1163733"/>
                  <a:gd name="connsiteX1" fmla="*/ 609484 w 617158"/>
                  <a:gd name="connsiteY1" fmla="*/ 150912 h 1163733"/>
                  <a:gd name="connsiteX2" fmla="*/ 541150 w 617158"/>
                  <a:gd name="connsiteY2" fmla="*/ 287663 h 1163733"/>
                  <a:gd name="connsiteX3" fmla="*/ 388850 w 617158"/>
                  <a:gd name="connsiteY3" fmla="*/ 591526 h 1163733"/>
                  <a:gd name="connsiteX4" fmla="*/ 209216 w 617158"/>
                  <a:gd name="connsiteY4" fmla="*/ 888433 h 1163733"/>
                  <a:gd name="connsiteX5" fmla="*/ 86861 w 617158"/>
                  <a:gd name="connsiteY5" fmla="*/ 1163733 h 1163733"/>
                  <a:gd name="connsiteX6" fmla="*/ 11087 w 617158"/>
                  <a:gd name="connsiteY6" fmla="*/ 787200 h 1163733"/>
                  <a:gd name="connsiteX7" fmla="*/ 23848 w 617158"/>
                  <a:gd name="connsiteY7" fmla="*/ 740367 h 1163733"/>
                  <a:gd name="connsiteX8" fmla="*/ 227548 w 617158"/>
                  <a:gd name="connsiteY8" fmla="*/ 235368 h 1163733"/>
                  <a:gd name="connsiteX9" fmla="*/ 325344 w 617158"/>
                  <a:gd name="connsiteY9" fmla="*/ 70302 h 1163733"/>
                  <a:gd name="connsiteX10" fmla="*/ 472242 w 617158"/>
                  <a:gd name="connsiteY10" fmla="*/ 3 h 1163733"/>
                  <a:gd name="connsiteX11" fmla="*/ 595245 w 617158"/>
                  <a:gd name="connsiteY11" fmla="*/ 73166 h 1163733"/>
                  <a:gd name="connsiteX12" fmla="*/ 617095 w 617158"/>
                  <a:gd name="connsiteY12" fmla="*/ 127342 h 1163733"/>
                  <a:gd name="connsiteX0" fmla="*/ 614827 w 614890"/>
                  <a:gd name="connsiteY0" fmla="*/ 127342 h 1163733"/>
                  <a:gd name="connsiteX1" fmla="*/ 607216 w 614890"/>
                  <a:gd name="connsiteY1" fmla="*/ 150912 h 1163733"/>
                  <a:gd name="connsiteX2" fmla="*/ 538882 w 614890"/>
                  <a:gd name="connsiteY2" fmla="*/ 287663 h 1163733"/>
                  <a:gd name="connsiteX3" fmla="*/ 386582 w 614890"/>
                  <a:gd name="connsiteY3" fmla="*/ 591526 h 1163733"/>
                  <a:gd name="connsiteX4" fmla="*/ 206948 w 614890"/>
                  <a:gd name="connsiteY4" fmla="*/ 888433 h 1163733"/>
                  <a:gd name="connsiteX5" fmla="*/ 84593 w 614890"/>
                  <a:gd name="connsiteY5" fmla="*/ 1163733 h 1163733"/>
                  <a:gd name="connsiteX6" fmla="*/ 8819 w 614890"/>
                  <a:gd name="connsiteY6" fmla="*/ 787200 h 1163733"/>
                  <a:gd name="connsiteX7" fmla="*/ 26518 w 614890"/>
                  <a:gd name="connsiteY7" fmla="*/ 745306 h 1163733"/>
                  <a:gd name="connsiteX8" fmla="*/ 225280 w 614890"/>
                  <a:gd name="connsiteY8" fmla="*/ 235368 h 1163733"/>
                  <a:gd name="connsiteX9" fmla="*/ 323076 w 614890"/>
                  <a:gd name="connsiteY9" fmla="*/ 70302 h 1163733"/>
                  <a:gd name="connsiteX10" fmla="*/ 469974 w 614890"/>
                  <a:gd name="connsiteY10" fmla="*/ 3 h 1163733"/>
                  <a:gd name="connsiteX11" fmla="*/ 592977 w 614890"/>
                  <a:gd name="connsiteY11" fmla="*/ 73166 h 1163733"/>
                  <a:gd name="connsiteX12" fmla="*/ 614827 w 614890"/>
                  <a:gd name="connsiteY12" fmla="*/ 127342 h 1163733"/>
                  <a:gd name="connsiteX0" fmla="*/ 759660 w 759723"/>
                  <a:gd name="connsiteY0" fmla="*/ 127342 h 1163733"/>
                  <a:gd name="connsiteX1" fmla="*/ 752049 w 759723"/>
                  <a:gd name="connsiteY1" fmla="*/ 150912 h 1163733"/>
                  <a:gd name="connsiteX2" fmla="*/ 683715 w 759723"/>
                  <a:gd name="connsiteY2" fmla="*/ 287663 h 1163733"/>
                  <a:gd name="connsiteX3" fmla="*/ 531415 w 759723"/>
                  <a:gd name="connsiteY3" fmla="*/ 591526 h 1163733"/>
                  <a:gd name="connsiteX4" fmla="*/ 351781 w 759723"/>
                  <a:gd name="connsiteY4" fmla="*/ 888433 h 1163733"/>
                  <a:gd name="connsiteX5" fmla="*/ 229426 w 759723"/>
                  <a:gd name="connsiteY5" fmla="*/ 1163733 h 1163733"/>
                  <a:gd name="connsiteX6" fmla="*/ 541 w 759723"/>
                  <a:gd name="connsiteY6" fmla="*/ 1127991 h 1163733"/>
                  <a:gd name="connsiteX7" fmla="*/ 171351 w 759723"/>
                  <a:gd name="connsiteY7" fmla="*/ 745306 h 1163733"/>
                  <a:gd name="connsiteX8" fmla="*/ 370113 w 759723"/>
                  <a:gd name="connsiteY8" fmla="*/ 235368 h 1163733"/>
                  <a:gd name="connsiteX9" fmla="*/ 467909 w 759723"/>
                  <a:gd name="connsiteY9" fmla="*/ 70302 h 1163733"/>
                  <a:gd name="connsiteX10" fmla="*/ 614807 w 759723"/>
                  <a:gd name="connsiteY10" fmla="*/ 3 h 1163733"/>
                  <a:gd name="connsiteX11" fmla="*/ 737810 w 759723"/>
                  <a:gd name="connsiteY11" fmla="*/ 73166 h 1163733"/>
                  <a:gd name="connsiteX12" fmla="*/ 759660 w 759723"/>
                  <a:gd name="connsiteY12" fmla="*/ 127342 h 1163733"/>
                  <a:gd name="connsiteX0" fmla="*/ 759660 w 759723"/>
                  <a:gd name="connsiteY0" fmla="*/ 127342 h 1163733"/>
                  <a:gd name="connsiteX1" fmla="*/ 752049 w 759723"/>
                  <a:gd name="connsiteY1" fmla="*/ 150912 h 1163733"/>
                  <a:gd name="connsiteX2" fmla="*/ 683715 w 759723"/>
                  <a:gd name="connsiteY2" fmla="*/ 287663 h 1163733"/>
                  <a:gd name="connsiteX3" fmla="*/ 531415 w 759723"/>
                  <a:gd name="connsiteY3" fmla="*/ 591526 h 1163733"/>
                  <a:gd name="connsiteX4" fmla="*/ 351781 w 759723"/>
                  <a:gd name="connsiteY4" fmla="*/ 888433 h 1163733"/>
                  <a:gd name="connsiteX5" fmla="*/ 229426 w 759723"/>
                  <a:gd name="connsiteY5" fmla="*/ 1163733 h 1163733"/>
                  <a:gd name="connsiteX6" fmla="*/ 541 w 759723"/>
                  <a:gd name="connsiteY6" fmla="*/ 1127991 h 1163733"/>
                  <a:gd name="connsiteX7" fmla="*/ 171351 w 759723"/>
                  <a:gd name="connsiteY7" fmla="*/ 745306 h 1163733"/>
                  <a:gd name="connsiteX8" fmla="*/ 370113 w 759723"/>
                  <a:gd name="connsiteY8" fmla="*/ 235368 h 1163733"/>
                  <a:gd name="connsiteX9" fmla="*/ 467909 w 759723"/>
                  <a:gd name="connsiteY9" fmla="*/ 70302 h 1163733"/>
                  <a:gd name="connsiteX10" fmla="*/ 614807 w 759723"/>
                  <a:gd name="connsiteY10" fmla="*/ 3 h 1163733"/>
                  <a:gd name="connsiteX11" fmla="*/ 737810 w 759723"/>
                  <a:gd name="connsiteY11" fmla="*/ 73166 h 1163733"/>
                  <a:gd name="connsiteX12" fmla="*/ 759660 w 759723"/>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51240 w 759182"/>
                  <a:gd name="connsiteY4" fmla="*/ 888433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51240 w 759182"/>
                  <a:gd name="connsiteY4" fmla="*/ 888433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 name="connsiteX0" fmla="*/ 759119 w 759182"/>
                  <a:gd name="connsiteY0" fmla="*/ 127342 h 1163733"/>
                  <a:gd name="connsiteX1" fmla="*/ 751508 w 759182"/>
                  <a:gd name="connsiteY1" fmla="*/ 150912 h 1163733"/>
                  <a:gd name="connsiteX2" fmla="*/ 683174 w 759182"/>
                  <a:gd name="connsiteY2" fmla="*/ 287663 h 1163733"/>
                  <a:gd name="connsiteX3" fmla="*/ 530874 w 759182"/>
                  <a:gd name="connsiteY3" fmla="*/ 591526 h 1163733"/>
                  <a:gd name="connsiteX4" fmla="*/ 370996 w 759182"/>
                  <a:gd name="connsiteY4" fmla="*/ 908188 h 1163733"/>
                  <a:gd name="connsiteX5" fmla="*/ 228885 w 759182"/>
                  <a:gd name="connsiteY5" fmla="*/ 1163733 h 1163733"/>
                  <a:gd name="connsiteX6" fmla="*/ 0 w 759182"/>
                  <a:gd name="connsiteY6" fmla="*/ 1127991 h 1163733"/>
                  <a:gd name="connsiteX7" fmla="*/ 170810 w 759182"/>
                  <a:gd name="connsiteY7" fmla="*/ 745306 h 1163733"/>
                  <a:gd name="connsiteX8" fmla="*/ 369572 w 759182"/>
                  <a:gd name="connsiteY8" fmla="*/ 235368 h 1163733"/>
                  <a:gd name="connsiteX9" fmla="*/ 467368 w 759182"/>
                  <a:gd name="connsiteY9" fmla="*/ 70302 h 1163733"/>
                  <a:gd name="connsiteX10" fmla="*/ 614266 w 759182"/>
                  <a:gd name="connsiteY10" fmla="*/ 3 h 1163733"/>
                  <a:gd name="connsiteX11" fmla="*/ 737269 w 759182"/>
                  <a:gd name="connsiteY11" fmla="*/ 73166 h 1163733"/>
                  <a:gd name="connsiteX12" fmla="*/ 759119 w 759182"/>
                  <a:gd name="connsiteY12" fmla="*/ 127342 h 1163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9182" h="1163733">
                    <a:moveTo>
                      <a:pt x="759119" y="127342"/>
                    </a:moveTo>
                    <a:cubicBezTo>
                      <a:pt x="759774" y="136263"/>
                      <a:pt x="755191" y="143465"/>
                      <a:pt x="751508" y="150912"/>
                    </a:cubicBezTo>
                    <a:lnTo>
                      <a:pt x="683174" y="287663"/>
                    </a:lnTo>
                    <a:lnTo>
                      <a:pt x="530874" y="591526"/>
                    </a:lnTo>
                    <a:cubicBezTo>
                      <a:pt x="478844" y="694947"/>
                      <a:pt x="421328" y="812820"/>
                      <a:pt x="370996" y="908188"/>
                    </a:cubicBezTo>
                    <a:cubicBezTo>
                      <a:pt x="320665" y="1003556"/>
                      <a:pt x="231831" y="1160869"/>
                      <a:pt x="228885" y="1163733"/>
                    </a:cubicBezTo>
                    <a:cubicBezTo>
                      <a:pt x="171733" y="1152781"/>
                      <a:pt x="84162" y="1152485"/>
                      <a:pt x="0" y="1127991"/>
                    </a:cubicBezTo>
                    <a:cubicBezTo>
                      <a:pt x="29011" y="1032734"/>
                      <a:pt x="134733" y="837278"/>
                      <a:pt x="170810" y="745306"/>
                    </a:cubicBezTo>
                    <a:cubicBezTo>
                      <a:pt x="206887" y="653334"/>
                      <a:pt x="320146" y="347868"/>
                      <a:pt x="369572" y="235368"/>
                    </a:cubicBezTo>
                    <a:cubicBezTo>
                      <a:pt x="418998" y="122868"/>
                      <a:pt x="422275" y="117767"/>
                      <a:pt x="467368" y="70302"/>
                    </a:cubicBezTo>
                    <a:cubicBezTo>
                      <a:pt x="507222" y="28319"/>
                      <a:pt x="553870" y="330"/>
                      <a:pt x="614266" y="3"/>
                    </a:cubicBezTo>
                    <a:cubicBezTo>
                      <a:pt x="670407" y="-324"/>
                      <a:pt x="710017" y="25945"/>
                      <a:pt x="737269" y="73166"/>
                    </a:cubicBezTo>
                    <a:cubicBezTo>
                      <a:pt x="746925" y="90025"/>
                      <a:pt x="754372" y="108192"/>
                      <a:pt x="759119" y="127342"/>
                    </a:cubicBezTo>
                    <a:close/>
                  </a:path>
                </a:pathLst>
              </a:custGeom>
              <a:solidFill>
                <a:srgbClr val="D39064"/>
              </a:solidFill>
              <a:ln w="8182" cap="flat">
                <a:noFill/>
                <a:prstDash val="solid"/>
                <a:miter/>
              </a:ln>
            </p:spPr>
            <p:txBody>
              <a:bodyPr rtlCol="0" anchor="ctr"/>
              <a:lstStyle/>
              <a:p>
                <a:endParaRPr lang="en-US"/>
              </a:p>
            </p:txBody>
          </p:sp>
        </p:grpSp>
        <p:grpSp>
          <p:nvGrpSpPr>
            <p:cNvPr id="13" name="Group 12">
              <a:extLst>
                <a:ext uri="{FF2B5EF4-FFF2-40B4-BE49-F238E27FC236}">
                  <a16:creationId xmlns:a16="http://schemas.microsoft.com/office/drawing/2014/main" id="{FB56D870-ED5C-4B20-8FE0-4882C68A77CE}"/>
                </a:ext>
              </a:extLst>
            </p:cNvPr>
            <p:cNvGrpSpPr/>
            <p:nvPr/>
          </p:nvGrpSpPr>
          <p:grpSpPr>
            <a:xfrm>
              <a:off x="2021109" y="2824990"/>
              <a:ext cx="3077674" cy="3077675"/>
              <a:chOff x="4575623" y="1846845"/>
              <a:chExt cx="3077675" cy="3077675"/>
            </a:xfrm>
          </p:grpSpPr>
          <p:sp>
            <p:nvSpPr>
              <p:cNvPr id="14" name="Freeform: Shape 13">
                <a:extLst>
                  <a:ext uri="{FF2B5EF4-FFF2-40B4-BE49-F238E27FC236}">
                    <a16:creationId xmlns:a16="http://schemas.microsoft.com/office/drawing/2014/main" id="{B7FD318E-9921-455C-BAAC-79DFE223FD81}"/>
                  </a:ext>
                </a:extLst>
              </p:cNvPr>
              <p:cNvSpPr/>
              <p:nvPr/>
            </p:nvSpPr>
            <p:spPr>
              <a:xfrm>
                <a:off x="4575623" y="1846845"/>
                <a:ext cx="3077675" cy="3077675"/>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accent2">
                  <a:lumMod val="20000"/>
                  <a:lumOff val="80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dirty="0"/>
              </a:p>
            </p:txBody>
          </p:sp>
          <p:sp>
            <p:nvSpPr>
              <p:cNvPr id="15" name="Freeform: Shape 14">
                <a:extLst>
                  <a:ext uri="{FF2B5EF4-FFF2-40B4-BE49-F238E27FC236}">
                    <a16:creationId xmlns:a16="http://schemas.microsoft.com/office/drawing/2014/main" id="{84355630-6EF1-4B0A-BEAC-7BC987BAD369}"/>
                  </a:ext>
                </a:extLst>
              </p:cNvPr>
              <p:cNvSpPr/>
              <p:nvPr/>
            </p:nvSpPr>
            <p:spPr>
              <a:xfrm>
                <a:off x="4594012" y="1863970"/>
                <a:ext cx="3049348" cy="2982998"/>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accent2">
                  <a:lumMod val="40000"/>
                  <a:lumOff val="60000"/>
                </a:schemeClr>
              </a:solidFill>
              <a:ln w="9525" cap="flat">
                <a:noFill/>
                <a:prstDash val="solid"/>
                <a:miter/>
              </a:ln>
            </p:spPr>
            <p:txBody>
              <a:bodyPr rtlCol="0" anchor="ctr"/>
              <a:lstStyle/>
              <a:p>
                <a:endParaRPr lang="en-US" dirty="0"/>
              </a:p>
            </p:txBody>
          </p:sp>
        </p:grpSp>
        <p:grpSp>
          <p:nvGrpSpPr>
            <p:cNvPr id="34" name="Group 33">
              <a:extLst>
                <a:ext uri="{FF2B5EF4-FFF2-40B4-BE49-F238E27FC236}">
                  <a16:creationId xmlns:a16="http://schemas.microsoft.com/office/drawing/2014/main" id="{488A1669-8F13-4930-B44B-78EA4F84030C}"/>
                </a:ext>
              </a:extLst>
            </p:cNvPr>
            <p:cNvGrpSpPr/>
            <p:nvPr/>
          </p:nvGrpSpPr>
          <p:grpSpPr>
            <a:xfrm>
              <a:off x="802195" y="326377"/>
              <a:ext cx="2170416" cy="5845442"/>
              <a:chOff x="752499" y="97777"/>
              <a:chExt cx="2170416" cy="5845442"/>
            </a:xfrm>
          </p:grpSpPr>
          <p:sp>
            <p:nvSpPr>
              <p:cNvPr id="11" name="Freeform: Shape 10">
                <a:extLst>
                  <a:ext uri="{FF2B5EF4-FFF2-40B4-BE49-F238E27FC236}">
                    <a16:creationId xmlns:a16="http://schemas.microsoft.com/office/drawing/2014/main" id="{14F728DF-56BA-46C3-A4A1-519E08BB3E5A}"/>
                  </a:ext>
                </a:extLst>
              </p:cNvPr>
              <p:cNvSpPr/>
              <p:nvPr/>
            </p:nvSpPr>
            <p:spPr>
              <a:xfrm rot="4500000">
                <a:off x="-1085014" y="1935290"/>
                <a:ext cx="5845442" cy="2170416"/>
              </a:xfrm>
              <a:custGeom>
                <a:avLst/>
                <a:gdLst>
                  <a:gd name="connsiteX0" fmla="*/ 587732 w 1596690"/>
                  <a:gd name="connsiteY0" fmla="*/ 503610 h 834220"/>
                  <a:gd name="connsiteX1" fmla="*/ 587685 w 1596690"/>
                  <a:gd name="connsiteY1" fmla="*/ 503822 h 834220"/>
                  <a:gd name="connsiteX2" fmla="*/ 588555 w 1596690"/>
                  <a:gd name="connsiteY2" fmla="*/ 503869 h 834220"/>
                  <a:gd name="connsiteX3" fmla="*/ 587732 w 1596690"/>
                  <a:gd name="connsiteY3" fmla="*/ 503610 h 834220"/>
                  <a:gd name="connsiteX4" fmla="*/ 496163 w 1596690"/>
                  <a:gd name="connsiteY4" fmla="*/ 223305 h 834220"/>
                  <a:gd name="connsiteX5" fmla="*/ 496140 w 1596690"/>
                  <a:gd name="connsiteY5" fmla="*/ 223917 h 834220"/>
                  <a:gd name="connsiteX6" fmla="*/ 497105 w 1596690"/>
                  <a:gd name="connsiteY6" fmla="*/ 223611 h 834220"/>
                  <a:gd name="connsiteX7" fmla="*/ 496163 w 1596690"/>
                  <a:gd name="connsiteY7" fmla="*/ 223305 h 834220"/>
                  <a:gd name="connsiteX8" fmla="*/ 0 w 1596690"/>
                  <a:gd name="connsiteY8" fmla="*/ 692276 h 834220"/>
                  <a:gd name="connsiteX9" fmla="*/ 159446 w 1596690"/>
                  <a:gd name="connsiteY9" fmla="*/ 97215 h 834220"/>
                  <a:gd name="connsiteX10" fmla="*/ 214023 w 1596690"/>
                  <a:gd name="connsiteY10" fmla="*/ 107521 h 834220"/>
                  <a:gd name="connsiteX11" fmla="*/ 334631 w 1596690"/>
                  <a:gd name="connsiteY11" fmla="*/ 147292 h 834220"/>
                  <a:gd name="connsiteX12" fmla="*/ 337502 w 1596690"/>
                  <a:gd name="connsiteY12" fmla="*/ 148092 h 834220"/>
                  <a:gd name="connsiteX13" fmla="*/ 385274 w 1596690"/>
                  <a:gd name="connsiteY13" fmla="*/ 169013 h 834220"/>
                  <a:gd name="connsiteX14" fmla="*/ 538524 w 1596690"/>
                  <a:gd name="connsiteY14" fmla="*/ 235095 h 834220"/>
                  <a:gd name="connsiteX15" fmla="*/ 579589 w 1596690"/>
                  <a:gd name="connsiteY15" fmla="*/ 252062 h 834220"/>
                  <a:gd name="connsiteX16" fmla="*/ 624938 w 1596690"/>
                  <a:gd name="connsiteY16" fmla="*/ 269924 h 834220"/>
                  <a:gd name="connsiteX17" fmla="*/ 704104 w 1596690"/>
                  <a:gd name="connsiteY17" fmla="*/ 297081 h 834220"/>
                  <a:gd name="connsiteX18" fmla="*/ 840362 w 1596690"/>
                  <a:gd name="connsiteY18" fmla="*/ 329487 h 834220"/>
                  <a:gd name="connsiteX19" fmla="*/ 923740 w 1596690"/>
                  <a:gd name="connsiteY19" fmla="*/ 338759 h 834220"/>
                  <a:gd name="connsiteX20" fmla="*/ 1063245 w 1596690"/>
                  <a:gd name="connsiteY20" fmla="*/ 360222 h 834220"/>
                  <a:gd name="connsiteX21" fmla="*/ 1104546 w 1596690"/>
                  <a:gd name="connsiteY21" fmla="*/ 376883 h 834220"/>
                  <a:gd name="connsiteX22" fmla="*/ 1129280 w 1596690"/>
                  <a:gd name="connsiteY22" fmla="*/ 423832 h 834220"/>
                  <a:gd name="connsiteX23" fmla="*/ 1129374 w 1596690"/>
                  <a:gd name="connsiteY23" fmla="*/ 432257 h 834220"/>
                  <a:gd name="connsiteX24" fmla="*/ 1095651 w 1596690"/>
                  <a:gd name="connsiteY24" fmla="*/ 505351 h 834220"/>
                  <a:gd name="connsiteX25" fmla="*/ 1089438 w 1596690"/>
                  <a:gd name="connsiteY25" fmla="*/ 511894 h 834220"/>
                  <a:gd name="connsiteX26" fmla="*/ 1072894 w 1596690"/>
                  <a:gd name="connsiteY26" fmla="*/ 522319 h 834220"/>
                  <a:gd name="connsiteX27" fmla="*/ 1055668 w 1596690"/>
                  <a:gd name="connsiteY27" fmla="*/ 530344 h 834220"/>
                  <a:gd name="connsiteX28" fmla="*/ 995987 w 1596690"/>
                  <a:gd name="connsiteY28" fmla="*/ 545970 h 834220"/>
                  <a:gd name="connsiteX29" fmla="*/ 948073 w 1596690"/>
                  <a:gd name="connsiteY29" fmla="*/ 549453 h 834220"/>
                  <a:gd name="connsiteX30" fmla="*/ 877474 w 1596690"/>
                  <a:gd name="connsiteY30" fmla="*/ 543805 h 834220"/>
                  <a:gd name="connsiteX31" fmla="*/ 761713 w 1596690"/>
                  <a:gd name="connsiteY31" fmla="*/ 523260 h 834220"/>
                  <a:gd name="connsiteX32" fmla="*/ 681253 w 1596690"/>
                  <a:gd name="connsiteY32" fmla="*/ 509823 h 834220"/>
                  <a:gd name="connsiteX33" fmla="*/ 671157 w 1596690"/>
                  <a:gd name="connsiteY33" fmla="*/ 508434 h 834220"/>
                  <a:gd name="connsiteX34" fmla="*/ 661461 w 1596690"/>
                  <a:gd name="connsiteY34" fmla="*/ 507234 h 834220"/>
                  <a:gd name="connsiteX35" fmla="*/ 657884 w 1596690"/>
                  <a:gd name="connsiteY35" fmla="*/ 507210 h 834220"/>
                  <a:gd name="connsiteX36" fmla="*/ 620372 w 1596690"/>
                  <a:gd name="connsiteY36" fmla="*/ 504763 h 834220"/>
                  <a:gd name="connsiteX37" fmla="*/ 611547 w 1596690"/>
                  <a:gd name="connsiteY37" fmla="*/ 503916 h 834220"/>
                  <a:gd name="connsiteX38" fmla="*/ 607923 w 1596690"/>
                  <a:gd name="connsiteY38" fmla="*/ 504033 h 834220"/>
                  <a:gd name="connsiteX39" fmla="*/ 601969 w 1596690"/>
                  <a:gd name="connsiteY39" fmla="*/ 504881 h 834220"/>
                  <a:gd name="connsiteX40" fmla="*/ 599357 w 1596690"/>
                  <a:gd name="connsiteY40" fmla="*/ 504834 h 834220"/>
                  <a:gd name="connsiteX41" fmla="*/ 627832 w 1596690"/>
                  <a:gd name="connsiteY41" fmla="*/ 509846 h 834220"/>
                  <a:gd name="connsiteX42" fmla="*/ 767079 w 1596690"/>
                  <a:gd name="connsiteY42" fmla="*/ 542863 h 834220"/>
                  <a:gd name="connsiteX43" fmla="*/ 891570 w 1596690"/>
                  <a:gd name="connsiteY43" fmla="*/ 566279 h 834220"/>
                  <a:gd name="connsiteX44" fmla="*/ 956687 w 1596690"/>
                  <a:gd name="connsiteY44" fmla="*/ 568232 h 834220"/>
                  <a:gd name="connsiteX45" fmla="*/ 1059103 w 1596690"/>
                  <a:gd name="connsiteY45" fmla="*/ 539028 h 834220"/>
                  <a:gd name="connsiteX46" fmla="*/ 1080660 w 1596690"/>
                  <a:gd name="connsiteY46" fmla="*/ 521636 h 834220"/>
                  <a:gd name="connsiteX47" fmla="*/ 1085272 w 1596690"/>
                  <a:gd name="connsiteY47" fmla="*/ 518271 h 834220"/>
                  <a:gd name="connsiteX48" fmla="*/ 1160273 w 1596690"/>
                  <a:gd name="connsiteY48" fmla="*/ 477088 h 834220"/>
                  <a:gd name="connsiteX49" fmla="*/ 1212541 w 1596690"/>
                  <a:gd name="connsiteY49" fmla="*/ 433410 h 834220"/>
                  <a:gd name="connsiteX50" fmla="*/ 1270738 w 1596690"/>
                  <a:gd name="connsiteY50" fmla="*/ 362598 h 834220"/>
                  <a:gd name="connsiteX51" fmla="*/ 1369414 w 1596690"/>
                  <a:gd name="connsiteY51" fmla="*/ 202831 h 834220"/>
                  <a:gd name="connsiteX52" fmla="*/ 1449850 w 1596690"/>
                  <a:gd name="connsiteY52" fmla="*/ 79469 h 834220"/>
                  <a:gd name="connsiteX53" fmla="*/ 1508001 w 1596690"/>
                  <a:gd name="connsiteY53" fmla="*/ 17718 h 834220"/>
                  <a:gd name="connsiteX54" fmla="*/ 1511578 w 1596690"/>
                  <a:gd name="connsiteY54" fmla="*/ 11717 h 834220"/>
                  <a:gd name="connsiteX55" fmla="*/ 1514779 w 1596690"/>
                  <a:gd name="connsiteY55" fmla="*/ 6445 h 834220"/>
                  <a:gd name="connsiteX56" fmla="*/ 1515343 w 1596690"/>
                  <a:gd name="connsiteY56" fmla="*/ 7316 h 834220"/>
                  <a:gd name="connsiteX57" fmla="*/ 1515132 w 1596690"/>
                  <a:gd name="connsiteY57" fmla="*/ 7881 h 834220"/>
                  <a:gd name="connsiteX58" fmla="*/ 1519627 w 1596690"/>
                  <a:gd name="connsiteY58" fmla="*/ 11175 h 834220"/>
                  <a:gd name="connsiteX59" fmla="*/ 1546478 w 1596690"/>
                  <a:gd name="connsiteY59" fmla="*/ 585 h 834220"/>
                  <a:gd name="connsiteX60" fmla="*/ 1564505 w 1596690"/>
                  <a:gd name="connsiteY60" fmla="*/ 562 h 834220"/>
                  <a:gd name="connsiteX61" fmla="*/ 1592627 w 1596690"/>
                  <a:gd name="connsiteY61" fmla="*/ 21907 h 834220"/>
                  <a:gd name="connsiteX62" fmla="*/ 1596110 w 1596690"/>
                  <a:gd name="connsiteY62" fmla="*/ 35791 h 834220"/>
                  <a:gd name="connsiteX63" fmla="*/ 1596157 w 1596690"/>
                  <a:gd name="connsiteY63" fmla="*/ 47652 h 834220"/>
                  <a:gd name="connsiteX64" fmla="*/ 1596016 w 1596690"/>
                  <a:gd name="connsiteY64" fmla="*/ 51159 h 834220"/>
                  <a:gd name="connsiteX65" fmla="*/ 1595004 w 1596690"/>
                  <a:gd name="connsiteY65" fmla="*/ 57324 h 834220"/>
                  <a:gd name="connsiteX66" fmla="*/ 1578154 w 1596690"/>
                  <a:gd name="connsiteY66" fmla="*/ 117311 h 834220"/>
                  <a:gd name="connsiteX67" fmla="*/ 1541277 w 1596690"/>
                  <a:gd name="connsiteY67" fmla="*/ 208079 h 834220"/>
                  <a:gd name="connsiteX68" fmla="*/ 1470066 w 1596690"/>
                  <a:gd name="connsiteY68" fmla="*/ 360786 h 834220"/>
                  <a:gd name="connsiteX69" fmla="*/ 1402949 w 1596690"/>
                  <a:gd name="connsiteY69" fmla="*/ 484524 h 834220"/>
                  <a:gd name="connsiteX70" fmla="*/ 1362307 w 1596690"/>
                  <a:gd name="connsiteY70" fmla="*/ 535050 h 834220"/>
                  <a:gd name="connsiteX71" fmla="*/ 1323641 w 1596690"/>
                  <a:gd name="connsiteY71" fmla="*/ 573057 h 834220"/>
                  <a:gd name="connsiteX72" fmla="*/ 1269844 w 1596690"/>
                  <a:gd name="connsiteY72" fmla="*/ 620217 h 834220"/>
                  <a:gd name="connsiteX73" fmla="*/ 1196585 w 1596690"/>
                  <a:gd name="connsiteY73" fmla="*/ 679569 h 834220"/>
                  <a:gd name="connsiteX74" fmla="*/ 1133327 w 1596690"/>
                  <a:gd name="connsiteY74" fmla="*/ 726329 h 834220"/>
                  <a:gd name="connsiteX75" fmla="*/ 1060775 w 1596690"/>
                  <a:gd name="connsiteY75" fmla="*/ 774361 h 834220"/>
                  <a:gd name="connsiteX76" fmla="*/ 949086 w 1596690"/>
                  <a:gd name="connsiteY76" fmla="*/ 824063 h 834220"/>
                  <a:gd name="connsiteX77" fmla="*/ 928729 w 1596690"/>
                  <a:gd name="connsiteY77" fmla="*/ 828722 h 834220"/>
                  <a:gd name="connsiteX78" fmla="*/ 922610 w 1596690"/>
                  <a:gd name="connsiteY78" fmla="*/ 829852 h 834220"/>
                  <a:gd name="connsiteX79" fmla="*/ 922022 w 1596690"/>
                  <a:gd name="connsiteY79" fmla="*/ 829829 h 834220"/>
                  <a:gd name="connsiteX80" fmla="*/ 921457 w 1596690"/>
                  <a:gd name="connsiteY80" fmla="*/ 829923 h 834220"/>
                  <a:gd name="connsiteX81" fmla="*/ 915292 w 1596690"/>
                  <a:gd name="connsiteY81" fmla="*/ 831029 h 834220"/>
                  <a:gd name="connsiteX82" fmla="*/ 912985 w 1596690"/>
                  <a:gd name="connsiteY82" fmla="*/ 831146 h 834220"/>
                  <a:gd name="connsiteX83" fmla="*/ 905596 w 1596690"/>
                  <a:gd name="connsiteY83" fmla="*/ 832229 h 834220"/>
                  <a:gd name="connsiteX84" fmla="*/ 902090 w 1596690"/>
                  <a:gd name="connsiteY84" fmla="*/ 832370 h 834220"/>
                  <a:gd name="connsiteX85" fmla="*/ 888699 w 1596690"/>
                  <a:gd name="connsiteY85" fmla="*/ 833453 h 834220"/>
                  <a:gd name="connsiteX86" fmla="*/ 882721 w 1596690"/>
                  <a:gd name="connsiteY86" fmla="*/ 833617 h 834220"/>
                  <a:gd name="connsiteX87" fmla="*/ 854976 w 1596690"/>
                  <a:gd name="connsiteY87" fmla="*/ 833570 h 834220"/>
                  <a:gd name="connsiteX88" fmla="*/ 849022 w 1596690"/>
                  <a:gd name="connsiteY88" fmla="*/ 833453 h 834220"/>
                  <a:gd name="connsiteX89" fmla="*/ 833231 w 1596690"/>
                  <a:gd name="connsiteY89" fmla="*/ 832417 h 834220"/>
                  <a:gd name="connsiteX90" fmla="*/ 829654 w 1596690"/>
                  <a:gd name="connsiteY90" fmla="*/ 832253 h 834220"/>
                  <a:gd name="connsiteX91" fmla="*/ 818688 w 1596690"/>
                  <a:gd name="connsiteY91" fmla="*/ 831146 h 834220"/>
                  <a:gd name="connsiteX92" fmla="*/ 816357 w 1596690"/>
                  <a:gd name="connsiteY92" fmla="*/ 831052 h 834220"/>
                  <a:gd name="connsiteX93" fmla="*/ 807815 w 1596690"/>
                  <a:gd name="connsiteY93" fmla="*/ 830017 h 834220"/>
                  <a:gd name="connsiteX94" fmla="*/ 805438 w 1596690"/>
                  <a:gd name="connsiteY94" fmla="*/ 829876 h 834220"/>
                  <a:gd name="connsiteX95" fmla="*/ 798143 w 1596690"/>
                  <a:gd name="connsiteY95" fmla="*/ 828840 h 834220"/>
                  <a:gd name="connsiteX96" fmla="*/ 795766 w 1596690"/>
                  <a:gd name="connsiteY96" fmla="*/ 828675 h 834220"/>
                  <a:gd name="connsiteX97" fmla="*/ 789671 w 1596690"/>
                  <a:gd name="connsiteY97" fmla="*/ 827640 h 834220"/>
                  <a:gd name="connsiteX98" fmla="*/ 787294 w 1596690"/>
                  <a:gd name="connsiteY98" fmla="*/ 827475 h 834220"/>
                  <a:gd name="connsiteX99" fmla="*/ 781176 w 1596690"/>
                  <a:gd name="connsiteY99" fmla="*/ 826416 h 834220"/>
                  <a:gd name="connsiteX100" fmla="*/ 765525 w 1596690"/>
                  <a:gd name="connsiteY100" fmla="*/ 823851 h 834220"/>
                  <a:gd name="connsiteX101" fmla="*/ 759360 w 1596690"/>
                  <a:gd name="connsiteY101" fmla="*/ 822674 h 834220"/>
                  <a:gd name="connsiteX102" fmla="*/ 706339 w 1596690"/>
                  <a:gd name="connsiteY102" fmla="*/ 811237 h 834220"/>
                  <a:gd name="connsiteX103" fmla="*/ 520591 w 1596690"/>
                  <a:gd name="connsiteY103" fmla="*/ 754122 h 834220"/>
                  <a:gd name="connsiteX104" fmla="*/ 403301 w 1596690"/>
                  <a:gd name="connsiteY104" fmla="*/ 716021 h 834220"/>
                  <a:gd name="connsiteX105" fmla="*/ 291283 w 1596690"/>
                  <a:gd name="connsiteY105" fmla="*/ 684181 h 834220"/>
                  <a:gd name="connsiteX106" fmla="*/ 281940 w 1596690"/>
                  <a:gd name="connsiteY106" fmla="*/ 682439 h 834220"/>
                  <a:gd name="connsiteX107" fmla="*/ 275845 w 1596690"/>
                  <a:gd name="connsiteY107" fmla="*/ 681404 h 834220"/>
                  <a:gd name="connsiteX108" fmla="*/ 273491 w 1596690"/>
                  <a:gd name="connsiteY108" fmla="*/ 681239 h 834220"/>
                  <a:gd name="connsiteX109" fmla="*/ 267396 w 1596690"/>
                  <a:gd name="connsiteY109" fmla="*/ 680227 h 834220"/>
                  <a:gd name="connsiteX110" fmla="*/ 265019 w 1596690"/>
                  <a:gd name="connsiteY110" fmla="*/ 680039 h 834220"/>
                  <a:gd name="connsiteX111" fmla="*/ 256477 w 1596690"/>
                  <a:gd name="connsiteY111" fmla="*/ 678886 h 834220"/>
                  <a:gd name="connsiteX112" fmla="*/ 255912 w 1596690"/>
                  <a:gd name="connsiteY112" fmla="*/ 678792 h 834220"/>
                  <a:gd name="connsiteX113" fmla="*/ 255347 w 1596690"/>
                  <a:gd name="connsiteY113" fmla="*/ 678815 h 834220"/>
                  <a:gd name="connsiteX114" fmla="*/ 246828 w 1596690"/>
                  <a:gd name="connsiteY114" fmla="*/ 677756 h 834220"/>
                  <a:gd name="connsiteX115" fmla="*/ 244475 w 1596690"/>
                  <a:gd name="connsiteY115" fmla="*/ 677615 h 834220"/>
                  <a:gd name="connsiteX116" fmla="*/ 235932 w 1596690"/>
                  <a:gd name="connsiteY116" fmla="*/ 676532 h 834220"/>
                  <a:gd name="connsiteX117" fmla="*/ 233579 w 1596690"/>
                  <a:gd name="connsiteY117" fmla="*/ 676415 h 834220"/>
                  <a:gd name="connsiteX118" fmla="*/ 223860 w 1596690"/>
                  <a:gd name="connsiteY118" fmla="*/ 675332 h 834220"/>
                  <a:gd name="connsiteX119" fmla="*/ 220329 w 1596690"/>
                  <a:gd name="connsiteY119" fmla="*/ 675168 h 834220"/>
                  <a:gd name="connsiteX120" fmla="*/ 209339 w 1596690"/>
                  <a:gd name="connsiteY120" fmla="*/ 674132 h 834220"/>
                  <a:gd name="connsiteX121" fmla="*/ 205786 w 1596690"/>
                  <a:gd name="connsiteY121" fmla="*/ 673991 h 834220"/>
                  <a:gd name="connsiteX122" fmla="*/ 189995 w 1596690"/>
                  <a:gd name="connsiteY122" fmla="*/ 672932 h 834220"/>
                  <a:gd name="connsiteX123" fmla="*/ 184041 w 1596690"/>
                  <a:gd name="connsiteY123" fmla="*/ 672767 h 834220"/>
                  <a:gd name="connsiteX124" fmla="*/ 169074 w 1596690"/>
                  <a:gd name="connsiteY124" fmla="*/ 672273 h 834220"/>
                  <a:gd name="connsiteX125" fmla="*/ 118478 w 1596690"/>
                  <a:gd name="connsiteY125" fmla="*/ 672767 h 834220"/>
                  <a:gd name="connsiteX126" fmla="*/ 112547 w 1596690"/>
                  <a:gd name="connsiteY126" fmla="*/ 672908 h 834220"/>
                  <a:gd name="connsiteX127" fmla="*/ 99133 w 1596690"/>
                  <a:gd name="connsiteY127" fmla="*/ 673991 h 834220"/>
                  <a:gd name="connsiteX128" fmla="*/ 95603 w 1596690"/>
                  <a:gd name="connsiteY128" fmla="*/ 674156 h 834220"/>
                  <a:gd name="connsiteX129" fmla="*/ 85837 w 1596690"/>
                  <a:gd name="connsiteY129" fmla="*/ 675215 h 834220"/>
                  <a:gd name="connsiteX130" fmla="*/ 83531 w 1596690"/>
                  <a:gd name="connsiteY130" fmla="*/ 675309 h 834220"/>
                  <a:gd name="connsiteX131" fmla="*/ 74964 w 1596690"/>
                  <a:gd name="connsiteY131" fmla="*/ 676438 h 834220"/>
                  <a:gd name="connsiteX132" fmla="*/ 72611 w 1596690"/>
                  <a:gd name="connsiteY132" fmla="*/ 676580 h 834220"/>
                  <a:gd name="connsiteX133" fmla="*/ 65292 w 1596690"/>
                  <a:gd name="connsiteY133" fmla="*/ 677639 h 834220"/>
                  <a:gd name="connsiteX134" fmla="*/ 64727 w 1596690"/>
                  <a:gd name="connsiteY134" fmla="*/ 677615 h 834220"/>
                  <a:gd name="connsiteX135" fmla="*/ 64163 w 1596690"/>
                  <a:gd name="connsiteY135" fmla="*/ 677709 h 834220"/>
                  <a:gd name="connsiteX136" fmla="*/ 57950 w 1596690"/>
                  <a:gd name="connsiteY136" fmla="*/ 678815 h 834220"/>
                  <a:gd name="connsiteX0" fmla="*/ 1625849 w 2634807"/>
                  <a:gd name="connsiteY0" fmla="*/ 503610 h 834220"/>
                  <a:gd name="connsiteX1" fmla="*/ 1625802 w 2634807"/>
                  <a:gd name="connsiteY1" fmla="*/ 503822 h 834220"/>
                  <a:gd name="connsiteX2" fmla="*/ 1626672 w 2634807"/>
                  <a:gd name="connsiteY2" fmla="*/ 503869 h 834220"/>
                  <a:gd name="connsiteX3" fmla="*/ 1625849 w 2634807"/>
                  <a:gd name="connsiteY3" fmla="*/ 503610 h 834220"/>
                  <a:gd name="connsiteX4" fmla="*/ 1534280 w 2634807"/>
                  <a:gd name="connsiteY4" fmla="*/ 223305 h 834220"/>
                  <a:gd name="connsiteX5" fmla="*/ 1534257 w 2634807"/>
                  <a:gd name="connsiteY5" fmla="*/ 223917 h 834220"/>
                  <a:gd name="connsiteX6" fmla="*/ 1535222 w 2634807"/>
                  <a:gd name="connsiteY6" fmla="*/ 223611 h 834220"/>
                  <a:gd name="connsiteX7" fmla="*/ 1534280 w 2634807"/>
                  <a:gd name="connsiteY7" fmla="*/ 223305 h 834220"/>
                  <a:gd name="connsiteX8" fmla="*/ 0 w 2634807"/>
                  <a:gd name="connsiteY8" fmla="*/ 495255 h 834220"/>
                  <a:gd name="connsiteX9" fmla="*/ 1197563 w 2634807"/>
                  <a:gd name="connsiteY9" fmla="*/ 97215 h 834220"/>
                  <a:gd name="connsiteX10" fmla="*/ 1252140 w 2634807"/>
                  <a:gd name="connsiteY10" fmla="*/ 107521 h 834220"/>
                  <a:gd name="connsiteX11" fmla="*/ 1372748 w 2634807"/>
                  <a:gd name="connsiteY11" fmla="*/ 147292 h 834220"/>
                  <a:gd name="connsiteX12" fmla="*/ 1375619 w 2634807"/>
                  <a:gd name="connsiteY12" fmla="*/ 148092 h 834220"/>
                  <a:gd name="connsiteX13" fmla="*/ 1423391 w 2634807"/>
                  <a:gd name="connsiteY13" fmla="*/ 169013 h 834220"/>
                  <a:gd name="connsiteX14" fmla="*/ 1576641 w 2634807"/>
                  <a:gd name="connsiteY14" fmla="*/ 235095 h 834220"/>
                  <a:gd name="connsiteX15" fmla="*/ 1617706 w 2634807"/>
                  <a:gd name="connsiteY15" fmla="*/ 252062 h 834220"/>
                  <a:gd name="connsiteX16" fmla="*/ 1663055 w 2634807"/>
                  <a:gd name="connsiteY16" fmla="*/ 269924 h 834220"/>
                  <a:gd name="connsiteX17" fmla="*/ 1742221 w 2634807"/>
                  <a:gd name="connsiteY17" fmla="*/ 297081 h 834220"/>
                  <a:gd name="connsiteX18" fmla="*/ 1878479 w 2634807"/>
                  <a:gd name="connsiteY18" fmla="*/ 329487 h 834220"/>
                  <a:gd name="connsiteX19" fmla="*/ 1961857 w 2634807"/>
                  <a:gd name="connsiteY19" fmla="*/ 338759 h 834220"/>
                  <a:gd name="connsiteX20" fmla="*/ 2101362 w 2634807"/>
                  <a:gd name="connsiteY20" fmla="*/ 360222 h 834220"/>
                  <a:gd name="connsiteX21" fmla="*/ 2142663 w 2634807"/>
                  <a:gd name="connsiteY21" fmla="*/ 376883 h 834220"/>
                  <a:gd name="connsiteX22" fmla="*/ 2167397 w 2634807"/>
                  <a:gd name="connsiteY22" fmla="*/ 423832 h 834220"/>
                  <a:gd name="connsiteX23" fmla="*/ 2167491 w 2634807"/>
                  <a:gd name="connsiteY23" fmla="*/ 432257 h 834220"/>
                  <a:gd name="connsiteX24" fmla="*/ 2133768 w 2634807"/>
                  <a:gd name="connsiteY24" fmla="*/ 505351 h 834220"/>
                  <a:gd name="connsiteX25" fmla="*/ 2127555 w 2634807"/>
                  <a:gd name="connsiteY25" fmla="*/ 511894 h 834220"/>
                  <a:gd name="connsiteX26" fmla="*/ 2111011 w 2634807"/>
                  <a:gd name="connsiteY26" fmla="*/ 522319 h 834220"/>
                  <a:gd name="connsiteX27" fmla="*/ 2093785 w 2634807"/>
                  <a:gd name="connsiteY27" fmla="*/ 530344 h 834220"/>
                  <a:gd name="connsiteX28" fmla="*/ 2034104 w 2634807"/>
                  <a:gd name="connsiteY28" fmla="*/ 545970 h 834220"/>
                  <a:gd name="connsiteX29" fmla="*/ 1986190 w 2634807"/>
                  <a:gd name="connsiteY29" fmla="*/ 549453 h 834220"/>
                  <a:gd name="connsiteX30" fmla="*/ 1915591 w 2634807"/>
                  <a:gd name="connsiteY30" fmla="*/ 543805 h 834220"/>
                  <a:gd name="connsiteX31" fmla="*/ 1799830 w 2634807"/>
                  <a:gd name="connsiteY31" fmla="*/ 523260 h 834220"/>
                  <a:gd name="connsiteX32" fmla="*/ 1719370 w 2634807"/>
                  <a:gd name="connsiteY32" fmla="*/ 509823 h 834220"/>
                  <a:gd name="connsiteX33" fmla="*/ 1709274 w 2634807"/>
                  <a:gd name="connsiteY33" fmla="*/ 508434 h 834220"/>
                  <a:gd name="connsiteX34" fmla="*/ 1699578 w 2634807"/>
                  <a:gd name="connsiteY34" fmla="*/ 507234 h 834220"/>
                  <a:gd name="connsiteX35" fmla="*/ 1696001 w 2634807"/>
                  <a:gd name="connsiteY35" fmla="*/ 507210 h 834220"/>
                  <a:gd name="connsiteX36" fmla="*/ 1658489 w 2634807"/>
                  <a:gd name="connsiteY36" fmla="*/ 504763 h 834220"/>
                  <a:gd name="connsiteX37" fmla="*/ 1649664 w 2634807"/>
                  <a:gd name="connsiteY37" fmla="*/ 503916 h 834220"/>
                  <a:gd name="connsiteX38" fmla="*/ 1646040 w 2634807"/>
                  <a:gd name="connsiteY38" fmla="*/ 504033 h 834220"/>
                  <a:gd name="connsiteX39" fmla="*/ 1640086 w 2634807"/>
                  <a:gd name="connsiteY39" fmla="*/ 504881 h 834220"/>
                  <a:gd name="connsiteX40" fmla="*/ 1637474 w 2634807"/>
                  <a:gd name="connsiteY40" fmla="*/ 504834 h 834220"/>
                  <a:gd name="connsiteX41" fmla="*/ 1665949 w 2634807"/>
                  <a:gd name="connsiteY41" fmla="*/ 509846 h 834220"/>
                  <a:gd name="connsiteX42" fmla="*/ 1805196 w 2634807"/>
                  <a:gd name="connsiteY42" fmla="*/ 542863 h 834220"/>
                  <a:gd name="connsiteX43" fmla="*/ 1929687 w 2634807"/>
                  <a:gd name="connsiteY43" fmla="*/ 566279 h 834220"/>
                  <a:gd name="connsiteX44" fmla="*/ 1994804 w 2634807"/>
                  <a:gd name="connsiteY44" fmla="*/ 568232 h 834220"/>
                  <a:gd name="connsiteX45" fmla="*/ 2097220 w 2634807"/>
                  <a:gd name="connsiteY45" fmla="*/ 539028 h 834220"/>
                  <a:gd name="connsiteX46" fmla="*/ 2118777 w 2634807"/>
                  <a:gd name="connsiteY46" fmla="*/ 521636 h 834220"/>
                  <a:gd name="connsiteX47" fmla="*/ 2123389 w 2634807"/>
                  <a:gd name="connsiteY47" fmla="*/ 518271 h 834220"/>
                  <a:gd name="connsiteX48" fmla="*/ 2198390 w 2634807"/>
                  <a:gd name="connsiteY48" fmla="*/ 477088 h 834220"/>
                  <a:gd name="connsiteX49" fmla="*/ 2250658 w 2634807"/>
                  <a:gd name="connsiteY49" fmla="*/ 433410 h 834220"/>
                  <a:gd name="connsiteX50" fmla="*/ 2308855 w 2634807"/>
                  <a:gd name="connsiteY50" fmla="*/ 362598 h 834220"/>
                  <a:gd name="connsiteX51" fmla="*/ 2407531 w 2634807"/>
                  <a:gd name="connsiteY51" fmla="*/ 202831 h 834220"/>
                  <a:gd name="connsiteX52" fmla="*/ 2487967 w 2634807"/>
                  <a:gd name="connsiteY52" fmla="*/ 79469 h 834220"/>
                  <a:gd name="connsiteX53" fmla="*/ 2546118 w 2634807"/>
                  <a:gd name="connsiteY53" fmla="*/ 17718 h 834220"/>
                  <a:gd name="connsiteX54" fmla="*/ 2549695 w 2634807"/>
                  <a:gd name="connsiteY54" fmla="*/ 11717 h 834220"/>
                  <a:gd name="connsiteX55" fmla="*/ 2552896 w 2634807"/>
                  <a:gd name="connsiteY55" fmla="*/ 6445 h 834220"/>
                  <a:gd name="connsiteX56" fmla="*/ 2553460 w 2634807"/>
                  <a:gd name="connsiteY56" fmla="*/ 7316 h 834220"/>
                  <a:gd name="connsiteX57" fmla="*/ 2553249 w 2634807"/>
                  <a:gd name="connsiteY57" fmla="*/ 7881 h 834220"/>
                  <a:gd name="connsiteX58" fmla="*/ 2557744 w 2634807"/>
                  <a:gd name="connsiteY58" fmla="*/ 11175 h 834220"/>
                  <a:gd name="connsiteX59" fmla="*/ 2584595 w 2634807"/>
                  <a:gd name="connsiteY59" fmla="*/ 585 h 834220"/>
                  <a:gd name="connsiteX60" fmla="*/ 2602622 w 2634807"/>
                  <a:gd name="connsiteY60" fmla="*/ 562 h 834220"/>
                  <a:gd name="connsiteX61" fmla="*/ 2630744 w 2634807"/>
                  <a:gd name="connsiteY61" fmla="*/ 21907 h 834220"/>
                  <a:gd name="connsiteX62" fmla="*/ 2634227 w 2634807"/>
                  <a:gd name="connsiteY62" fmla="*/ 35791 h 834220"/>
                  <a:gd name="connsiteX63" fmla="*/ 2634274 w 2634807"/>
                  <a:gd name="connsiteY63" fmla="*/ 47652 h 834220"/>
                  <a:gd name="connsiteX64" fmla="*/ 2634133 w 2634807"/>
                  <a:gd name="connsiteY64" fmla="*/ 51159 h 834220"/>
                  <a:gd name="connsiteX65" fmla="*/ 2633121 w 2634807"/>
                  <a:gd name="connsiteY65" fmla="*/ 57324 h 834220"/>
                  <a:gd name="connsiteX66" fmla="*/ 2616271 w 2634807"/>
                  <a:gd name="connsiteY66" fmla="*/ 117311 h 834220"/>
                  <a:gd name="connsiteX67" fmla="*/ 2579394 w 2634807"/>
                  <a:gd name="connsiteY67" fmla="*/ 208079 h 834220"/>
                  <a:gd name="connsiteX68" fmla="*/ 2508183 w 2634807"/>
                  <a:gd name="connsiteY68" fmla="*/ 360786 h 834220"/>
                  <a:gd name="connsiteX69" fmla="*/ 2441066 w 2634807"/>
                  <a:gd name="connsiteY69" fmla="*/ 484524 h 834220"/>
                  <a:gd name="connsiteX70" fmla="*/ 2400424 w 2634807"/>
                  <a:gd name="connsiteY70" fmla="*/ 535050 h 834220"/>
                  <a:gd name="connsiteX71" fmla="*/ 2361758 w 2634807"/>
                  <a:gd name="connsiteY71" fmla="*/ 573057 h 834220"/>
                  <a:gd name="connsiteX72" fmla="*/ 2307961 w 2634807"/>
                  <a:gd name="connsiteY72" fmla="*/ 620217 h 834220"/>
                  <a:gd name="connsiteX73" fmla="*/ 2234702 w 2634807"/>
                  <a:gd name="connsiteY73" fmla="*/ 679569 h 834220"/>
                  <a:gd name="connsiteX74" fmla="*/ 2171444 w 2634807"/>
                  <a:gd name="connsiteY74" fmla="*/ 726329 h 834220"/>
                  <a:gd name="connsiteX75" fmla="*/ 2098892 w 2634807"/>
                  <a:gd name="connsiteY75" fmla="*/ 774361 h 834220"/>
                  <a:gd name="connsiteX76" fmla="*/ 1987203 w 2634807"/>
                  <a:gd name="connsiteY76" fmla="*/ 824063 h 834220"/>
                  <a:gd name="connsiteX77" fmla="*/ 1966846 w 2634807"/>
                  <a:gd name="connsiteY77" fmla="*/ 828722 h 834220"/>
                  <a:gd name="connsiteX78" fmla="*/ 1960727 w 2634807"/>
                  <a:gd name="connsiteY78" fmla="*/ 829852 h 834220"/>
                  <a:gd name="connsiteX79" fmla="*/ 1960139 w 2634807"/>
                  <a:gd name="connsiteY79" fmla="*/ 829829 h 834220"/>
                  <a:gd name="connsiteX80" fmla="*/ 1959574 w 2634807"/>
                  <a:gd name="connsiteY80" fmla="*/ 829923 h 834220"/>
                  <a:gd name="connsiteX81" fmla="*/ 1953409 w 2634807"/>
                  <a:gd name="connsiteY81" fmla="*/ 831029 h 834220"/>
                  <a:gd name="connsiteX82" fmla="*/ 1951102 w 2634807"/>
                  <a:gd name="connsiteY82" fmla="*/ 831146 h 834220"/>
                  <a:gd name="connsiteX83" fmla="*/ 1943713 w 2634807"/>
                  <a:gd name="connsiteY83" fmla="*/ 832229 h 834220"/>
                  <a:gd name="connsiteX84" fmla="*/ 1940207 w 2634807"/>
                  <a:gd name="connsiteY84" fmla="*/ 832370 h 834220"/>
                  <a:gd name="connsiteX85" fmla="*/ 1926816 w 2634807"/>
                  <a:gd name="connsiteY85" fmla="*/ 833453 h 834220"/>
                  <a:gd name="connsiteX86" fmla="*/ 1920838 w 2634807"/>
                  <a:gd name="connsiteY86" fmla="*/ 833617 h 834220"/>
                  <a:gd name="connsiteX87" fmla="*/ 1893093 w 2634807"/>
                  <a:gd name="connsiteY87" fmla="*/ 833570 h 834220"/>
                  <a:gd name="connsiteX88" fmla="*/ 1887139 w 2634807"/>
                  <a:gd name="connsiteY88" fmla="*/ 833453 h 834220"/>
                  <a:gd name="connsiteX89" fmla="*/ 1871348 w 2634807"/>
                  <a:gd name="connsiteY89" fmla="*/ 832417 h 834220"/>
                  <a:gd name="connsiteX90" fmla="*/ 1867771 w 2634807"/>
                  <a:gd name="connsiteY90" fmla="*/ 832253 h 834220"/>
                  <a:gd name="connsiteX91" fmla="*/ 1856805 w 2634807"/>
                  <a:gd name="connsiteY91" fmla="*/ 831146 h 834220"/>
                  <a:gd name="connsiteX92" fmla="*/ 1854474 w 2634807"/>
                  <a:gd name="connsiteY92" fmla="*/ 831052 h 834220"/>
                  <a:gd name="connsiteX93" fmla="*/ 1845932 w 2634807"/>
                  <a:gd name="connsiteY93" fmla="*/ 830017 h 834220"/>
                  <a:gd name="connsiteX94" fmla="*/ 1843555 w 2634807"/>
                  <a:gd name="connsiteY94" fmla="*/ 829876 h 834220"/>
                  <a:gd name="connsiteX95" fmla="*/ 1836260 w 2634807"/>
                  <a:gd name="connsiteY95" fmla="*/ 828840 h 834220"/>
                  <a:gd name="connsiteX96" fmla="*/ 1833883 w 2634807"/>
                  <a:gd name="connsiteY96" fmla="*/ 828675 h 834220"/>
                  <a:gd name="connsiteX97" fmla="*/ 1827788 w 2634807"/>
                  <a:gd name="connsiteY97" fmla="*/ 827640 h 834220"/>
                  <a:gd name="connsiteX98" fmla="*/ 1825411 w 2634807"/>
                  <a:gd name="connsiteY98" fmla="*/ 827475 h 834220"/>
                  <a:gd name="connsiteX99" fmla="*/ 1819293 w 2634807"/>
                  <a:gd name="connsiteY99" fmla="*/ 826416 h 834220"/>
                  <a:gd name="connsiteX100" fmla="*/ 1803642 w 2634807"/>
                  <a:gd name="connsiteY100" fmla="*/ 823851 h 834220"/>
                  <a:gd name="connsiteX101" fmla="*/ 1797477 w 2634807"/>
                  <a:gd name="connsiteY101" fmla="*/ 822674 h 834220"/>
                  <a:gd name="connsiteX102" fmla="*/ 1744456 w 2634807"/>
                  <a:gd name="connsiteY102" fmla="*/ 811237 h 834220"/>
                  <a:gd name="connsiteX103" fmla="*/ 1558708 w 2634807"/>
                  <a:gd name="connsiteY103" fmla="*/ 754122 h 834220"/>
                  <a:gd name="connsiteX104" fmla="*/ 1441418 w 2634807"/>
                  <a:gd name="connsiteY104" fmla="*/ 716021 h 834220"/>
                  <a:gd name="connsiteX105" fmla="*/ 1329400 w 2634807"/>
                  <a:gd name="connsiteY105" fmla="*/ 684181 h 834220"/>
                  <a:gd name="connsiteX106" fmla="*/ 1320057 w 2634807"/>
                  <a:gd name="connsiteY106" fmla="*/ 682439 h 834220"/>
                  <a:gd name="connsiteX107" fmla="*/ 1313962 w 2634807"/>
                  <a:gd name="connsiteY107" fmla="*/ 681404 h 834220"/>
                  <a:gd name="connsiteX108" fmla="*/ 1311608 w 2634807"/>
                  <a:gd name="connsiteY108" fmla="*/ 681239 h 834220"/>
                  <a:gd name="connsiteX109" fmla="*/ 1305513 w 2634807"/>
                  <a:gd name="connsiteY109" fmla="*/ 680227 h 834220"/>
                  <a:gd name="connsiteX110" fmla="*/ 1303136 w 2634807"/>
                  <a:gd name="connsiteY110" fmla="*/ 680039 h 834220"/>
                  <a:gd name="connsiteX111" fmla="*/ 1294594 w 2634807"/>
                  <a:gd name="connsiteY111" fmla="*/ 678886 h 834220"/>
                  <a:gd name="connsiteX112" fmla="*/ 1294029 w 2634807"/>
                  <a:gd name="connsiteY112" fmla="*/ 678792 h 834220"/>
                  <a:gd name="connsiteX113" fmla="*/ 1293464 w 2634807"/>
                  <a:gd name="connsiteY113" fmla="*/ 678815 h 834220"/>
                  <a:gd name="connsiteX114" fmla="*/ 1284945 w 2634807"/>
                  <a:gd name="connsiteY114" fmla="*/ 677756 h 834220"/>
                  <a:gd name="connsiteX115" fmla="*/ 1282592 w 2634807"/>
                  <a:gd name="connsiteY115" fmla="*/ 677615 h 834220"/>
                  <a:gd name="connsiteX116" fmla="*/ 1274049 w 2634807"/>
                  <a:gd name="connsiteY116" fmla="*/ 676532 h 834220"/>
                  <a:gd name="connsiteX117" fmla="*/ 1271696 w 2634807"/>
                  <a:gd name="connsiteY117" fmla="*/ 676415 h 834220"/>
                  <a:gd name="connsiteX118" fmla="*/ 1261977 w 2634807"/>
                  <a:gd name="connsiteY118" fmla="*/ 675332 h 834220"/>
                  <a:gd name="connsiteX119" fmla="*/ 1258446 w 2634807"/>
                  <a:gd name="connsiteY119" fmla="*/ 675168 h 834220"/>
                  <a:gd name="connsiteX120" fmla="*/ 1247456 w 2634807"/>
                  <a:gd name="connsiteY120" fmla="*/ 674132 h 834220"/>
                  <a:gd name="connsiteX121" fmla="*/ 1243903 w 2634807"/>
                  <a:gd name="connsiteY121" fmla="*/ 673991 h 834220"/>
                  <a:gd name="connsiteX122" fmla="*/ 1228112 w 2634807"/>
                  <a:gd name="connsiteY122" fmla="*/ 672932 h 834220"/>
                  <a:gd name="connsiteX123" fmla="*/ 1222158 w 2634807"/>
                  <a:gd name="connsiteY123" fmla="*/ 672767 h 834220"/>
                  <a:gd name="connsiteX124" fmla="*/ 1207191 w 2634807"/>
                  <a:gd name="connsiteY124" fmla="*/ 672273 h 834220"/>
                  <a:gd name="connsiteX125" fmla="*/ 1156595 w 2634807"/>
                  <a:gd name="connsiteY125" fmla="*/ 672767 h 834220"/>
                  <a:gd name="connsiteX126" fmla="*/ 1150664 w 2634807"/>
                  <a:gd name="connsiteY126" fmla="*/ 672908 h 834220"/>
                  <a:gd name="connsiteX127" fmla="*/ 1137250 w 2634807"/>
                  <a:gd name="connsiteY127" fmla="*/ 673991 h 834220"/>
                  <a:gd name="connsiteX128" fmla="*/ 1133720 w 2634807"/>
                  <a:gd name="connsiteY128" fmla="*/ 674156 h 834220"/>
                  <a:gd name="connsiteX129" fmla="*/ 1123954 w 2634807"/>
                  <a:gd name="connsiteY129" fmla="*/ 675215 h 834220"/>
                  <a:gd name="connsiteX130" fmla="*/ 1121648 w 2634807"/>
                  <a:gd name="connsiteY130" fmla="*/ 675309 h 834220"/>
                  <a:gd name="connsiteX131" fmla="*/ 1113081 w 2634807"/>
                  <a:gd name="connsiteY131" fmla="*/ 676438 h 834220"/>
                  <a:gd name="connsiteX132" fmla="*/ 1110728 w 2634807"/>
                  <a:gd name="connsiteY132" fmla="*/ 676580 h 834220"/>
                  <a:gd name="connsiteX133" fmla="*/ 1103409 w 2634807"/>
                  <a:gd name="connsiteY133" fmla="*/ 677639 h 834220"/>
                  <a:gd name="connsiteX134" fmla="*/ 1102844 w 2634807"/>
                  <a:gd name="connsiteY134" fmla="*/ 677615 h 834220"/>
                  <a:gd name="connsiteX135" fmla="*/ 1102280 w 2634807"/>
                  <a:gd name="connsiteY135" fmla="*/ 677709 h 834220"/>
                  <a:gd name="connsiteX136" fmla="*/ 1096067 w 2634807"/>
                  <a:gd name="connsiteY136" fmla="*/ 678815 h 834220"/>
                  <a:gd name="connsiteX137" fmla="*/ 0 w 2634807"/>
                  <a:gd name="connsiteY137" fmla="*/ 495255 h 834220"/>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52140 w 2634807"/>
                  <a:gd name="connsiteY10" fmla="*/ 313823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52140 w 2634807"/>
                  <a:gd name="connsiteY10" fmla="*/ 313823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372748 w 2634807"/>
                  <a:gd name="connsiteY11" fmla="*/ 353594 h 1040522"/>
                  <a:gd name="connsiteX12" fmla="*/ 1423391 w 2634807"/>
                  <a:gd name="connsiteY12" fmla="*/ 375315 h 1040522"/>
                  <a:gd name="connsiteX13" fmla="*/ 1576641 w 2634807"/>
                  <a:gd name="connsiteY13" fmla="*/ 441397 h 1040522"/>
                  <a:gd name="connsiteX14" fmla="*/ 1617706 w 2634807"/>
                  <a:gd name="connsiteY14" fmla="*/ 458364 h 1040522"/>
                  <a:gd name="connsiteX15" fmla="*/ 1663055 w 2634807"/>
                  <a:gd name="connsiteY15" fmla="*/ 476226 h 1040522"/>
                  <a:gd name="connsiteX16" fmla="*/ 1742221 w 2634807"/>
                  <a:gd name="connsiteY16" fmla="*/ 503383 h 1040522"/>
                  <a:gd name="connsiteX17" fmla="*/ 1878479 w 2634807"/>
                  <a:gd name="connsiteY17" fmla="*/ 535789 h 1040522"/>
                  <a:gd name="connsiteX18" fmla="*/ 1961857 w 2634807"/>
                  <a:gd name="connsiteY18" fmla="*/ 545061 h 1040522"/>
                  <a:gd name="connsiteX19" fmla="*/ 2101362 w 2634807"/>
                  <a:gd name="connsiteY19" fmla="*/ 566524 h 1040522"/>
                  <a:gd name="connsiteX20" fmla="*/ 2142663 w 2634807"/>
                  <a:gd name="connsiteY20" fmla="*/ 583185 h 1040522"/>
                  <a:gd name="connsiteX21" fmla="*/ 2167397 w 2634807"/>
                  <a:gd name="connsiteY21" fmla="*/ 630134 h 1040522"/>
                  <a:gd name="connsiteX22" fmla="*/ 2167491 w 2634807"/>
                  <a:gd name="connsiteY22" fmla="*/ 638559 h 1040522"/>
                  <a:gd name="connsiteX23" fmla="*/ 2133768 w 2634807"/>
                  <a:gd name="connsiteY23" fmla="*/ 711653 h 1040522"/>
                  <a:gd name="connsiteX24" fmla="*/ 2127555 w 2634807"/>
                  <a:gd name="connsiteY24" fmla="*/ 718196 h 1040522"/>
                  <a:gd name="connsiteX25" fmla="*/ 2111011 w 2634807"/>
                  <a:gd name="connsiteY25" fmla="*/ 728621 h 1040522"/>
                  <a:gd name="connsiteX26" fmla="*/ 2093785 w 2634807"/>
                  <a:gd name="connsiteY26" fmla="*/ 736646 h 1040522"/>
                  <a:gd name="connsiteX27" fmla="*/ 2034104 w 2634807"/>
                  <a:gd name="connsiteY27" fmla="*/ 752272 h 1040522"/>
                  <a:gd name="connsiteX28" fmla="*/ 1986190 w 2634807"/>
                  <a:gd name="connsiteY28" fmla="*/ 755755 h 1040522"/>
                  <a:gd name="connsiteX29" fmla="*/ 1915591 w 2634807"/>
                  <a:gd name="connsiteY29" fmla="*/ 750107 h 1040522"/>
                  <a:gd name="connsiteX30" fmla="*/ 1799830 w 2634807"/>
                  <a:gd name="connsiteY30" fmla="*/ 729562 h 1040522"/>
                  <a:gd name="connsiteX31" fmla="*/ 1719370 w 2634807"/>
                  <a:gd name="connsiteY31" fmla="*/ 716125 h 1040522"/>
                  <a:gd name="connsiteX32" fmla="*/ 1709274 w 2634807"/>
                  <a:gd name="connsiteY32" fmla="*/ 714736 h 1040522"/>
                  <a:gd name="connsiteX33" fmla="*/ 1699578 w 2634807"/>
                  <a:gd name="connsiteY33" fmla="*/ 713536 h 1040522"/>
                  <a:gd name="connsiteX34" fmla="*/ 1696001 w 2634807"/>
                  <a:gd name="connsiteY34" fmla="*/ 713512 h 1040522"/>
                  <a:gd name="connsiteX35" fmla="*/ 1658489 w 2634807"/>
                  <a:gd name="connsiteY35" fmla="*/ 711065 h 1040522"/>
                  <a:gd name="connsiteX36" fmla="*/ 1649664 w 2634807"/>
                  <a:gd name="connsiteY36" fmla="*/ 710218 h 1040522"/>
                  <a:gd name="connsiteX37" fmla="*/ 1646040 w 2634807"/>
                  <a:gd name="connsiteY37" fmla="*/ 710335 h 1040522"/>
                  <a:gd name="connsiteX38" fmla="*/ 1640086 w 2634807"/>
                  <a:gd name="connsiteY38" fmla="*/ 711183 h 1040522"/>
                  <a:gd name="connsiteX39" fmla="*/ 1637474 w 2634807"/>
                  <a:gd name="connsiteY39" fmla="*/ 711136 h 1040522"/>
                  <a:gd name="connsiteX40" fmla="*/ 1665949 w 2634807"/>
                  <a:gd name="connsiteY40" fmla="*/ 716148 h 1040522"/>
                  <a:gd name="connsiteX41" fmla="*/ 1805196 w 2634807"/>
                  <a:gd name="connsiteY41" fmla="*/ 749165 h 1040522"/>
                  <a:gd name="connsiteX42" fmla="*/ 1929687 w 2634807"/>
                  <a:gd name="connsiteY42" fmla="*/ 772581 h 1040522"/>
                  <a:gd name="connsiteX43" fmla="*/ 1994804 w 2634807"/>
                  <a:gd name="connsiteY43" fmla="*/ 774534 h 1040522"/>
                  <a:gd name="connsiteX44" fmla="*/ 2097220 w 2634807"/>
                  <a:gd name="connsiteY44" fmla="*/ 745330 h 1040522"/>
                  <a:gd name="connsiteX45" fmla="*/ 2118777 w 2634807"/>
                  <a:gd name="connsiteY45" fmla="*/ 727938 h 1040522"/>
                  <a:gd name="connsiteX46" fmla="*/ 2123389 w 2634807"/>
                  <a:gd name="connsiteY46" fmla="*/ 724573 h 1040522"/>
                  <a:gd name="connsiteX47" fmla="*/ 2198390 w 2634807"/>
                  <a:gd name="connsiteY47" fmla="*/ 683390 h 1040522"/>
                  <a:gd name="connsiteX48" fmla="*/ 2250658 w 2634807"/>
                  <a:gd name="connsiteY48" fmla="*/ 639712 h 1040522"/>
                  <a:gd name="connsiteX49" fmla="*/ 2308855 w 2634807"/>
                  <a:gd name="connsiteY49" fmla="*/ 568900 h 1040522"/>
                  <a:gd name="connsiteX50" fmla="*/ 2407531 w 2634807"/>
                  <a:gd name="connsiteY50" fmla="*/ 409133 h 1040522"/>
                  <a:gd name="connsiteX51" fmla="*/ 2487967 w 2634807"/>
                  <a:gd name="connsiteY51" fmla="*/ 285771 h 1040522"/>
                  <a:gd name="connsiteX52" fmla="*/ 2546118 w 2634807"/>
                  <a:gd name="connsiteY52" fmla="*/ 224020 h 1040522"/>
                  <a:gd name="connsiteX53" fmla="*/ 2549695 w 2634807"/>
                  <a:gd name="connsiteY53" fmla="*/ 218019 h 1040522"/>
                  <a:gd name="connsiteX54" fmla="*/ 2552896 w 2634807"/>
                  <a:gd name="connsiteY54" fmla="*/ 212747 h 1040522"/>
                  <a:gd name="connsiteX55" fmla="*/ 2553460 w 2634807"/>
                  <a:gd name="connsiteY55" fmla="*/ 213618 h 1040522"/>
                  <a:gd name="connsiteX56" fmla="*/ 2553249 w 2634807"/>
                  <a:gd name="connsiteY56" fmla="*/ 214183 h 1040522"/>
                  <a:gd name="connsiteX57" fmla="*/ 2557744 w 2634807"/>
                  <a:gd name="connsiteY57" fmla="*/ 217477 h 1040522"/>
                  <a:gd name="connsiteX58" fmla="*/ 2584595 w 2634807"/>
                  <a:gd name="connsiteY58" fmla="*/ 206887 h 1040522"/>
                  <a:gd name="connsiteX59" fmla="*/ 2602622 w 2634807"/>
                  <a:gd name="connsiteY59" fmla="*/ 206864 h 1040522"/>
                  <a:gd name="connsiteX60" fmla="*/ 2630744 w 2634807"/>
                  <a:gd name="connsiteY60" fmla="*/ 228209 h 1040522"/>
                  <a:gd name="connsiteX61" fmla="*/ 2634227 w 2634807"/>
                  <a:gd name="connsiteY61" fmla="*/ 242093 h 1040522"/>
                  <a:gd name="connsiteX62" fmla="*/ 2634274 w 2634807"/>
                  <a:gd name="connsiteY62" fmla="*/ 253954 h 1040522"/>
                  <a:gd name="connsiteX63" fmla="*/ 2634133 w 2634807"/>
                  <a:gd name="connsiteY63" fmla="*/ 257461 h 1040522"/>
                  <a:gd name="connsiteX64" fmla="*/ 2633121 w 2634807"/>
                  <a:gd name="connsiteY64" fmla="*/ 263626 h 1040522"/>
                  <a:gd name="connsiteX65" fmla="*/ 2616271 w 2634807"/>
                  <a:gd name="connsiteY65" fmla="*/ 323613 h 1040522"/>
                  <a:gd name="connsiteX66" fmla="*/ 2579394 w 2634807"/>
                  <a:gd name="connsiteY66" fmla="*/ 414381 h 1040522"/>
                  <a:gd name="connsiteX67" fmla="*/ 2508183 w 2634807"/>
                  <a:gd name="connsiteY67" fmla="*/ 567088 h 1040522"/>
                  <a:gd name="connsiteX68" fmla="*/ 2441066 w 2634807"/>
                  <a:gd name="connsiteY68" fmla="*/ 690826 h 1040522"/>
                  <a:gd name="connsiteX69" fmla="*/ 2400424 w 2634807"/>
                  <a:gd name="connsiteY69" fmla="*/ 741352 h 1040522"/>
                  <a:gd name="connsiteX70" fmla="*/ 2361758 w 2634807"/>
                  <a:gd name="connsiteY70" fmla="*/ 779359 h 1040522"/>
                  <a:gd name="connsiteX71" fmla="*/ 2307961 w 2634807"/>
                  <a:gd name="connsiteY71" fmla="*/ 826519 h 1040522"/>
                  <a:gd name="connsiteX72" fmla="*/ 2234702 w 2634807"/>
                  <a:gd name="connsiteY72" fmla="*/ 885871 h 1040522"/>
                  <a:gd name="connsiteX73" fmla="*/ 2171444 w 2634807"/>
                  <a:gd name="connsiteY73" fmla="*/ 932631 h 1040522"/>
                  <a:gd name="connsiteX74" fmla="*/ 2098892 w 2634807"/>
                  <a:gd name="connsiteY74" fmla="*/ 980663 h 1040522"/>
                  <a:gd name="connsiteX75" fmla="*/ 1987203 w 2634807"/>
                  <a:gd name="connsiteY75" fmla="*/ 1030365 h 1040522"/>
                  <a:gd name="connsiteX76" fmla="*/ 1966846 w 2634807"/>
                  <a:gd name="connsiteY76" fmla="*/ 1035024 h 1040522"/>
                  <a:gd name="connsiteX77" fmla="*/ 1960727 w 2634807"/>
                  <a:gd name="connsiteY77" fmla="*/ 1036154 h 1040522"/>
                  <a:gd name="connsiteX78" fmla="*/ 1960139 w 2634807"/>
                  <a:gd name="connsiteY78" fmla="*/ 1036131 h 1040522"/>
                  <a:gd name="connsiteX79" fmla="*/ 1959574 w 2634807"/>
                  <a:gd name="connsiteY79" fmla="*/ 1036225 h 1040522"/>
                  <a:gd name="connsiteX80" fmla="*/ 1953409 w 2634807"/>
                  <a:gd name="connsiteY80" fmla="*/ 1037331 h 1040522"/>
                  <a:gd name="connsiteX81" fmla="*/ 1951102 w 2634807"/>
                  <a:gd name="connsiteY81" fmla="*/ 1037448 h 1040522"/>
                  <a:gd name="connsiteX82" fmla="*/ 1943713 w 2634807"/>
                  <a:gd name="connsiteY82" fmla="*/ 1038531 h 1040522"/>
                  <a:gd name="connsiteX83" fmla="*/ 1940207 w 2634807"/>
                  <a:gd name="connsiteY83" fmla="*/ 1038672 h 1040522"/>
                  <a:gd name="connsiteX84" fmla="*/ 1926816 w 2634807"/>
                  <a:gd name="connsiteY84" fmla="*/ 1039755 h 1040522"/>
                  <a:gd name="connsiteX85" fmla="*/ 1920838 w 2634807"/>
                  <a:gd name="connsiteY85" fmla="*/ 1039919 h 1040522"/>
                  <a:gd name="connsiteX86" fmla="*/ 1893093 w 2634807"/>
                  <a:gd name="connsiteY86" fmla="*/ 1039872 h 1040522"/>
                  <a:gd name="connsiteX87" fmla="*/ 1887139 w 2634807"/>
                  <a:gd name="connsiteY87" fmla="*/ 1039755 h 1040522"/>
                  <a:gd name="connsiteX88" fmla="*/ 1871348 w 2634807"/>
                  <a:gd name="connsiteY88" fmla="*/ 1038719 h 1040522"/>
                  <a:gd name="connsiteX89" fmla="*/ 1867771 w 2634807"/>
                  <a:gd name="connsiteY89" fmla="*/ 1038555 h 1040522"/>
                  <a:gd name="connsiteX90" fmla="*/ 1856805 w 2634807"/>
                  <a:gd name="connsiteY90" fmla="*/ 1037448 h 1040522"/>
                  <a:gd name="connsiteX91" fmla="*/ 1854474 w 2634807"/>
                  <a:gd name="connsiteY91" fmla="*/ 1037354 h 1040522"/>
                  <a:gd name="connsiteX92" fmla="*/ 1845932 w 2634807"/>
                  <a:gd name="connsiteY92" fmla="*/ 1036319 h 1040522"/>
                  <a:gd name="connsiteX93" fmla="*/ 1843555 w 2634807"/>
                  <a:gd name="connsiteY93" fmla="*/ 1036178 h 1040522"/>
                  <a:gd name="connsiteX94" fmla="*/ 1836260 w 2634807"/>
                  <a:gd name="connsiteY94" fmla="*/ 1035142 h 1040522"/>
                  <a:gd name="connsiteX95" fmla="*/ 1833883 w 2634807"/>
                  <a:gd name="connsiteY95" fmla="*/ 1034977 h 1040522"/>
                  <a:gd name="connsiteX96" fmla="*/ 1827788 w 2634807"/>
                  <a:gd name="connsiteY96" fmla="*/ 1033942 h 1040522"/>
                  <a:gd name="connsiteX97" fmla="*/ 1825411 w 2634807"/>
                  <a:gd name="connsiteY97" fmla="*/ 1033777 h 1040522"/>
                  <a:gd name="connsiteX98" fmla="*/ 1819293 w 2634807"/>
                  <a:gd name="connsiteY98" fmla="*/ 1032718 h 1040522"/>
                  <a:gd name="connsiteX99" fmla="*/ 1803642 w 2634807"/>
                  <a:gd name="connsiteY99" fmla="*/ 1030153 h 1040522"/>
                  <a:gd name="connsiteX100" fmla="*/ 1797477 w 2634807"/>
                  <a:gd name="connsiteY100" fmla="*/ 1028976 h 1040522"/>
                  <a:gd name="connsiteX101" fmla="*/ 1744456 w 2634807"/>
                  <a:gd name="connsiteY101" fmla="*/ 1017539 h 1040522"/>
                  <a:gd name="connsiteX102" fmla="*/ 1558708 w 2634807"/>
                  <a:gd name="connsiteY102" fmla="*/ 960424 h 1040522"/>
                  <a:gd name="connsiteX103" fmla="*/ 1441418 w 2634807"/>
                  <a:gd name="connsiteY103" fmla="*/ 922323 h 1040522"/>
                  <a:gd name="connsiteX104" fmla="*/ 1329400 w 2634807"/>
                  <a:gd name="connsiteY104" fmla="*/ 890483 h 1040522"/>
                  <a:gd name="connsiteX105" fmla="*/ 1320057 w 2634807"/>
                  <a:gd name="connsiteY105" fmla="*/ 888741 h 1040522"/>
                  <a:gd name="connsiteX106" fmla="*/ 1313962 w 2634807"/>
                  <a:gd name="connsiteY106" fmla="*/ 887706 h 1040522"/>
                  <a:gd name="connsiteX107" fmla="*/ 1311608 w 2634807"/>
                  <a:gd name="connsiteY107" fmla="*/ 887541 h 1040522"/>
                  <a:gd name="connsiteX108" fmla="*/ 1305513 w 2634807"/>
                  <a:gd name="connsiteY108" fmla="*/ 886529 h 1040522"/>
                  <a:gd name="connsiteX109" fmla="*/ 1303136 w 2634807"/>
                  <a:gd name="connsiteY109" fmla="*/ 886341 h 1040522"/>
                  <a:gd name="connsiteX110" fmla="*/ 1294594 w 2634807"/>
                  <a:gd name="connsiteY110" fmla="*/ 885188 h 1040522"/>
                  <a:gd name="connsiteX111" fmla="*/ 1294029 w 2634807"/>
                  <a:gd name="connsiteY111" fmla="*/ 885094 h 1040522"/>
                  <a:gd name="connsiteX112" fmla="*/ 1293464 w 2634807"/>
                  <a:gd name="connsiteY112" fmla="*/ 885117 h 1040522"/>
                  <a:gd name="connsiteX113" fmla="*/ 1284945 w 2634807"/>
                  <a:gd name="connsiteY113" fmla="*/ 884058 h 1040522"/>
                  <a:gd name="connsiteX114" fmla="*/ 1282592 w 2634807"/>
                  <a:gd name="connsiteY114" fmla="*/ 883917 h 1040522"/>
                  <a:gd name="connsiteX115" fmla="*/ 1274049 w 2634807"/>
                  <a:gd name="connsiteY115" fmla="*/ 882834 h 1040522"/>
                  <a:gd name="connsiteX116" fmla="*/ 1271696 w 2634807"/>
                  <a:gd name="connsiteY116" fmla="*/ 882717 h 1040522"/>
                  <a:gd name="connsiteX117" fmla="*/ 1261977 w 2634807"/>
                  <a:gd name="connsiteY117" fmla="*/ 881634 h 1040522"/>
                  <a:gd name="connsiteX118" fmla="*/ 1258446 w 2634807"/>
                  <a:gd name="connsiteY118" fmla="*/ 881470 h 1040522"/>
                  <a:gd name="connsiteX119" fmla="*/ 1247456 w 2634807"/>
                  <a:gd name="connsiteY119" fmla="*/ 880434 h 1040522"/>
                  <a:gd name="connsiteX120" fmla="*/ 1243903 w 2634807"/>
                  <a:gd name="connsiteY120" fmla="*/ 880293 h 1040522"/>
                  <a:gd name="connsiteX121" fmla="*/ 1228112 w 2634807"/>
                  <a:gd name="connsiteY121" fmla="*/ 879234 h 1040522"/>
                  <a:gd name="connsiteX122" fmla="*/ 1222158 w 2634807"/>
                  <a:gd name="connsiteY122" fmla="*/ 879069 h 1040522"/>
                  <a:gd name="connsiteX123" fmla="*/ 1207191 w 2634807"/>
                  <a:gd name="connsiteY123" fmla="*/ 878575 h 1040522"/>
                  <a:gd name="connsiteX124" fmla="*/ 1156595 w 2634807"/>
                  <a:gd name="connsiteY124" fmla="*/ 879069 h 1040522"/>
                  <a:gd name="connsiteX125" fmla="*/ 1150664 w 2634807"/>
                  <a:gd name="connsiteY125" fmla="*/ 879210 h 1040522"/>
                  <a:gd name="connsiteX126" fmla="*/ 1137250 w 2634807"/>
                  <a:gd name="connsiteY126" fmla="*/ 880293 h 1040522"/>
                  <a:gd name="connsiteX127" fmla="*/ 1133720 w 2634807"/>
                  <a:gd name="connsiteY127" fmla="*/ 880458 h 1040522"/>
                  <a:gd name="connsiteX128" fmla="*/ 1123954 w 2634807"/>
                  <a:gd name="connsiteY128" fmla="*/ 881517 h 1040522"/>
                  <a:gd name="connsiteX129" fmla="*/ 1121648 w 2634807"/>
                  <a:gd name="connsiteY129" fmla="*/ 881611 h 1040522"/>
                  <a:gd name="connsiteX130" fmla="*/ 1113081 w 2634807"/>
                  <a:gd name="connsiteY130" fmla="*/ 882740 h 1040522"/>
                  <a:gd name="connsiteX131" fmla="*/ 1110728 w 2634807"/>
                  <a:gd name="connsiteY131" fmla="*/ 882882 h 1040522"/>
                  <a:gd name="connsiteX132" fmla="*/ 1103409 w 2634807"/>
                  <a:gd name="connsiteY132" fmla="*/ 883941 h 1040522"/>
                  <a:gd name="connsiteX133" fmla="*/ 1102844 w 2634807"/>
                  <a:gd name="connsiteY133" fmla="*/ 883917 h 1040522"/>
                  <a:gd name="connsiteX134" fmla="*/ 1102280 w 2634807"/>
                  <a:gd name="connsiteY134" fmla="*/ 884011 h 1040522"/>
                  <a:gd name="connsiteX135" fmla="*/ 1096067 w 2634807"/>
                  <a:gd name="connsiteY135" fmla="*/ 885117 h 1040522"/>
                  <a:gd name="connsiteX136" fmla="*/ 0 w 2634807"/>
                  <a:gd name="connsiteY13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37184 w 2634807"/>
                  <a:gd name="connsiteY134" fmla="*/ 869339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0 w 2634807"/>
                  <a:gd name="connsiteY13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0 w 2634807"/>
                  <a:gd name="connsiteY13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0 w 2634807"/>
                  <a:gd name="connsiteY13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0 w 2634807"/>
                  <a:gd name="connsiteY13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0 w 2634807"/>
                  <a:gd name="connsiteY13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0 w 2634807"/>
                  <a:gd name="connsiteY12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0 w 2634807"/>
                  <a:gd name="connsiteY12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0 w 2634807"/>
                  <a:gd name="connsiteY12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0 w 2634807"/>
                  <a:gd name="connsiteY12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0 w 2634807"/>
                  <a:gd name="connsiteY12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0 w 2634807"/>
                  <a:gd name="connsiteY12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07191 w 2634807"/>
                  <a:gd name="connsiteY121" fmla="*/ 878575 h 1040522"/>
                  <a:gd name="connsiteX122" fmla="*/ 1156595 w 2634807"/>
                  <a:gd name="connsiteY122" fmla="*/ 879069 h 1040522"/>
                  <a:gd name="connsiteX123" fmla="*/ 0 w 2634807"/>
                  <a:gd name="connsiteY12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28112 w 2634807"/>
                  <a:gd name="connsiteY119" fmla="*/ 879234 h 1040522"/>
                  <a:gd name="connsiteX120" fmla="*/ 1207191 w 2634807"/>
                  <a:gd name="connsiteY120" fmla="*/ 878575 h 1040522"/>
                  <a:gd name="connsiteX121" fmla="*/ 1156595 w 2634807"/>
                  <a:gd name="connsiteY121" fmla="*/ 879069 h 1040522"/>
                  <a:gd name="connsiteX122" fmla="*/ 0 w 2634807"/>
                  <a:gd name="connsiteY12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28112 w 2634807"/>
                  <a:gd name="connsiteY118" fmla="*/ 879234 h 1040522"/>
                  <a:gd name="connsiteX119" fmla="*/ 1207191 w 2634807"/>
                  <a:gd name="connsiteY119" fmla="*/ 878575 h 1040522"/>
                  <a:gd name="connsiteX120" fmla="*/ 1156595 w 2634807"/>
                  <a:gd name="connsiteY120" fmla="*/ 879069 h 1040522"/>
                  <a:gd name="connsiteX121" fmla="*/ 0 w 2634807"/>
                  <a:gd name="connsiteY12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28112 w 2634807"/>
                  <a:gd name="connsiteY117" fmla="*/ 879234 h 1040522"/>
                  <a:gd name="connsiteX118" fmla="*/ 1207191 w 2634807"/>
                  <a:gd name="connsiteY118" fmla="*/ 878575 h 1040522"/>
                  <a:gd name="connsiteX119" fmla="*/ 1156595 w 2634807"/>
                  <a:gd name="connsiteY119" fmla="*/ 879069 h 1040522"/>
                  <a:gd name="connsiteX120" fmla="*/ 0 w 2634807"/>
                  <a:gd name="connsiteY12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61977 w 2634807"/>
                  <a:gd name="connsiteY115" fmla="*/ 881634 h 1040522"/>
                  <a:gd name="connsiteX116" fmla="*/ 1228112 w 2634807"/>
                  <a:gd name="connsiteY116" fmla="*/ 879234 h 1040522"/>
                  <a:gd name="connsiteX117" fmla="*/ 1207191 w 2634807"/>
                  <a:gd name="connsiteY117" fmla="*/ 878575 h 1040522"/>
                  <a:gd name="connsiteX118" fmla="*/ 1156595 w 2634807"/>
                  <a:gd name="connsiteY118" fmla="*/ 879069 h 1040522"/>
                  <a:gd name="connsiteX119" fmla="*/ 0 w 2634807"/>
                  <a:gd name="connsiteY11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28112 w 2634807"/>
                  <a:gd name="connsiteY115" fmla="*/ 879234 h 1040522"/>
                  <a:gd name="connsiteX116" fmla="*/ 1207191 w 2634807"/>
                  <a:gd name="connsiteY116" fmla="*/ 878575 h 1040522"/>
                  <a:gd name="connsiteX117" fmla="*/ 1156595 w 2634807"/>
                  <a:gd name="connsiteY117" fmla="*/ 879069 h 1040522"/>
                  <a:gd name="connsiteX118" fmla="*/ 0 w 2634807"/>
                  <a:gd name="connsiteY11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74049 w 2634807"/>
                  <a:gd name="connsiteY113" fmla="*/ 882834 h 1040522"/>
                  <a:gd name="connsiteX114" fmla="*/ 1228112 w 2634807"/>
                  <a:gd name="connsiteY114" fmla="*/ 879234 h 1040522"/>
                  <a:gd name="connsiteX115" fmla="*/ 1207191 w 2634807"/>
                  <a:gd name="connsiteY115" fmla="*/ 878575 h 1040522"/>
                  <a:gd name="connsiteX116" fmla="*/ 1156595 w 2634807"/>
                  <a:gd name="connsiteY116" fmla="*/ 879069 h 1040522"/>
                  <a:gd name="connsiteX117" fmla="*/ 0 w 2634807"/>
                  <a:gd name="connsiteY11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74049 w 2634807"/>
                  <a:gd name="connsiteY113" fmla="*/ 882834 h 1040522"/>
                  <a:gd name="connsiteX114" fmla="*/ 1207191 w 2634807"/>
                  <a:gd name="connsiteY114" fmla="*/ 878575 h 1040522"/>
                  <a:gd name="connsiteX115" fmla="*/ 1156595 w 2634807"/>
                  <a:gd name="connsiteY115" fmla="*/ 879069 h 1040522"/>
                  <a:gd name="connsiteX116" fmla="*/ 0 w 2634807"/>
                  <a:gd name="connsiteY11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07191 w 2634807"/>
                  <a:gd name="connsiteY113" fmla="*/ 878575 h 1040522"/>
                  <a:gd name="connsiteX114" fmla="*/ 1156595 w 2634807"/>
                  <a:gd name="connsiteY114" fmla="*/ 879069 h 1040522"/>
                  <a:gd name="connsiteX115" fmla="*/ 0 w 2634807"/>
                  <a:gd name="connsiteY11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303136 w 2634807"/>
                  <a:gd name="connsiteY107" fmla="*/ 886341 h 1040522"/>
                  <a:gd name="connsiteX108" fmla="*/ 1294594 w 2634807"/>
                  <a:gd name="connsiteY108" fmla="*/ 885188 h 1040522"/>
                  <a:gd name="connsiteX109" fmla="*/ 1294029 w 2634807"/>
                  <a:gd name="connsiteY109" fmla="*/ 885094 h 1040522"/>
                  <a:gd name="connsiteX110" fmla="*/ 1284945 w 2634807"/>
                  <a:gd name="connsiteY110" fmla="*/ 884058 h 1040522"/>
                  <a:gd name="connsiteX111" fmla="*/ 1282592 w 2634807"/>
                  <a:gd name="connsiteY111" fmla="*/ 883917 h 1040522"/>
                  <a:gd name="connsiteX112" fmla="*/ 1207191 w 2634807"/>
                  <a:gd name="connsiteY112" fmla="*/ 878575 h 1040522"/>
                  <a:gd name="connsiteX113" fmla="*/ 1156595 w 2634807"/>
                  <a:gd name="connsiteY113" fmla="*/ 879069 h 1040522"/>
                  <a:gd name="connsiteX114" fmla="*/ 0 w 2634807"/>
                  <a:gd name="connsiteY11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303136 w 2634807"/>
                  <a:gd name="connsiteY107" fmla="*/ 886341 h 1040522"/>
                  <a:gd name="connsiteX108" fmla="*/ 1294594 w 2634807"/>
                  <a:gd name="connsiteY108" fmla="*/ 885188 h 1040522"/>
                  <a:gd name="connsiteX109" fmla="*/ 1284945 w 2634807"/>
                  <a:gd name="connsiteY109" fmla="*/ 884058 h 1040522"/>
                  <a:gd name="connsiteX110" fmla="*/ 1282592 w 2634807"/>
                  <a:gd name="connsiteY110" fmla="*/ 883917 h 1040522"/>
                  <a:gd name="connsiteX111" fmla="*/ 1207191 w 2634807"/>
                  <a:gd name="connsiteY111" fmla="*/ 878575 h 1040522"/>
                  <a:gd name="connsiteX112" fmla="*/ 1156595 w 2634807"/>
                  <a:gd name="connsiteY112" fmla="*/ 879069 h 1040522"/>
                  <a:gd name="connsiteX113" fmla="*/ 0 w 2634807"/>
                  <a:gd name="connsiteY11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84945 w 2634807"/>
                  <a:gd name="connsiteY108" fmla="*/ 884058 h 1040522"/>
                  <a:gd name="connsiteX109" fmla="*/ 1282592 w 2634807"/>
                  <a:gd name="connsiteY109" fmla="*/ 883917 h 1040522"/>
                  <a:gd name="connsiteX110" fmla="*/ 1207191 w 2634807"/>
                  <a:gd name="connsiteY110" fmla="*/ 878575 h 1040522"/>
                  <a:gd name="connsiteX111" fmla="*/ 1156595 w 2634807"/>
                  <a:gd name="connsiteY111" fmla="*/ 879069 h 1040522"/>
                  <a:gd name="connsiteX112" fmla="*/ 0 w 2634807"/>
                  <a:gd name="connsiteY11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84945 w 2634807"/>
                  <a:gd name="connsiteY108" fmla="*/ 884058 h 1040522"/>
                  <a:gd name="connsiteX109" fmla="*/ 1207191 w 2634807"/>
                  <a:gd name="connsiteY109" fmla="*/ 878575 h 1040522"/>
                  <a:gd name="connsiteX110" fmla="*/ 1156595 w 2634807"/>
                  <a:gd name="connsiteY110" fmla="*/ 879069 h 1040522"/>
                  <a:gd name="connsiteX111" fmla="*/ 0 w 2634807"/>
                  <a:gd name="connsiteY11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07191 w 2634807"/>
                  <a:gd name="connsiteY108" fmla="*/ 878575 h 1040522"/>
                  <a:gd name="connsiteX109" fmla="*/ 1156595 w 2634807"/>
                  <a:gd name="connsiteY109" fmla="*/ 879069 h 1040522"/>
                  <a:gd name="connsiteX110" fmla="*/ 0 w 2634807"/>
                  <a:gd name="connsiteY11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294594 w 2634807"/>
                  <a:gd name="connsiteY106" fmla="*/ 885188 h 1040522"/>
                  <a:gd name="connsiteX107" fmla="*/ 1207191 w 2634807"/>
                  <a:gd name="connsiteY107" fmla="*/ 878575 h 1040522"/>
                  <a:gd name="connsiteX108" fmla="*/ 1156595 w 2634807"/>
                  <a:gd name="connsiteY108" fmla="*/ 879069 h 1040522"/>
                  <a:gd name="connsiteX109" fmla="*/ 0 w 2634807"/>
                  <a:gd name="connsiteY10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294594 w 2634807"/>
                  <a:gd name="connsiteY105" fmla="*/ 885188 h 1040522"/>
                  <a:gd name="connsiteX106" fmla="*/ 1207191 w 2634807"/>
                  <a:gd name="connsiteY106" fmla="*/ 878575 h 1040522"/>
                  <a:gd name="connsiteX107" fmla="*/ 1156595 w 2634807"/>
                  <a:gd name="connsiteY107" fmla="*/ 879069 h 1040522"/>
                  <a:gd name="connsiteX108" fmla="*/ 0 w 2634807"/>
                  <a:gd name="connsiteY10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207191 w 2634807"/>
                  <a:gd name="connsiteY105" fmla="*/ 878575 h 1040522"/>
                  <a:gd name="connsiteX106" fmla="*/ 1156595 w 2634807"/>
                  <a:gd name="connsiteY106" fmla="*/ 879069 h 1040522"/>
                  <a:gd name="connsiteX107" fmla="*/ 0 w 2634807"/>
                  <a:gd name="connsiteY10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207191 w 2634807"/>
                  <a:gd name="connsiteY104" fmla="*/ 878575 h 1040522"/>
                  <a:gd name="connsiteX105" fmla="*/ 1156595 w 2634807"/>
                  <a:gd name="connsiteY105" fmla="*/ 879069 h 1040522"/>
                  <a:gd name="connsiteX106" fmla="*/ 0 w 2634807"/>
                  <a:gd name="connsiteY10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156595 w 2634807"/>
                  <a:gd name="connsiteY104" fmla="*/ 879069 h 1040522"/>
                  <a:gd name="connsiteX105" fmla="*/ 0 w 2634807"/>
                  <a:gd name="connsiteY10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133444 w 2634807"/>
                  <a:gd name="connsiteY104" fmla="*/ 834618 h 1040522"/>
                  <a:gd name="connsiteX105" fmla="*/ 0 w 2634807"/>
                  <a:gd name="connsiteY10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133444 w 2634807"/>
                  <a:gd name="connsiteY103" fmla="*/ 834618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07142 w 2634807"/>
                  <a:gd name="connsiteY11" fmla="*/ 364586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756 h 1040366"/>
                  <a:gd name="connsiteX1" fmla="*/ 1625802 w 2634807"/>
                  <a:gd name="connsiteY1" fmla="*/ 709968 h 1040366"/>
                  <a:gd name="connsiteX2" fmla="*/ 1626672 w 2634807"/>
                  <a:gd name="connsiteY2" fmla="*/ 710015 h 1040366"/>
                  <a:gd name="connsiteX3" fmla="*/ 1625849 w 2634807"/>
                  <a:gd name="connsiteY3" fmla="*/ 709756 h 1040366"/>
                  <a:gd name="connsiteX4" fmla="*/ 1534280 w 2634807"/>
                  <a:gd name="connsiteY4" fmla="*/ 429451 h 1040366"/>
                  <a:gd name="connsiteX5" fmla="*/ 1534257 w 2634807"/>
                  <a:gd name="connsiteY5" fmla="*/ 430063 h 1040366"/>
                  <a:gd name="connsiteX6" fmla="*/ 1535222 w 2634807"/>
                  <a:gd name="connsiteY6" fmla="*/ 429757 h 1040366"/>
                  <a:gd name="connsiteX7" fmla="*/ 1534280 w 2634807"/>
                  <a:gd name="connsiteY7" fmla="*/ 429451 h 1040366"/>
                  <a:gd name="connsiteX8" fmla="*/ 0 w 2634807"/>
                  <a:gd name="connsiteY8" fmla="*/ 701401 h 1040366"/>
                  <a:gd name="connsiteX9" fmla="*/ 197957 w 2634807"/>
                  <a:gd name="connsiteY9" fmla="*/ 0 h 1040366"/>
                  <a:gd name="connsiteX10" fmla="*/ 1087798 w 2634807"/>
                  <a:gd name="connsiteY10" fmla="*/ 375728 h 1040366"/>
                  <a:gd name="connsiteX11" fmla="*/ 1407142 w 2634807"/>
                  <a:gd name="connsiteY11" fmla="*/ 364430 h 1040366"/>
                  <a:gd name="connsiteX12" fmla="*/ 1576641 w 2634807"/>
                  <a:gd name="connsiteY12" fmla="*/ 441241 h 1040366"/>
                  <a:gd name="connsiteX13" fmla="*/ 1617706 w 2634807"/>
                  <a:gd name="connsiteY13" fmla="*/ 458208 h 1040366"/>
                  <a:gd name="connsiteX14" fmla="*/ 1663055 w 2634807"/>
                  <a:gd name="connsiteY14" fmla="*/ 476070 h 1040366"/>
                  <a:gd name="connsiteX15" fmla="*/ 1742221 w 2634807"/>
                  <a:gd name="connsiteY15" fmla="*/ 503227 h 1040366"/>
                  <a:gd name="connsiteX16" fmla="*/ 1878479 w 2634807"/>
                  <a:gd name="connsiteY16" fmla="*/ 535633 h 1040366"/>
                  <a:gd name="connsiteX17" fmla="*/ 1961857 w 2634807"/>
                  <a:gd name="connsiteY17" fmla="*/ 544905 h 1040366"/>
                  <a:gd name="connsiteX18" fmla="*/ 2101362 w 2634807"/>
                  <a:gd name="connsiteY18" fmla="*/ 566368 h 1040366"/>
                  <a:gd name="connsiteX19" fmla="*/ 2142663 w 2634807"/>
                  <a:gd name="connsiteY19" fmla="*/ 583029 h 1040366"/>
                  <a:gd name="connsiteX20" fmla="*/ 2167397 w 2634807"/>
                  <a:gd name="connsiteY20" fmla="*/ 629978 h 1040366"/>
                  <a:gd name="connsiteX21" fmla="*/ 2167491 w 2634807"/>
                  <a:gd name="connsiteY21" fmla="*/ 638403 h 1040366"/>
                  <a:gd name="connsiteX22" fmla="*/ 2133768 w 2634807"/>
                  <a:gd name="connsiteY22" fmla="*/ 711497 h 1040366"/>
                  <a:gd name="connsiteX23" fmla="*/ 2127555 w 2634807"/>
                  <a:gd name="connsiteY23" fmla="*/ 718040 h 1040366"/>
                  <a:gd name="connsiteX24" fmla="*/ 2111011 w 2634807"/>
                  <a:gd name="connsiteY24" fmla="*/ 728465 h 1040366"/>
                  <a:gd name="connsiteX25" fmla="*/ 2093785 w 2634807"/>
                  <a:gd name="connsiteY25" fmla="*/ 736490 h 1040366"/>
                  <a:gd name="connsiteX26" fmla="*/ 2034104 w 2634807"/>
                  <a:gd name="connsiteY26" fmla="*/ 752116 h 1040366"/>
                  <a:gd name="connsiteX27" fmla="*/ 1986190 w 2634807"/>
                  <a:gd name="connsiteY27" fmla="*/ 755599 h 1040366"/>
                  <a:gd name="connsiteX28" fmla="*/ 1915591 w 2634807"/>
                  <a:gd name="connsiteY28" fmla="*/ 749951 h 1040366"/>
                  <a:gd name="connsiteX29" fmla="*/ 1799830 w 2634807"/>
                  <a:gd name="connsiteY29" fmla="*/ 729406 h 1040366"/>
                  <a:gd name="connsiteX30" fmla="*/ 1719370 w 2634807"/>
                  <a:gd name="connsiteY30" fmla="*/ 715969 h 1040366"/>
                  <a:gd name="connsiteX31" fmla="*/ 1709274 w 2634807"/>
                  <a:gd name="connsiteY31" fmla="*/ 714580 h 1040366"/>
                  <a:gd name="connsiteX32" fmla="*/ 1699578 w 2634807"/>
                  <a:gd name="connsiteY32" fmla="*/ 713380 h 1040366"/>
                  <a:gd name="connsiteX33" fmla="*/ 1696001 w 2634807"/>
                  <a:gd name="connsiteY33" fmla="*/ 713356 h 1040366"/>
                  <a:gd name="connsiteX34" fmla="*/ 1658489 w 2634807"/>
                  <a:gd name="connsiteY34" fmla="*/ 710909 h 1040366"/>
                  <a:gd name="connsiteX35" fmla="*/ 1649664 w 2634807"/>
                  <a:gd name="connsiteY35" fmla="*/ 710062 h 1040366"/>
                  <a:gd name="connsiteX36" fmla="*/ 1646040 w 2634807"/>
                  <a:gd name="connsiteY36" fmla="*/ 710179 h 1040366"/>
                  <a:gd name="connsiteX37" fmla="*/ 1640086 w 2634807"/>
                  <a:gd name="connsiteY37" fmla="*/ 711027 h 1040366"/>
                  <a:gd name="connsiteX38" fmla="*/ 1637474 w 2634807"/>
                  <a:gd name="connsiteY38" fmla="*/ 710980 h 1040366"/>
                  <a:gd name="connsiteX39" fmla="*/ 1665949 w 2634807"/>
                  <a:gd name="connsiteY39" fmla="*/ 715992 h 1040366"/>
                  <a:gd name="connsiteX40" fmla="*/ 1805196 w 2634807"/>
                  <a:gd name="connsiteY40" fmla="*/ 749009 h 1040366"/>
                  <a:gd name="connsiteX41" fmla="*/ 1929687 w 2634807"/>
                  <a:gd name="connsiteY41" fmla="*/ 772425 h 1040366"/>
                  <a:gd name="connsiteX42" fmla="*/ 1994804 w 2634807"/>
                  <a:gd name="connsiteY42" fmla="*/ 774378 h 1040366"/>
                  <a:gd name="connsiteX43" fmla="*/ 2097220 w 2634807"/>
                  <a:gd name="connsiteY43" fmla="*/ 745174 h 1040366"/>
                  <a:gd name="connsiteX44" fmla="*/ 2118777 w 2634807"/>
                  <a:gd name="connsiteY44" fmla="*/ 727782 h 1040366"/>
                  <a:gd name="connsiteX45" fmla="*/ 2123389 w 2634807"/>
                  <a:gd name="connsiteY45" fmla="*/ 724417 h 1040366"/>
                  <a:gd name="connsiteX46" fmla="*/ 2198390 w 2634807"/>
                  <a:gd name="connsiteY46" fmla="*/ 683234 h 1040366"/>
                  <a:gd name="connsiteX47" fmla="*/ 2250658 w 2634807"/>
                  <a:gd name="connsiteY47" fmla="*/ 639556 h 1040366"/>
                  <a:gd name="connsiteX48" fmla="*/ 2308855 w 2634807"/>
                  <a:gd name="connsiteY48" fmla="*/ 568744 h 1040366"/>
                  <a:gd name="connsiteX49" fmla="*/ 2407531 w 2634807"/>
                  <a:gd name="connsiteY49" fmla="*/ 408977 h 1040366"/>
                  <a:gd name="connsiteX50" fmla="*/ 2487967 w 2634807"/>
                  <a:gd name="connsiteY50" fmla="*/ 285615 h 1040366"/>
                  <a:gd name="connsiteX51" fmla="*/ 2546118 w 2634807"/>
                  <a:gd name="connsiteY51" fmla="*/ 223864 h 1040366"/>
                  <a:gd name="connsiteX52" fmla="*/ 2549695 w 2634807"/>
                  <a:gd name="connsiteY52" fmla="*/ 217863 h 1040366"/>
                  <a:gd name="connsiteX53" fmla="*/ 2552896 w 2634807"/>
                  <a:gd name="connsiteY53" fmla="*/ 212591 h 1040366"/>
                  <a:gd name="connsiteX54" fmla="*/ 2553460 w 2634807"/>
                  <a:gd name="connsiteY54" fmla="*/ 213462 h 1040366"/>
                  <a:gd name="connsiteX55" fmla="*/ 2553249 w 2634807"/>
                  <a:gd name="connsiteY55" fmla="*/ 214027 h 1040366"/>
                  <a:gd name="connsiteX56" fmla="*/ 2557744 w 2634807"/>
                  <a:gd name="connsiteY56" fmla="*/ 217321 h 1040366"/>
                  <a:gd name="connsiteX57" fmla="*/ 2584595 w 2634807"/>
                  <a:gd name="connsiteY57" fmla="*/ 206731 h 1040366"/>
                  <a:gd name="connsiteX58" fmla="*/ 2602622 w 2634807"/>
                  <a:gd name="connsiteY58" fmla="*/ 206708 h 1040366"/>
                  <a:gd name="connsiteX59" fmla="*/ 2630744 w 2634807"/>
                  <a:gd name="connsiteY59" fmla="*/ 228053 h 1040366"/>
                  <a:gd name="connsiteX60" fmla="*/ 2634227 w 2634807"/>
                  <a:gd name="connsiteY60" fmla="*/ 241937 h 1040366"/>
                  <a:gd name="connsiteX61" fmla="*/ 2634274 w 2634807"/>
                  <a:gd name="connsiteY61" fmla="*/ 253798 h 1040366"/>
                  <a:gd name="connsiteX62" fmla="*/ 2634133 w 2634807"/>
                  <a:gd name="connsiteY62" fmla="*/ 257305 h 1040366"/>
                  <a:gd name="connsiteX63" fmla="*/ 2633121 w 2634807"/>
                  <a:gd name="connsiteY63" fmla="*/ 263470 h 1040366"/>
                  <a:gd name="connsiteX64" fmla="*/ 2616271 w 2634807"/>
                  <a:gd name="connsiteY64" fmla="*/ 323457 h 1040366"/>
                  <a:gd name="connsiteX65" fmla="*/ 2579394 w 2634807"/>
                  <a:gd name="connsiteY65" fmla="*/ 414225 h 1040366"/>
                  <a:gd name="connsiteX66" fmla="*/ 2508183 w 2634807"/>
                  <a:gd name="connsiteY66" fmla="*/ 566932 h 1040366"/>
                  <a:gd name="connsiteX67" fmla="*/ 2441066 w 2634807"/>
                  <a:gd name="connsiteY67" fmla="*/ 690670 h 1040366"/>
                  <a:gd name="connsiteX68" fmla="*/ 2400424 w 2634807"/>
                  <a:gd name="connsiteY68" fmla="*/ 741196 h 1040366"/>
                  <a:gd name="connsiteX69" fmla="*/ 2361758 w 2634807"/>
                  <a:gd name="connsiteY69" fmla="*/ 779203 h 1040366"/>
                  <a:gd name="connsiteX70" fmla="*/ 2307961 w 2634807"/>
                  <a:gd name="connsiteY70" fmla="*/ 826363 h 1040366"/>
                  <a:gd name="connsiteX71" fmla="*/ 2234702 w 2634807"/>
                  <a:gd name="connsiteY71" fmla="*/ 885715 h 1040366"/>
                  <a:gd name="connsiteX72" fmla="*/ 2171444 w 2634807"/>
                  <a:gd name="connsiteY72" fmla="*/ 932475 h 1040366"/>
                  <a:gd name="connsiteX73" fmla="*/ 2098892 w 2634807"/>
                  <a:gd name="connsiteY73" fmla="*/ 980507 h 1040366"/>
                  <a:gd name="connsiteX74" fmla="*/ 1987203 w 2634807"/>
                  <a:gd name="connsiteY74" fmla="*/ 1030209 h 1040366"/>
                  <a:gd name="connsiteX75" fmla="*/ 1966846 w 2634807"/>
                  <a:gd name="connsiteY75" fmla="*/ 1034868 h 1040366"/>
                  <a:gd name="connsiteX76" fmla="*/ 1960727 w 2634807"/>
                  <a:gd name="connsiteY76" fmla="*/ 1035998 h 1040366"/>
                  <a:gd name="connsiteX77" fmla="*/ 1960139 w 2634807"/>
                  <a:gd name="connsiteY77" fmla="*/ 1035975 h 1040366"/>
                  <a:gd name="connsiteX78" fmla="*/ 1959574 w 2634807"/>
                  <a:gd name="connsiteY78" fmla="*/ 1036069 h 1040366"/>
                  <a:gd name="connsiteX79" fmla="*/ 1953409 w 2634807"/>
                  <a:gd name="connsiteY79" fmla="*/ 1037175 h 1040366"/>
                  <a:gd name="connsiteX80" fmla="*/ 1951102 w 2634807"/>
                  <a:gd name="connsiteY80" fmla="*/ 1037292 h 1040366"/>
                  <a:gd name="connsiteX81" fmla="*/ 1943713 w 2634807"/>
                  <a:gd name="connsiteY81" fmla="*/ 1038375 h 1040366"/>
                  <a:gd name="connsiteX82" fmla="*/ 1940207 w 2634807"/>
                  <a:gd name="connsiteY82" fmla="*/ 1038516 h 1040366"/>
                  <a:gd name="connsiteX83" fmla="*/ 1926816 w 2634807"/>
                  <a:gd name="connsiteY83" fmla="*/ 1039599 h 1040366"/>
                  <a:gd name="connsiteX84" fmla="*/ 1920838 w 2634807"/>
                  <a:gd name="connsiteY84" fmla="*/ 1039763 h 1040366"/>
                  <a:gd name="connsiteX85" fmla="*/ 1893093 w 2634807"/>
                  <a:gd name="connsiteY85" fmla="*/ 1039716 h 1040366"/>
                  <a:gd name="connsiteX86" fmla="*/ 1887139 w 2634807"/>
                  <a:gd name="connsiteY86" fmla="*/ 1039599 h 1040366"/>
                  <a:gd name="connsiteX87" fmla="*/ 1871348 w 2634807"/>
                  <a:gd name="connsiteY87" fmla="*/ 1038563 h 1040366"/>
                  <a:gd name="connsiteX88" fmla="*/ 1867771 w 2634807"/>
                  <a:gd name="connsiteY88" fmla="*/ 1038399 h 1040366"/>
                  <a:gd name="connsiteX89" fmla="*/ 1856805 w 2634807"/>
                  <a:gd name="connsiteY89" fmla="*/ 1037292 h 1040366"/>
                  <a:gd name="connsiteX90" fmla="*/ 1854474 w 2634807"/>
                  <a:gd name="connsiteY90" fmla="*/ 1037198 h 1040366"/>
                  <a:gd name="connsiteX91" fmla="*/ 1845932 w 2634807"/>
                  <a:gd name="connsiteY91" fmla="*/ 1036163 h 1040366"/>
                  <a:gd name="connsiteX92" fmla="*/ 1843555 w 2634807"/>
                  <a:gd name="connsiteY92" fmla="*/ 1036022 h 1040366"/>
                  <a:gd name="connsiteX93" fmla="*/ 1836260 w 2634807"/>
                  <a:gd name="connsiteY93" fmla="*/ 1034986 h 1040366"/>
                  <a:gd name="connsiteX94" fmla="*/ 1833883 w 2634807"/>
                  <a:gd name="connsiteY94" fmla="*/ 1034821 h 1040366"/>
                  <a:gd name="connsiteX95" fmla="*/ 1827788 w 2634807"/>
                  <a:gd name="connsiteY95" fmla="*/ 1033786 h 1040366"/>
                  <a:gd name="connsiteX96" fmla="*/ 1825411 w 2634807"/>
                  <a:gd name="connsiteY96" fmla="*/ 1033621 h 1040366"/>
                  <a:gd name="connsiteX97" fmla="*/ 1819293 w 2634807"/>
                  <a:gd name="connsiteY97" fmla="*/ 1032562 h 1040366"/>
                  <a:gd name="connsiteX98" fmla="*/ 1803642 w 2634807"/>
                  <a:gd name="connsiteY98" fmla="*/ 1029997 h 1040366"/>
                  <a:gd name="connsiteX99" fmla="*/ 1797477 w 2634807"/>
                  <a:gd name="connsiteY99" fmla="*/ 1028820 h 1040366"/>
                  <a:gd name="connsiteX100" fmla="*/ 1744456 w 2634807"/>
                  <a:gd name="connsiteY100" fmla="*/ 1017383 h 1040366"/>
                  <a:gd name="connsiteX101" fmla="*/ 1558708 w 2634807"/>
                  <a:gd name="connsiteY101" fmla="*/ 960268 h 1040366"/>
                  <a:gd name="connsiteX102" fmla="*/ 1424585 w 2634807"/>
                  <a:gd name="connsiteY102" fmla="*/ 901720 h 1040366"/>
                  <a:gd name="connsiteX103" fmla="*/ 1057346 w 2634807"/>
                  <a:gd name="connsiteY103" fmla="*/ 785386 h 1040366"/>
                  <a:gd name="connsiteX104" fmla="*/ 0 w 2634807"/>
                  <a:gd name="connsiteY104" fmla="*/ 701401 h 1040366"/>
                  <a:gd name="connsiteX0" fmla="*/ 1625849 w 2634807"/>
                  <a:gd name="connsiteY0" fmla="*/ 709756 h 1040366"/>
                  <a:gd name="connsiteX1" fmla="*/ 1625802 w 2634807"/>
                  <a:gd name="connsiteY1" fmla="*/ 709968 h 1040366"/>
                  <a:gd name="connsiteX2" fmla="*/ 1626672 w 2634807"/>
                  <a:gd name="connsiteY2" fmla="*/ 710015 h 1040366"/>
                  <a:gd name="connsiteX3" fmla="*/ 1625849 w 2634807"/>
                  <a:gd name="connsiteY3" fmla="*/ 709756 h 1040366"/>
                  <a:gd name="connsiteX4" fmla="*/ 1534280 w 2634807"/>
                  <a:gd name="connsiteY4" fmla="*/ 429451 h 1040366"/>
                  <a:gd name="connsiteX5" fmla="*/ 1534257 w 2634807"/>
                  <a:gd name="connsiteY5" fmla="*/ 430063 h 1040366"/>
                  <a:gd name="connsiteX6" fmla="*/ 1535222 w 2634807"/>
                  <a:gd name="connsiteY6" fmla="*/ 429757 h 1040366"/>
                  <a:gd name="connsiteX7" fmla="*/ 1534280 w 2634807"/>
                  <a:gd name="connsiteY7" fmla="*/ 429451 h 1040366"/>
                  <a:gd name="connsiteX8" fmla="*/ 0 w 2634807"/>
                  <a:gd name="connsiteY8" fmla="*/ 701401 h 1040366"/>
                  <a:gd name="connsiteX9" fmla="*/ 197957 w 2634807"/>
                  <a:gd name="connsiteY9" fmla="*/ 0 h 1040366"/>
                  <a:gd name="connsiteX10" fmla="*/ 1087798 w 2634807"/>
                  <a:gd name="connsiteY10" fmla="*/ 375728 h 1040366"/>
                  <a:gd name="connsiteX11" fmla="*/ 1407142 w 2634807"/>
                  <a:gd name="connsiteY11" fmla="*/ 364430 h 1040366"/>
                  <a:gd name="connsiteX12" fmla="*/ 1576641 w 2634807"/>
                  <a:gd name="connsiteY12" fmla="*/ 441241 h 1040366"/>
                  <a:gd name="connsiteX13" fmla="*/ 1617706 w 2634807"/>
                  <a:gd name="connsiteY13" fmla="*/ 458208 h 1040366"/>
                  <a:gd name="connsiteX14" fmla="*/ 1663055 w 2634807"/>
                  <a:gd name="connsiteY14" fmla="*/ 476070 h 1040366"/>
                  <a:gd name="connsiteX15" fmla="*/ 1742221 w 2634807"/>
                  <a:gd name="connsiteY15" fmla="*/ 503227 h 1040366"/>
                  <a:gd name="connsiteX16" fmla="*/ 1878479 w 2634807"/>
                  <a:gd name="connsiteY16" fmla="*/ 535633 h 1040366"/>
                  <a:gd name="connsiteX17" fmla="*/ 1961857 w 2634807"/>
                  <a:gd name="connsiteY17" fmla="*/ 544905 h 1040366"/>
                  <a:gd name="connsiteX18" fmla="*/ 2101362 w 2634807"/>
                  <a:gd name="connsiteY18" fmla="*/ 566368 h 1040366"/>
                  <a:gd name="connsiteX19" fmla="*/ 2142663 w 2634807"/>
                  <a:gd name="connsiteY19" fmla="*/ 583029 h 1040366"/>
                  <a:gd name="connsiteX20" fmla="*/ 2167397 w 2634807"/>
                  <a:gd name="connsiteY20" fmla="*/ 629978 h 1040366"/>
                  <a:gd name="connsiteX21" fmla="*/ 2167491 w 2634807"/>
                  <a:gd name="connsiteY21" fmla="*/ 638403 h 1040366"/>
                  <a:gd name="connsiteX22" fmla="*/ 2133768 w 2634807"/>
                  <a:gd name="connsiteY22" fmla="*/ 711497 h 1040366"/>
                  <a:gd name="connsiteX23" fmla="*/ 2127555 w 2634807"/>
                  <a:gd name="connsiteY23" fmla="*/ 718040 h 1040366"/>
                  <a:gd name="connsiteX24" fmla="*/ 2111011 w 2634807"/>
                  <a:gd name="connsiteY24" fmla="*/ 728465 h 1040366"/>
                  <a:gd name="connsiteX25" fmla="*/ 2093785 w 2634807"/>
                  <a:gd name="connsiteY25" fmla="*/ 736490 h 1040366"/>
                  <a:gd name="connsiteX26" fmla="*/ 2034104 w 2634807"/>
                  <a:gd name="connsiteY26" fmla="*/ 752116 h 1040366"/>
                  <a:gd name="connsiteX27" fmla="*/ 1986190 w 2634807"/>
                  <a:gd name="connsiteY27" fmla="*/ 755599 h 1040366"/>
                  <a:gd name="connsiteX28" fmla="*/ 1915591 w 2634807"/>
                  <a:gd name="connsiteY28" fmla="*/ 749951 h 1040366"/>
                  <a:gd name="connsiteX29" fmla="*/ 1799830 w 2634807"/>
                  <a:gd name="connsiteY29" fmla="*/ 729406 h 1040366"/>
                  <a:gd name="connsiteX30" fmla="*/ 1719370 w 2634807"/>
                  <a:gd name="connsiteY30" fmla="*/ 715969 h 1040366"/>
                  <a:gd name="connsiteX31" fmla="*/ 1709274 w 2634807"/>
                  <a:gd name="connsiteY31" fmla="*/ 714580 h 1040366"/>
                  <a:gd name="connsiteX32" fmla="*/ 1699578 w 2634807"/>
                  <a:gd name="connsiteY32" fmla="*/ 713380 h 1040366"/>
                  <a:gd name="connsiteX33" fmla="*/ 1696001 w 2634807"/>
                  <a:gd name="connsiteY33" fmla="*/ 713356 h 1040366"/>
                  <a:gd name="connsiteX34" fmla="*/ 1658489 w 2634807"/>
                  <a:gd name="connsiteY34" fmla="*/ 710909 h 1040366"/>
                  <a:gd name="connsiteX35" fmla="*/ 1649664 w 2634807"/>
                  <a:gd name="connsiteY35" fmla="*/ 710062 h 1040366"/>
                  <a:gd name="connsiteX36" fmla="*/ 1646040 w 2634807"/>
                  <a:gd name="connsiteY36" fmla="*/ 710179 h 1040366"/>
                  <a:gd name="connsiteX37" fmla="*/ 1640086 w 2634807"/>
                  <a:gd name="connsiteY37" fmla="*/ 711027 h 1040366"/>
                  <a:gd name="connsiteX38" fmla="*/ 1637474 w 2634807"/>
                  <a:gd name="connsiteY38" fmla="*/ 710980 h 1040366"/>
                  <a:gd name="connsiteX39" fmla="*/ 1665949 w 2634807"/>
                  <a:gd name="connsiteY39" fmla="*/ 715992 h 1040366"/>
                  <a:gd name="connsiteX40" fmla="*/ 1805196 w 2634807"/>
                  <a:gd name="connsiteY40" fmla="*/ 749009 h 1040366"/>
                  <a:gd name="connsiteX41" fmla="*/ 1929687 w 2634807"/>
                  <a:gd name="connsiteY41" fmla="*/ 772425 h 1040366"/>
                  <a:gd name="connsiteX42" fmla="*/ 1994804 w 2634807"/>
                  <a:gd name="connsiteY42" fmla="*/ 774378 h 1040366"/>
                  <a:gd name="connsiteX43" fmla="*/ 2097220 w 2634807"/>
                  <a:gd name="connsiteY43" fmla="*/ 745174 h 1040366"/>
                  <a:gd name="connsiteX44" fmla="*/ 2118777 w 2634807"/>
                  <a:gd name="connsiteY44" fmla="*/ 727782 h 1040366"/>
                  <a:gd name="connsiteX45" fmla="*/ 2123389 w 2634807"/>
                  <a:gd name="connsiteY45" fmla="*/ 724417 h 1040366"/>
                  <a:gd name="connsiteX46" fmla="*/ 2198390 w 2634807"/>
                  <a:gd name="connsiteY46" fmla="*/ 683234 h 1040366"/>
                  <a:gd name="connsiteX47" fmla="*/ 2250658 w 2634807"/>
                  <a:gd name="connsiteY47" fmla="*/ 639556 h 1040366"/>
                  <a:gd name="connsiteX48" fmla="*/ 2308855 w 2634807"/>
                  <a:gd name="connsiteY48" fmla="*/ 568744 h 1040366"/>
                  <a:gd name="connsiteX49" fmla="*/ 2407531 w 2634807"/>
                  <a:gd name="connsiteY49" fmla="*/ 408977 h 1040366"/>
                  <a:gd name="connsiteX50" fmla="*/ 2487967 w 2634807"/>
                  <a:gd name="connsiteY50" fmla="*/ 285615 h 1040366"/>
                  <a:gd name="connsiteX51" fmla="*/ 2546118 w 2634807"/>
                  <a:gd name="connsiteY51" fmla="*/ 223864 h 1040366"/>
                  <a:gd name="connsiteX52" fmla="*/ 2549695 w 2634807"/>
                  <a:gd name="connsiteY52" fmla="*/ 217863 h 1040366"/>
                  <a:gd name="connsiteX53" fmla="*/ 2552896 w 2634807"/>
                  <a:gd name="connsiteY53" fmla="*/ 212591 h 1040366"/>
                  <a:gd name="connsiteX54" fmla="*/ 2553460 w 2634807"/>
                  <a:gd name="connsiteY54" fmla="*/ 213462 h 1040366"/>
                  <a:gd name="connsiteX55" fmla="*/ 2553249 w 2634807"/>
                  <a:gd name="connsiteY55" fmla="*/ 214027 h 1040366"/>
                  <a:gd name="connsiteX56" fmla="*/ 2557744 w 2634807"/>
                  <a:gd name="connsiteY56" fmla="*/ 217321 h 1040366"/>
                  <a:gd name="connsiteX57" fmla="*/ 2584595 w 2634807"/>
                  <a:gd name="connsiteY57" fmla="*/ 206731 h 1040366"/>
                  <a:gd name="connsiteX58" fmla="*/ 2602622 w 2634807"/>
                  <a:gd name="connsiteY58" fmla="*/ 206708 h 1040366"/>
                  <a:gd name="connsiteX59" fmla="*/ 2630744 w 2634807"/>
                  <a:gd name="connsiteY59" fmla="*/ 228053 h 1040366"/>
                  <a:gd name="connsiteX60" fmla="*/ 2634227 w 2634807"/>
                  <a:gd name="connsiteY60" fmla="*/ 241937 h 1040366"/>
                  <a:gd name="connsiteX61" fmla="*/ 2634274 w 2634807"/>
                  <a:gd name="connsiteY61" fmla="*/ 253798 h 1040366"/>
                  <a:gd name="connsiteX62" fmla="*/ 2634133 w 2634807"/>
                  <a:gd name="connsiteY62" fmla="*/ 257305 h 1040366"/>
                  <a:gd name="connsiteX63" fmla="*/ 2633121 w 2634807"/>
                  <a:gd name="connsiteY63" fmla="*/ 263470 h 1040366"/>
                  <a:gd name="connsiteX64" fmla="*/ 2616271 w 2634807"/>
                  <a:gd name="connsiteY64" fmla="*/ 323457 h 1040366"/>
                  <a:gd name="connsiteX65" fmla="*/ 2579394 w 2634807"/>
                  <a:gd name="connsiteY65" fmla="*/ 414225 h 1040366"/>
                  <a:gd name="connsiteX66" fmla="*/ 2508183 w 2634807"/>
                  <a:gd name="connsiteY66" fmla="*/ 566932 h 1040366"/>
                  <a:gd name="connsiteX67" fmla="*/ 2441066 w 2634807"/>
                  <a:gd name="connsiteY67" fmla="*/ 690670 h 1040366"/>
                  <a:gd name="connsiteX68" fmla="*/ 2400424 w 2634807"/>
                  <a:gd name="connsiteY68" fmla="*/ 741196 h 1040366"/>
                  <a:gd name="connsiteX69" fmla="*/ 2361758 w 2634807"/>
                  <a:gd name="connsiteY69" fmla="*/ 779203 h 1040366"/>
                  <a:gd name="connsiteX70" fmla="*/ 2307961 w 2634807"/>
                  <a:gd name="connsiteY70" fmla="*/ 826363 h 1040366"/>
                  <a:gd name="connsiteX71" fmla="*/ 2234702 w 2634807"/>
                  <a:gd name="connsiteY71" fmla="*/ 885715 h 1040366"/>
                  <a:gd name="connsiteX72" fmla="*/ 2171444 w 2634807"/>
                  <a:gd name="connsiteY72" fmla="*/ 932475 h 1040366"/>
                  <a:gd name="connsiteX73" fmla="*/ 2098892 w 2634807"/>
                  <a:gd name="connsiteY73" fmla="*/ 980507 h 1040366"/>
                  <a:gd name="connsiteX74" fmla="*/ 1987203 w 2634807"/>
                  <a:gd name="connsiteY74" fmla="*/ 1030209 h 1040366"/>
                  <a:gd name="connsiteX75" fmla="*/ 1966846 w 2634807"/>
                  <a:gd name="connsiteY75" fmla="*/ 1034868 h 1040366"/>
                  <a:gd name="connsiteX76" fmla="*/ 1960727 w 2634807"/>
                  <a:gd name="connsiteY76" fmla="*/ 1035998 h 1040366"/>
                  <a:gd name="connsiteX77" fmla="*/ 1960139 w 2634807"/>
                  <a:gd name="connsiteY77" fmla="*/ 1035975 h 1040366"/>
                  <a:gd name="connsiteX78" fmla="*/ 1959574 w 2634807"/>
                  <a:gd name="connsiteY78" fmla="*/ 1036069 h 1040366"/>
                  <a:gd name="connsiteX79" fmla="*/ 1953409 w 2634807"/>
                  <a:gd name="connsiteY79" fmla="*/ 1037175 h 1040366"/>
                  <a:gd name="connsiteX80" fmla="*/ 1951102 w 2634807"/>
                  <a:gd name="connsiteY80" fmla="*/ 1037292 h 1040366"/>
                  <a:gd name="connsiteX81" fmla="*/ 1943713 w 2634807"/>
                  <a:gd name="connsiteY81" fmla="*/ 1038375 h 1040366"/>
                  <a:gd name="connsiteX82" fmla="*/ 1940207 w 2634807"/>
                  <a:gd name="connsiteY82" fmla="*/ 1038516 h 1040366"/>
                  <a:gd name="connsiteX83" fmla="*/ 1926816 w 2634807"/>
                  <a:gd name="connsiteY83" fmla="*/ 1039599 h 1040366"/>
                  <a:gd name="connsiteX84" fmla="*/ 1920838 w 2634807"/>
                  <a:gd name="connsiteY84" fmla="*/ 1039763 h 1040366"/>
                  <a:gd name="connsiteX85" fmla="*/ 1893093 w 2634807"/>
                  <a:gd name="connsiteY85" fmla="*/ 1039716 h 1040366"/>
                  <a:gd name="connsiteX86" fmla="*/ 1887139 w 2634807"/>
                  <a:gd name="connsiteY86" fmla="*/ 1039599 h 1040366"/>
                  <a:gd name="connsiteX87" fmla="*/ 1871348 w 2634807"/>
                  <a:gd name="connsiteY87" fmla="*/ 1038563 h 1040366"/>
                  <a:gd name="connsiteX88" fmla="*/ 1867771 w 2634807"/>
                  <a:gd name="connsiteY88" fmla="*/ 1038399 h 1040366"/>
                  <a:gd name="connsiteX89" fmla="*/ 1856805 w 2634807"/>
                  <a:gd name="connsiteY89" fmla="*/ 1037292 h 1040366"/>
                  <a:gd name="connsiteX90" fmla="*/ 1854474 w 2634807"/>
                  <a:gd name="connsiteY90" fmla="*/ 1037198 h 1040366"/>
                  <a:gd name="connsiteX91" fmla="*/ 1845932 w 2634807"/>
                  <a:gd name="connsiteY91" fmla="*/ 1036163 h 1040366"/>
                  <a:gd name="connsiteX92" fmla="*/ 1843555 w 2634807"/>
                  <a:gd name="connsiteY92" fmla="*/ 1036022 h 1040366"/>
                  <a:gd name="connsiteX93" fmla="*/ 1836260 w 2634807"/>
                  <a:gd name="connsiteY93" fmla="*/ 1034986 h 1040366"/>
                  <a:gd name="connsiteX94" fmla="*/ 1833883 w 2634807"/>
                  <a:gd name="connsiteY94" fmla="*/ 1034821 h 1040366"/>
                  <a:gd name="connsiteX95" fmla="*/ 1827788 w 2634807"/>
                  <a:gd name="connsiteY95" fmla="*/ 1033786 h 1040366"/>
                  <a:gd name="connsiteX96" fmla="*/ 1825411 w 2634807"/>
                  <a:gd name="connsiteY96" fmla="*/ 1033621 h 1040366"/>
                  <a:gd name="connsiteX97" fmla="*/ 1819293 w 2634807"/>
                  <a:gd name="connsiteY97" fmla="*/ 1032562 h 1040366"/>
                  <a:gd name="connsiteX98" fmla="*/ 1803642 w 2634807"/>
                  <a:gd name="connsiteY98" fmla="*/ 1029997 h 1040366"/>
                  <a:gd name="connsiteX99" fmla="*/ 1797477 w 2634807"/>
                  <a:gd name="connsiteY99" fmla="*/ 1028820 h 1040366"/>
                  <a:gd name="connsiteX100" fmla="*/ 1744456 w 2634807"/>
                  <a:gd name="connsiteY100" fmla="*/ 1017383 h 1040366"/>
                  <a:gd name="connsiteX101" fmla="*/ 1558708 w 2634807"/>
                  <a:gd name="connsiteY101" fmla="*/ 960268 h 1040366"/>
                  <a:gd name="connsiteX102" fmla="*/ 1424585 w 2634807"/>
                  <a:gd name="connsiteY102" fmla="*/ 901720 h 1040366"/>
                  <a:gd name="connsiteX103" fmla="*/ 1057346 w 2634807"/>
                  <a:gd name="connsiteY103" fmla="*/ 785386 h 1040366"/>
                  <a:gd name="connsiteX104" fmla="*/ 0 w 2634807"/>
                  <a:gd name="connsiteY104" fmla="*/ 701401 h 1040366"/>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2116899 w 3125857"/>
                  <a:gd name="connsiteY0" fmla="*/ 672690 h 1003300"/>
                  <a:gd name="connsiteX1" fmla="*/ 2116852 w 3125857"/>
                  <a:gd name="connsiteY1" fmla="*/ 672902 h 1003300"/>
                  <a:gd name="connsiteX2" fmla="*/ 2117722 w 3125857"/>
                  <a:gd name="connsiteY2" fmla="*/ 672949 h 1003300"/>
                  <a:gd name="connsiteX3" fmla="*/ 2116899 w 3125857"/>
                  <a:gd name="connsiteY3" fmla="*/ 672690 h 1003300"/>
                  <a:gd name="connsiteX4" fmla="*/ 2025330 w 3125857"/>
                  <a:gd name="connsiteY4" fmla="*/ 392385 h 1003300"/>
                  <a:gd name="connsiteX5" fmla="*/ 2025307 w 3125857"/>
                  <a:gd name="connsiteY5" fmla="*/ 392997 h 1003300"/>
                  <a:gd name="connsiteX6" fmla="*/ 2026272 w 3125857"/>
                  <a:gd name="connsiteY6" fmla="*/ 392691 h 1003300"/>
                  <a:gd name="connsiteX7" fmla="*/ 2025330 w 3125857"/>
                  <a:gd name="connsiteY7" fmla="*/ 392385 h 1003300"/>
                  <a:gd name="connsiteX8" fmla="*/ 0 w 3125857"/>
                  <a:gd name="connsiteY8" fmla="*/ 619812 h 1003300"/>
                  <a:gd name="connsiteX9" fmla="*/ 672700 w 3125857"/>
                  <a:gd name="connsiteY9" fmla="*/ 0 h 1003300"/>
                  <a:gd name="connsiteX10" fmla="*/ 1578848 w 3125857"/>
                  <a:gd name="connsiteY10" fmla="*/ 338662 h 1003300"/>
                  <a:gd name="connsiteX11" fmla="*/ 1898192 w 3125857"/>
                  <a:gd name="connsiteY11" fmla="*/ 327364 h 1003300"/>
                  <a:gd name="connsiteX12" fmla="*/ 2067691 w 3125857"/>
                  <a:gd name="connsiteY12" fmla="*/ 404175 h 1003300"/>
                  <a:gd name="connsiteX13" fmla="*/ 2108756 w 3125857"/>
                  <a:gd name="connsiteY13" fmla="*/ 421142 h 1003300"/>
                  <a:gd name="connsiteX14" fmla="*/ 2154105 w 3125857"/>
                  <a:gd name="connsiteY14" fmla="*/ 439004 h 1003300"/>
                  <a:gd name="connsiteX15" fmla="*/ 2233271 w 3125857"/>
                  <a:gd name="connsiteY15" fmla="*/ 466161 h 1003300"/>
                  <a:gd name="connsiteX16" fmla="*/ 2369529 w 3125857"/>
                  <a:gd name="connsiteY16" fmla="*/ 498567 h 1003300"/>
                  <a:gd name="connsiteX17" fmla="*/ 2452907 w 3125857"/>
                  <a:gd name="connsiteY17" fmla="*/ 507839 h 1003300"/>
                  <a:gd name="connsiteX18" fmla="*/ 2592412 w 3125857"/>
                  <a:gd name="connsiteY18" fmla="*/ 529302 h 1003300"/>
                  <a:gd name="connsiteX19" fmla="*/ 2633713 w 3125857"/>
                  <a:gd name="connsiteY19" fmla="*/ 545963 h 1003300"/>
                  <a:gd name="connsiteX20" fmla="*/ 2658447 w 3125857"/>
                  <a:gd name="connsiteY20" fmla="*/ 592912 h 1003300"/>
                  <a:gd name="connsiteX21" fmla="*/ 2658541 w 3125857"/>
                  <a:gd name="connsiteY21" fmla="*/ 601337 h 1003300"/>
                  <a:gd name="connsiteX22" fmla="*/ 2624818 w 3125857"/>
                  <a:gd name="connsiteY22" fmla="*/ 674431 h 1003300"/>
                  <a:gd name="connsiteX23" fmla="*/ 2618605 w 3125857"/>
                  <a:gd name="connsiteY23" fmla="*/ 680974 h 1003300"/>
                  <a:gd name="connsiteX24" fmla="*/ 2602061 w 3125857"/>
                  <a:gd name="connsiteY24" fmla="*/ 691399 h 1003300"/>
                  <a:gd name="connsiteX25" fmla="*/ 2584835 w 3125857"/>
                  <a:gd name="connsiteY25" fmla="*/ 699424 h 1003300"/>
                  <a:gd name="connsiteX26" fmla="*/ 2525154 w 3125857"/>
                  <a:gd name="connsiteY26" fmla="*/ 715050 h 1003300"/>
                  <a:gd name="connsiteX27" fmla="*/ 2477240 w 3125857"/>
                  <a:gd name="connsiteY27" fmla="*/ 718533 h 1003300"/>
                  <a:gd name="connsiteX28" fmla="*/ 2406641 w 3125857"/>
                  <a:gd name="connsiteY28" fmla="*/ 712885 h 1003300"/>
                  <a:gd name="connsiteX29" fmla="*/ 2290880 w 3125857"/>
                  <a:gd name="connsiteY29" fmla="*/ 692340 h 1003300"/>
                  <a:gd name="connsiteX30" fmla="*/ 2210420 w 3125857"/>
                  <a:gd name="connsiteY30" fmla="*/ 678903 h 1003300"/>
                  <a:gd name="connsiteX31" fmla="*/ 2200324 w 3125857"/>
                  <a:gd name="connsiteY31" fmla="*/ 677514 h 1003300"/>
                  <a:gd name="connsiteX32" fmla="*/ 2190628 w 3125857"/>
                  <a:gd name="connsiteY32" fmla="*/ 676314 h 1003300"/>
                  <a:gd name="connsiteX33" fmla="*/ 2187051 w 3125857"/>
                  <a:gd name="connsiteY33" fmla="*/ 676290 h 1003300"/>
                  <a:gd name="connsiteX34" fmla="*/ 2149539 w 3125857"/>
                  <a:gd name="connsiteY34" fmla="*/ 673843 h 1003300"/>
                  <a:gd name="connsiteX35" fmla="*/ 2140714 w 3125857"/>
                  <a:gd name="connsiteY35" fmla="*/ 672996 h 1003300"/>
                  <a:gd name="connsiteX36" fmla="*/ 2137090 w 3125857"/>
                  <a:gd name="connsiteY36" fmla="*/ 673113 h 1003300"/>
                  <a:gd name="connsiteX37" fmla="*/ 2131136 w 3125857"/>
                  <a:gd name="connsiteY37" fmla="*/ 673961 h 1003300"/>
                  <a:gd name="connsiteX38" fmla="*/ 2128524 w 3125857"/>
                  <a:gd name="connsiteY38" fmla="*/ 673914 h 1003300"/>
                  <a:gd name="connsiteX39" fmla="*/ 2156999 w 3125857"/>
                  <a:gd name="connsiteY39" fmla="*/ 678926 h 1003300"/>
                  <a:gd name="connsiteX40" fmla="*/ 2296246 w 3125857"/>
                  <a:gd name="connsiteY40" fmla="*/ 711943 h 1003300"/>
                  <a:gd name="connsiteX41" fmla="*/ 2420737 w 3125857"/>
                  <a:gd name="connsiteY41" fmla="*/ 735359 h 1003300"/>
                  <a:gd name="connsiteX42" fmla="*/ 2485854 w 3125857"/>
                  <a:gd name="connsiteY42" fmla="*/ 737312 h 1003300"/>
                  <a:gd name="connsiteX43" fmla="*/ 2588270 w 3125857"/>
                  <a:gd name="connsiteY43" fmla="*/ 708108 h 1003300"/>
                  <a:gd name="connsiteX44" fmla="*/ 2609827 w 3125857"/>
                  <a:gd name="connsiteY44" fmla="*/ 690716 h 1003300"/>
                  <a:gd name="connsiteX45" fmla="*/ 2614439 w 3125857"/>
                  <a:gd name="connsiteY45" fmla="*/ 687351 h 1003300"/>
                  <a:gd name="connsiteX46" fmla="*/ 2689440 w 3125857"/>
                  <a:gd name="connsiteY46" fmla="*/ 646168 h 1003300"/>
                  <a:gd name="connsiteX47" fmla="*/ 2741708 w 3125857"/>
                  <a:gd name="connsiteY47" fmla="*/ 602490 h 1003300"/>
                  <a:gd name="connsiteX48" fmla="*/ 2799905 w 3125857"/>
                  <a:gd name="connsiteY48" fmla="*/ 531678 h 1003300"/>
                  <a:gd name="connsiteX49" fmla="*/ 2898581 w 3125857"/>
                  <a:gd name="connsiteY49" fmla="*/ 371911 h 1003300"/>
                  <a:gd name="connsiteX50" fmla="*/ 2979017 w 3125857"/>
                  <a:gd name="connsiteY50" fmla="*/ 248549 h 1003300"/>
                  <a:gd name="connsiteX51" fmla="*/ 3037168 w 3125857"/>
                  <a:gd name="connsiteY51" fmla="*/ 186798 h 1003300"/>
                  <a:gd name="connsiteX52" fmla="*/ 3040745 w 3125857"/>
                  <a:gd name="connsiteY52" fmla="*/ 180797 h 1003300"/>
                  <a:gd name="connsiteX53" fmla="*/ 3043946 w 3125857"/>
                  <a:gd name="connsiteY53" fmla="*/ 175525 h 1003300"/>
                  <a:gd name="connsiteX54" fmla="*/ 3044510 w 3125857"/>
                  <a:gd name="connsiteY54" fmla="*/ 176396 h 1003300"/>
                  <a:gd name="connsiteX55" fmla="*/ 3044299 w 3125857"/>
                  <a:gd name="connsiteY55" fmla="*/ 176961 h 1003300"/>
                  <a:gd name="connsiteX56" fmla="*/ 3048794 w 3125857"/>
                  <a:gd name="connsiteY56" fmla="*/ 180255 h 1003300"/>
                  <a:gd name="connsiteX57" fmla="*/ 3075645 w 3125857"/>
                  <a:gd name="connsiteY57" fmla="*/ 169665 h 1003300"/>
                  <a:gd name="connsiteX58" fmla="*/ 3093672 w 3125857"/>
                  <a:gd name="connsiteY58" fmla="*/ 169642 h 1003300"/>
                  <a:gd name="connsiteX59" fmla="*/ 3121794 w 3125857"/>
                  <a:gd name="connsiteY59" fmla="*/ 190987 h 1003300"/>
                  <a:gd name="connsiteX60" fmla="*/ 3125277 w 3125857"/>
                  <a:gd name="connsiteY60" fmla="*/ 204871 h 1003300"/>
                  <a:gd name="connsiteX61" fmla="*/ 3125324 w 3125857"/>
                  <a:gd name="connsiteY61" fmla="*/ 216732 h 1003300"/>
                  <a:gd name="connsiteX62" fmla="*/ 3125183 w 3125857"/>
                  <a:gd name="connsiteY62" fmla="*/ 220239 h 1003300"/>
                  <a:gd name="connsiteX63" fmla="*/ 3124171 w 3125857"/>
                  <a:gd name="connsiteY63" fmla="*/ 226404 h 1003300"/>
                  <a:gd name="connsiteX64" fmla="*/ 3107321 w 3125857"/>
                  <a:gd name="connsiteY64" fmla="*/ 286391 h 1003300"/>
                  <a:gd name="connsiteX65" fmla="*/ 3070444 w 3125857"/>
                  <a:gd name="connsiteY65" fmla="*/ 377159 h 1003300"/>
                  <a:gd name="connsiteX66" fmla="*/ 2999233 w 3125857"/>
                  <a:gd name="connsiteY66" fmla="*/ 529866 h 1003300"/>
                  <a:gd name="connsiteX67" fmla="*/ 2932116 w 3125857"/>
                  <a:gd name="connsiteY67" fmla="*/ 653604 h 1003300"/>
                  <a:gd name="connsiteX68" fmla="*/ 2891474 w 3125857"/>
                  <a:gd name="connsiteY68" fmla="*/ 704130 h 1003300"/>
                  <a:gd name="connsiteX69" fmla="*/ 2852808 w 3125857"/>
                  <a:gd name="connsiteY69" fmla="*/ 742137 h 1003300"/>
                  <a:gd name="connsiteX70" fmla="*/ 2799011 w 3125857"/>
                  <a:gd name="connsiteY70" fmla="*/ 789297 h 1003300"/>
                  <a:gd name="connsiteX71" fmla="*/ 2725752 w 3125857"/>
                  <a:gd name="connsiteY71" fmla="*/ 848649 h 1003300"/>
                  <a:gd name="connsiteX72" fmla="*/ 2662494 w 3125857"/>
                  <a:gd name="connsiteY72" fmla="*/ 895409 h 1003300"/>
                  <a:gd name="connsiteX73" fmla="*/ 2589942 w 3125857"/>
                  <a:gd name="connsiteY73" fmla="*/ 943441 h 1003300"/>
                  <a:gd name="connsiteX74" fmla="*/ 2478253 w 3125857"/>
                  <a:gd name="connsiteY74" fmla="*/ 993143 h 1003300"/>
                  <a:gd name="connsiteX75" fmla="*/ 2457896 w 3125857"/>
                  <a:gd name="connsiteY75" fmla="*/ 997802 h 1003300"/>
                  <a:gd name="connsiteX76" fmla="*/ 2451777 w 3125857"/>
                  <a:gd name="connsiteY76" fmla="*/ 998932 h 1003300"/>
                  <a:gd name="connsiteX77" fmla="*/ 2451189 w 3125857"/>
                  <a:gd name="connsiteY77" fmla="*/ 998909 h 1003300"/>
                  <a:gd name="connsiteX78" fmla="*/ 2450624 w 3125857"/>
                  <a:gd name="connsiteY78" fmla="*/ 999003 h 1003300"/>
                  <a:gd name="connsiteX79" fmla="*/ 2444459 w 3125857"/>
                  <a:gd name="connsiteY79" fmla="*/ 1000109 h 1003300"/>
                  <a:gd name="connsiteX80" fmla="*/ 2442152 w 3125857"/>
                  <a:gd name="connsiteY80" fmla="*/ 1000226 h 1003300"/>
                  <a:gd name="connsiteX81" fmla="*/ 2434763 w 3125857"/>
                  <a:gd name="connsiteY81" fmla="*/ 1001309 h 1003300"/>
                  <a:gd name="connsiteX82" fmla="*/ 2431257 w 3125857"/>
                  <a:gd name="connsiteY82" fmla="*/ 1001450 h 1003300"/>
                  <a:gd name="connsiteX83" fmla="*/ 2417866 w 3125857"/>
                  <a:gd name="connsiteY83" fmla="*/ 1002533 h 1003300"/>
                  <a:gd name="connsiteX84" fmla="*/ 2411888 w 3125857"/>
                  <a:gd name="connsiteY84" fmla="*/ 1002697 h 1003300"/>
                  <a:gd name="connsiteX85" fmla="*/ 2384143 w 3125857"/>
                  <a:gd name="connsiteY85" fmla="*/ 1002650 h 1003300"/>
                  <a:gd name="connsiteX86" fmla="*/ 2378189 w 3125857"/>
                  <a:gd name="connsiteY86" fmla="*/ 1002533 h 1003300"/>
                  <a:gd name="connsiteX87" fmla="*/ 2362398 w 3125857"/>
                  <a:gd name="connsiteY87" fmla="*/ 1001497 h 1003300"/>
                  <a:gd name="connsiteX88" fmla="*/ 2358821 w 3125857"/>
                  <a:gd name="connsiteY88" fmla="*/ 1001333 h 1003300"/>
                  <a:gd name="connsiteX89" fmla="*/ 2347855 w 3125857"/>
                  <a:gd name="connsiteY89" fmla="*/ 1000226 h 1003300"/>
                  <a:gd name="connsiteX90" fmla="*/ 2345524 w 3125857"/>
                  <a:gd name="connsiteY90" fmla="*/ 1000132 h 1003300"/>
                  <a:gd name="connsiteX91" fmla="*/ 2336982 w 3125857"/>
                  <a:gd name="connsiteY91" fmla="*/ 999097 h 1003300"/>
                  <a:gd name="connsiteX92" fmla="*/ 2334605 w 3125857"/>
                  <a:gd name="connsiteY92" fmla="*/ 998956 h 1003300"/>
                  <a:gd name="connsiteX93" fmla="*/ 2327310 w 3125857"/>
                  <a:gd name="connsiteY93" fmla="*/ 997920 h 1003300"/>
                  <a:gd name="connsiteX94" fmla="*/ 2324933 w 3125857"/>
                  <a:gd name="connsiteY94" fmla="*/ 997755 h 1003300"/>
                  <a:gd name="connsiteX95" fmla="*/ 2318838 w 3125857"/>
                  <a:gd name="connsiteY95" fmla="*/ 996720 h 1003300"/>
                  <a:gd name="connsiteX96" fmla="*/ 2316461 w 3125857"/>
                  <a:gd name="connsiteY96" fmla="*/ 996555 h 1003300"/>
                  <a:gd name="connsiteX97" fmla="*/ 2310343 w 3125857"/>
                  <a:gd name="connsiteY97" fmla="*/ 995496 h 1003300"/>
                  <a:gd name="connsiteX98" fmla="*/ 2294692 w 3125857"/>
                  <a:gd name="connsiteY98" fmla="*/ 992931 h 1003300"/>
                  <a:gd name="connsiteX99" fmla="*/ 2288527 w 3125857"/>
                  <a:gd name="connsiteY99" fmla="*/ 991754 h 1003300"/>
                  <a:gd name="connsiteX100" fmla="*/ 2235506 w 3125857"/>
                  <a:gd name="connsiteY100" fmla="*/ 980317 h 1003300"/>
                  <a:gd name="connsiteX101" fmla="*/ 2049758 w 3125857"/>
                  <a:gd name="connsiteY101" fmla="*/ 923202 h 1003300"/>
                  <a:gd name="connsiteX102" fmla="*/ 1915635 w 3125857"/>
                  <a:gd name="connsiteY102" fmla="*/ 864654 h 1003300"/>
                  <a:gd name="connsiteX103" fmla="*/ 1548396 w 3125857"/>
                  <a:gd name="connsiteY103" fmla="*/ 748320 h 1003300"/>
                  <a:gd name="connsiteX104" fmla="*/ 0 w 3125857"/>
                  <a:gd name="connsiteY104" fmla="*/ 619812 h 1003300"/>
                  <a:gd name="connsiteX0" fmla="*/ 2116899 w 3125857"/>
                  <a:gd name="connsiteY0" fmla="*/ 868215 h 1198825"/>
                  <a:gd name="connsiteX1" fmla="*/ 2116852 w 3125857"/>
                  <a:gd name="connsiteY1" fmla="*/ 868427 h 1198825"/>
                  <a:gd name="connsiteX2" fmla="*/ 2117722 w 3125857"/>
                  <a:gd name="connsiteY2" fmla="*/ 868474 h 1198825"/>
                  <a:gd name="connsiteX3" fmla="*/ 2116899 w 3125857"/>
                  <a:gd name="connsiteY3" fmla="*/ 868215 h 1198825"/>
                  <a:gd name="connsiteX4" fmla="*/ 2025330 w 3125857"/>
                  <a:gd name="connsiteY4" fmla="*/ 587910 h 1198825"/>
                  <a:gd name="connsiteX5" fmla="*/ 2025307 w 3125857"/>
                  <a:gd name="connsiteY5" fmla="*/ 588522 h 1198825"/>
                  <a:gd name="connsiteX6" fmla="*/ 2026272 w 3125857"/>
                  <a:gd name="connsiteY6" fmla="*/ 588216 h 1198825"/>
                  <a:gd name="connsiteX7" fmla="*/ 2025330 w 3125857"/>
                  <a:gd name="connsiteY7" fmla="*/ 587910 h 1198825"/>
                  <a:gd name="connsiteX8" fmla="*/ 0 w 3125857"/>
                  <a:gd name="connsiteY8" fmla="*/ 815337 h 1198825"/>
                  <a:gd name="connsiteX9" fmla="*/ 231783 w 3125857"/>
                  <a:gd name="connsiteY9" fmla="*/ 0 h 1198825"/>
                  <a:gd name="connsiteX10" fmla="*/ 1578848 w 3125857"/>
                  <a:gd name="connsiteY10" fmla="*/ 534187 h 1198825"/>
                  <a:gd name="connsiteX11" fmla="*/ 1898192 w 3125857"/>
                  <a:gd name="connsiteY11" fmla="*/ 522889 h 1198825"/>
                  <a:gd name="connsiteX12" fmla="*/ 2067691 w 3125857"/>
                  <a:gd name="connsiteY12" fmla="*/ 599700 h 1198825"/>
                  <a:gd name="connsiteX13" fmla="*/ 2108756 w 3125857"/>
                  <a:gd name="connsiteY13" fmla="*/ 616667 h 1198825"/>
                  <a:gd name="connsiteX14" fmla="*/ 2154105 w 3125857"/>
                  <a:gd name="connsiteY14" fmla="*/ 634529 h 1198825"/>
                  <a:gd name="connsiteX15" fmla="*/ 2233271 w 3125857"/>
                  <a:gd name="connsiteY15" fmla="*/ 661686 h 1198825"/>
                  <a:gd name="connsiteX16" fmla="*/ 2369529 w 3125857"/>
                  <a:gd name="connsiteY16" fmla="*/ 694092 h 1198825"/>
                  <a:gd name="connsiteX17" fmla="*/ 2452907 w 3125857"/>
                  <a:gd name="connsiteY17" fmla="*/ 703364 h 1198825"/>
                  <a:gd name="connsiteX18" fmla="*/ 2592412 w 3125857"/>
                  <a:gd name="connsiteY18" fmla="*/ 724827 h 1198825"/>
                  <a:gd name="connsiteX19" fmla="*/ 2633713 w 3125857"/>
                  <a:gd name="connsiteY19" fmla="*/ 741488 h 1198825"/>
                  <a:gd name="connsiteX20" fmla="*/ 2658447 w 3125857"/>
                  <a:gd name="connsiteY20" fmla="*/ 788437 h 1198825"/>
                  <a:gd name="connsiteX21" fmla="*/ 2658541 w 3125857"/>
                  <a:gd name="connsiteY21" fmla="*/ 796862 h 1198825"/>
                  <a:gd name="connsiteX22" fmla="*/ 2624818 w 3125857"/>
                  <a:gd name="connsiteY22" fmla="*/ 869956 h 1198825"/>
                  <a:gd name="connsiteX23" fmla="*/ 2618605 w 3125857"/>
                  <a:gd name="connsiteY23" fmla="*/ 876499 h 1198825"/>
                  <a:gd name="connsiteX24" fmla="*/ 2602061 w 3125857"/>
                  <a:gd name="connsiteY24" fmla="*/ 886924 h 1198825"/>
                  <a:gd name="connsiteX25" fmla="*/ 2584835 w 3125857"/>
                  <a:gd name="connsiteY25" fmla="*/ 894949 h 1198825"/>
                  <a:gd name="connsiteX26" fmla="*/ 2525154 w 3125857"/>
                  <a:gd name="connsiteY26" fmla="*/ 910575 h 1198825"/>
                  <a:gd name="connsiteX27" fmla="*/ 2477240 w 3125857"/>
                  <a:gd name="connsiteY27" fmla="*/ 914058 h 1198825"/>
                  <a:gd name="connsiteX28" fmla="*/ 2406641 w 3125857"/>
                  <a:gd name="connsiteY28" fmla="*/ 908410 h 1198825"/>
                  <a:gd name="connsiteX29" fmla="*/ 2290880 w 3125857"/>
                  <a:gd name="connsiteY29" fmla="*/ 887865 h 1198825"/>
                  <a:gd name="connsiteX30" fmla="*/ 2210420 w 3125857"/>
                  <a:gd name="connsiteY30" fmla="*/ 874428 h 1198825"/>
                  <a:gd name="connsiteX31" fmla="*/ 2200324 w 3125857"/>
                  <a:gd name="connsiteY31" fmla="*/ 873039 h 1198825"/>
                  <a:gd name="connsiteX32" fmla="*/ 2190628 w 3125857"/>
                  <a:gd name="connsiteY32" fmla="*/ 871839 h 1198825"/>
                  <a:gd name="connsiteX33" fmla="*/ 2187051 w 3125857"/>
                  <a:gd name="connsiteY33" fmla="*/ 871815 h 1198825"/>
                  <a:gd name="connsiteX34" fmla="*/ 2149539 w 3125857"/>
                  <a:gd name="connsiteY34" fmla="*/ 869368 h 1198825"/>
                  <a:gd name="connsiteX35" fmla="*/ 2140714 w 3125857"/>
                  <a:gd name="connsiteY35" fmla="*/ 868521 h 1198825"/>
                  <a:gd name="connsiteX36" fmla="*/ 2137090 w 3125857"/>
                  <a:gd name="connsiteY36" fmla="*/ 868638 h 1198825"/>
                  <a:gd name="connsiteX37" fmla="*/ 2131136 w 3125857"/>
                  <a:gd name="connsiteY37" fmla="*/ 869486 h 1198825"/>
                  <a:gd name="connsiteX38" fmla="*/ 2128524 w 3125857"/>
                  <a:gd name="connsiteY38" fmla="*/ 869439 h 1198825"/>
                  <a:gd name="connsiteX39" fmla="*/ 2156999 w 3125857"/>
                  <a:gd name="connsiteY39" fmla="*/ 874451 h 1198825"/>
                  <a:gd name="connsiteX40" fmla="*/ 2296246 w 3125857"/>
                  <a:gd name="connsiteY40" fmla="*/ 907468 h 1198825"/>
                  <a:gd name="connsiteX41" fmla="*/ 2420737 w 3125857"/>
                  <a:gd name="connsiteY41" fmla="*/ 930884 h 1198825"/>
                  <a:gd name="connsiteX42" fmla="*/ 2485854 w 3125857"/>
                  <a:gd name="connsiteY42" fmla="*/ 932837 h 1198825"/>
                  <a:gd name="connsiteX43" fmla="*/ 2588270 w 3125857"/>
                  <a:gd name="connsiteY43" fmla="*/ 903633 h 1198825"/>
                  <a:gd name="connsiteX44" fmla="*/ 2609827 w 3125857"/>
                  <a:gd name="connsiteY44" fmla="*/ 886241 h 1198825"/>
                  <a:gd name="connsiteX45" fmla="*/ 2614439 w 3125857"/>
                  <a:gd name="connsiteY45" fmla="*/ 882876 h 1198825"/>
                  <a:gd name="connsiteX46" fmla="*/ 2689440 w 3125857"/>
                  <a:gd name="connsiteY46" fmla="*/ 841693 h 1198825"/>
                  <a:gd name="connsiteX47" fmla="*/ 2741708 w 3125857"/>
                  <a:gd name="connsiteY47" fmla="*/ 798015 h 1198825"/>
                  <a:gd name="connsiteX48" fmla="*/ 2799905 w 3125857"/>
                  <a:gd name="connsiteY48" fmla="*/ 727203 h 1198825"/>
                  <a:gd name="connsiteX49" fmla="*/ 2898581 w 3125857"/>
                  <a:gd name="connsiteY49" fmla="*/ 567436 h 1198825"/>
                  <a:gd name="connsiteX50" fmla="*/ 2979017 w 3125857"/>
                  <a:gd name="connsiteY50" fmla="*/ 444074 h 1198825"/>
                  <a:gd name="connsiteX51" fmla="*/ 3037168 w 3125857"/>
                  <a:gd name="connsiteY51" fmla="*/ 382323 h 1198825"/>
                  <a:gd name="connsiteX52" fmla="*/ 3040745 w 3125857"/>
                  <a:gd name="connsiteY52" fmla="*/ 376322 h 1198825"/>
                  <a:gd name="connsiteX53" fmla="*/ 3043946 w 3125857"/>
                  <a:gd name="connsiteY53" fmla="*/ 371050 h 1198825"/>
                  <a:gd name="connsiteX54" fmla="*/ 3044510 w 3125857"/>
                  <a:gd name="connsiteY54" fmla="*/ 371921 h 1198825"/>
                  <a:gd name="connsiteX55" fmla="*/ 3044299 w 3125857"/>
                  <a:gd name="connsiteY55" fmla="*/ 372486 h 1198825"/>
                  <a:gd name="connsiteX56" fmla="*/ 3048794 w 3125857"/>
                  <a:gd name="connsiteY56" fmla="*/ 375780 h 1198825"/>
                  <a:gd name="connsiteX57" fmla="*/ 3075645 w 3125857"/>
                  <a:gd name="connsiteY57" fmla="*/ 365190 h 1198825"/>
                  <a:gd name="connsiteX58" fmla="*/ 3093672 w 3125857"/>
                  <a:gd name="connsiteY58" fmla="*/ 365167 h 1198825"/>
                  <a:gd name="connsiteX59" fmla="*/ 3121794 w 3125857"/>
                  <a:gd name="connsiteY59" fmla="*/ 386512 h 1198825"/>
                  <a:gd name="connsiteX60" fmla="*/ 3125277 w 3125857"/>
                  <a:gd name="connsiteY60" fmla="*/ 400396 h 1198825"/>
                  <a:gd name="connsiteX61" fmla="*/ 3125324 w 3125857"/>
                  <a:gd name="connsiteY61" fmla="*/ 412257 h 1198825"/>
                  <a:gd name="connsiteX62" fmla="*/ 3125183 w 3125857"/>
                  <a:gd name="connsiteY62" fmla="*/ 415764 h 1198825"/>
                  <a:gd name="connsiteX63" fmla="*/ 3124171 w 3125857"/>
                  <a:gd name="connsiteY63" fmla="*/ 421929 h 1198825"/>
                  <a:gd name="connsiteX64" fmla="*/ 3107321 w 3125857"/>
                  <a:gd name="connsiteY64" fmla="*/ 481916 h 1198825"/>
                  <a:gd name="connsiteX65" fmla="*/ 3070444 w 3125857"/>
                  <a:gd name="connsiteY65" fmla="*/ 572684 h 1198825"/>
                  <a:gd name="connsiteX66" fmla="*/ 2999233 w 3125857"/>
                  <a:gd name="connsiteY66" fmla="*/ 725391 h 1198825"/>
                  <a:gd name="connsiteX67" fmla="*/ 2932116 w 3125857"/>
                  <a:gd name="connsiteY67" fmla="*/ 849129 h 1198825"/>
                  <a:gd name="connsiteX68" fmla="*/ 2891474 w 3125857"/>
                  <a:gd name="connsiteY68" fmla="*/ 899655 h 1198825"/>
                  <a:gd name="connsiteX69" fmla="*/ 2852808 w 3125857"/>
                  <a:gd name="connsiteY69" fmla="*/ 937662 h 1198825"/>
                  <a:gd name="connsiteX70" fmla="*/ 2799011 w 3125857"/>
                  <a:gd name="connsiteY70" fmla="*/ 984822 h 1198825"/>
                  <a:gd name="connsiteX71" fmla="*/ 2725752 w 3125857"/>
                  <a:gd name="connsiteY71" fmla="*/ 1044174 h 1198825"/>
                  <a:gd name="connsiteX72" fmla="*/ 2662494 w 3125857"/>
                  <a:gd name="connsiteY72" fmla="*/ 1090934 h 1198825"/>
                  <a:gd name="connsiteX73" fmla="*/ 2589942 w 3125857"/>
                  <a:gd name="connsiteY73" fmla="*/ 1138966 h 1198825"/>
                  <a:gd name="connsiteX74" fmla="*/ 2478253 w 3125857"/>
                  <a:gd name="connsiteY74" fmla="*/ 1188668 h 1198825"/>
                  <a:gd name="connsiteX75" fmla="*/ 2457896 w 3125857"/>
                  <a:gd name="connsiteY75" fmla="*/ 1193327 h 1198825"/>
                  <a:gd name="connsiteX76" fmla="*/ 2451777 w 3125857"/>
                  <a:gd name="connsiteY76" fmla="*/ 1194457 h 1198825"/>
                  <a:gd name="connsiteX77" fmla="*/ 2451189 w 3125857"/>
                  <a:gd name="connsiteY77" fmla="*/ 1194434 h 1198825"/>
                  <a:gd name="connsiteX78" fmla="*/ 2450624 w 3125857"/>
                  <a:gd name="connsiteY78" fmla="*/ 1194528 h 1198825"/>
                  <a:gd name="connsiteX79" fmla="*/ 2444459 w 3125857"/>
                  <a:gd name="connsiteY79" fmla="*/ 1195634 h 1198825"/>
                  <a:gd name="connsiteX80" fmla="*/ 2442152 w 3125857"/>
                  <a:gd name="connsiteY80" fmla="*/ 1195751 h 1198825"/>
                  <a:gd name="connsiteX81" fmla="*/ 2434763 w 3125857"/>
                  <a:gd name="connsiteY81" fmla="*/ 1196834 h 1198825"/>
                  <a:gd name="connsiteX82" fmla="*/ 2431257 w 3125857"/>
                  <a:gd name="connsiteY82" fmla="*/ 1196975 h 1198825"/>
                  <a:gd name="connsiteX83" fmla="*/ 2417866 w 3125857"/>
                  <a:gd name="connsiteY83" fmla="*/ 1198058 h 1198825"/>
                  <a:gd name="connsiteX84" fmla="*/ 2411888 w 3125857"/>
                  <a:gd name="connsiteY84" fmla="*/ 1198222 h 1198825"/>
                  <a:gd name="connsiteX85" fmla="*/ 2384143 w 3125857"/>
                  <a:gd name="connsiteY85" fmla="*/ 1198175 h 1198825"/>
                  <a:gd name="connsiteX86" fmla="*/ 2378189 w 3125857"/>
                  <a:gd name="connsiteY86" fmla="*/ 1198058 h 1198825"/>
                  <a:gd name="connsiteX87" fmla="*/ 2362398 w 3125857"/>
                  <a:gd name="connsiteY87" fmla="*/ 1197022 h 1198825"/>
                  <a:gd name="connsiteX88" fmla="*/ 2358821 w 3125857"/>
                  <a:gd name="connsiteY88" fmla="*/ 1196858 h 1198825"/>
                  <a:gd name="connsiteX89" fmla="*/ 2347855 w 3125857"/>
                  <a:gd name="connsiteY89" fmla="*/ 1195751 h 1198825"/>
                  <a:gd name="connsiteX90" fmla="*/ 2345524 w 3125857"/>
                  <a:gd name="connsiteY90" fmla="*/ 1195657 h 1198825"/>
                  <a:gd name="connsiteX91" fmla="*/ 2336982 w 3125857"/>
                  <a:gd name="connsiteY91" fmla="*/ 1194622 h 1198825"/>
                  <a:gd name="connsiteX92" fmla="*/ 2334605 w 3125857"/>
                  <a:gd name="connsiteY92" fmla="*/ 1194481 h 1198825"/>
                  <a:gd name="connsiteX93" fmla="*/ 2327310 w 3125857"/>
                  <a:gd name="connsiteY93" fmla="*/ 1193445 h 1198825"/>
                  <a:gd name="connsiteX94" fmla="*/ 2324933 w 3125857"/>
                  <a:gd name="connsiteY94" fmla="*/ 1193280 h 1198825"/>
                  <a:gd name="connsiteX95" fmla="*/ 2318838 w 3125857"/>
                  <a:gd name="connsiteY95" fmla="*/ 1192245 h 1198825"/>
                  <a:gd name="connsiteX96" fmla="*/ 2316461 w 3125857"/>
                  <a:gd name="connsiteY96" fmla="*/ 1192080 h 1198825"/>
                  <a:gd name="connsiteX97" fmla="*/ 2310343 w 3125857"/>
                  <a:gd name="connsiteY97" fmla="*/ 1191021 h 1198825"/>
                  <a:gd name="connsiteX98" fmla="*/ 2294692 w 3125857"/>
                  <a:gd name="connsiteY98" fmla="*/ 1188456 h 1198825"/>
                  <a:gd name="connsiteX99" fmla="*/ 2288527 w 3125857"/>
                  <a:gd name="connsiteY99" fmla="*/ 1187279 h 1198825"/>
                  <a:gd name="connsiteX100" fmla="*/ 2235506 w 3125857"/>
                  <a:gd name="connsiteY100" fmla="*/ 1175842 h 1198825"/>
                  <a:gd name="connsiteX101" fmla="*/ 2049758 w 3125857"/>
                  <a:gd name="connsiteY101" fmla="*/ 1118727 h 1198825"/>
                  <a:gd name="connsiteX102" fmla="*/ 1915635 w 3125857"/>
                  <a:gd name="connsiteY102" fmla="*/ 1060179 h 1198825"/>
                  <a:gd name="connsiteX103" fmla="*/ 1548396 w 3125857"/>
                  <a:gd name="connsiteY103" fmla="*/ 943845 h 1198825"/>
                  <a:gd name="connsiteX104" fmla="*/ 0 w 3125857"/>
                  <a:gd name="connsiteY104" fmla="*/ 815337 h 1198825"/>
                  <a:gd name="connsiteX0" fmla="*/ 2116899 w 3125857"/>
                  <a:gd name="connsiteY0" fmla="*/ 830022 h 1160632"/>
                  <a:gd name="connsiteX1" fmla="*/ 2116852 w 3125857"/>
                  <a:gd name="connsiteY1" fmla="*/ 830234 h 1160632"/>
                  <a:gd name="connsiteX2" fmla="*/ 2117722 w 3125857"/>
                  <a:gd name="connsiteY2" fmla="*/ 830281 h 1160632"/>
                  <a:gd name="connsiteX3" fmla="*/ 2116899 w 3125857"/>
                  <a:gd name="connsiteY3" fmla="*/ 830022 h 1160632"/>
                  <a:gd name="connsiteX4" fmla="*/ 2025330 w 3125857"/>
                  <a:gd name="connsiteY4" fmla="*/ 549717 h 1160632"/>
                  <a:gd name="connsiteX5" fmla="*/ 2025307 w 3125857"/>
                  <a:gd name="connsiteY5" fmla="*/ 550329 h 1160632"/>
                  <a:gd name="connsiteX6" fmla="*/ 2026272 w 3125857"/>
                  <a:gd name="connsiteY6" fmla="*/ 550023 h 1160632"/>
                  <a:gd name="connsiteX7" fmla="*/ 2025330 w 3125857"/>
                  <a:gd name="connsiteY7" fmla="*/ 549717 h 1160632"/>
                  <a:gd name="connsiteX8" fmla="*/ 0 w 3125857"/>
                  <a:gd name="connsiteY8" fmla="*/ 777144 h 1160632"/>
                  <a:gd name="connsiteX9" fmla="*/ 211877 w 3125857"/>
                  <a:gd name="connsiteY9" fmla="*/ 0 h 1160632"/>
                  <a:gd name="connsiteX10" fmla="*/ 1578848 w 3125857"/>
                  <a:gd name="connsiteY10" fmla="*/ 495994 h 1160632"/>
                  <a:gd name="connsiteX11" fmla="*/ 1898192 w 3125857"/>
                  <a:gd name="connsiteY11" fmla="*/ 484696 h 1160632"/>
                  <a:gd name="connsiteX12" fmla="*/ 2067691 w 3125857"/>
                  <a:gd name="connsiteY12" fmla="*/ 561507 h 1160632"/>
                  <a:gd name="connsiteX13" fmla="*/ 2108756 w 3125857"/>
                  <a:gd name="connsiteY13" fmla="*/ 578474 h 1160632"/>
                  <a:gd name="connsiteX14" fmla="*/ 2154105 w 3125857"/>
                  <a:gd name="connsiteY14" fmla="*/ 596336 h 1160632"/>
                  <a:gd name="connsiteX15" fmla="*/ 2233271 w 3125857"/>
                  <a:gd name="connsiteY15" fmla="*/ 623493 h 1160632"/>
                  <a:gd name="connsiteX16" fmla="*/ 2369529 w 3125857"/>
                  <a:gd name="connsiteY16" fmla="*/ 655899 h 1160632"/>
                  <a:gd name="connsiteX17" fmla="*/ 2452907 w 3125857"/>
                  <a:gd name="connsiteY17" fmla="*/ 665171 h 1160632"/>
                  <a:gd name="connsiteX18" fmla="*/ 2592412 w 3125857"/>
                  <a:gd name="connsiteY18" fmla="*/ 686634 h 1160632"/>
                  <a:gd name="connsiteX19" fmla="*/ 2633713 w 3125857"/>
                  <a:gd name="connsiteY19" fmla="*/ 703295 h 1160632"/>
                  <a:gd name="connsiteX20" fmla="*/ 2658447 w 3125857"/>
                  <a:gd name="connsiteY20" fmla="*/ 750244 h 1160632"/>
                  <a:gd name="connsiteX21" fmla="*/ 2658541 w 3125857"/>
                  <a:gd name="connsiteY21" fmla="*/ 758669 h 1160632"/>
                  <a:gd name="connsiteX22" fmla="*/ 2624818 w 3125857"/>
                  <a:gd name="connsiteY22" fmla="*/ 831763 h 1160632"/>
                  <a:gd name="connsiteX23" fmla="*/ 2618605 w 3125857"/>
                  <a:gd name="connsiteY23" fmla="*/ 838306 h 1160632"/>
                  <a:gd name="connsiteX24" fmla="*/ 2602061 w 3125857"/>
                  <a:gd name="connsiteY24" fmla="*/ 848731 h 1160632"/>
                  <a:gd name="connsiteX25" fmla="*/ 2584835 w 3125857"/>
                  <a:gd name="connsiteY25" fmla="*/ 856756 h 1160632"/>
                  <a:gd name="connsiteX26" fmla="*/ 2525154 w 3125857"/>
                  <a:gd name="connsiteY26" fmla="*/ 872382 h 1160632"/>
                  <a:gd name="connsiteX27" fmla="*/ 2477240 w 3125857"/>
                  <a:gd name="connsiteY27" fmla="*/ 875865 h 1160632"/>
                  <a:gd name="connsiteX28" fmla="*/ 2406641 w 3125857"/>
                  <a:gd name="connsiteY28" fmla="*/ 870217 h 1160632"/>
                  <a:gd name="connsiteX29" fmla="*/ 2290880 w 3125857"/>
                  <a:gd name="connsiteY29" fmla="*/ 849672 h 1160632"/>
                  <a:gd name="connsiteX30" fmla="*/ 2210420 w 3125857"/>
                  <a:gd name="connsiteY30" fmla="*/ 836235 h 1160632"/>
                  <a:gd name="connsiteX31" fmla="*/ 2200324 w 3125857"/>
                  <a:gd name="connsiteY31" fmla="*/ 834846 h 1160632"/>
                  <a:gd name="connsiteX32" fmla="*/ 2190628 w 3125857"/>
                  <a:gd name="connsiteY32" fmla="*/ 833646 h 1160632"/>
                  <a:gd name="connsiteX33" fmla="*/ 2187051 w 3125857"/>
                  <a:gd name="connsiteY33" fmla="*/ 833622 h 1160632"/>
                  <a:gd name="connsiteX34" fmla="*/ 2149539 w 3125857"/>
                  <a:gd name="connsiteY34" fmla="*/ 831175 h 1160632"/>
                  <a:gd name="connsiteX35" fmla="*/ 2140714 w 3125857"/>
                  <a:gd name="connsiteY35" fmla="*/ 830328 h 1160632"/>
                  <a:gd name="connsiteX36" fmla="*/ 2137090 w 3125857"/>
                  <a:gd name="connsiteY36" fmla="*/ 830445 h 1160632"/>
                  <a:gd name="connsiteX37" fmla="*/ 2131136 w 3125857"/>
                  <a:gd name="connsiteY37" fmla="*/ 831293 h 1160632"/>
                  <a:gd name="connsiteX38" fmla="*/ 2128524 w 3125857"/>
                  <a:gd name="connsiteY38" fmla="*/ 831246 h 1160632"/>
                  <a:gd name="connsiteX39" fmla="*/ 2156999 w 3125857"/>
                  <a:gd name="connsiteY39" fmla="*/ 836258 h 1160632"/>
                  <a:gd name="connsiteX40" fmla="*/ 2296246 w 3125857"/>
                  <a:gd name="connsiteY40" fmla="*/ 869275 h 1160632"/>
                  <a:gd name="connsiteX41" fmla="*/ 2420737 w 3125857"/>
                  <a:gd name="connsiteY41" fmla="*/ 892691 h 1160632"/>
                  <a:gd name="connsiteX42" fmla="*/ 2485854 w 3125857"/>
                  <a:gd name="connsiteY42" fmla="*/ 894644 h 1160632"/>
                  <a:gd name="connsiteX43" fmla="*/ 2588270 w 3125857"/>
                  <a:gd name="connsiteY43" fmla="*/ 865440 h 1160632"/>
                  <a:gd name="connsiteX44" fmla="*/ 2609827 w 3125857"/>
                  <a:gd name="connsiteY44" fmla="*/ 848048 h 1160632"/>
                  <a:gd name="connsiteX45" fmla="*/ 2614439 w 3125857"/>
                  <a:gd name="connsiteY45" fmla="*/ 844683 h 1160632"/>
                  <a:gd name="connsiteX46" fmla="*/ 2689440 w 3125857"/>
                  <a:gd name="connsiteY46" fmla="*/ 803500 h 1160632"/>
                  <a:gd name="connsiteX47" fmla="*/ 2741708 w 3125857"/>
                  <a:gd name="connsiteY47" fmla="*/ 759822 h 1160632"/>
                  <a:gd name="connsiteX48" fmla="*/ 2799905 w 3125857"/>
                  <a:gd name="connsiteY48" fmla="*/ 689010 h 1160632"/>
                  <a:gd name="connsiteX49" fmla="*/ 2898581 w 3125857"/>
                  <a:gd name="connsiteY49" fmla="*/ 529243 h 1160632"/>
                  <a:gd name="connsiteX50" fmla="*/ 2979017 w 3125857"/>
                  <a:gd name="connsiteY50" fmla="*/ 405881 h 1160632"/>
                  <a:gd name="connsiteX51" fmla="*/ 3037168 w 3125857"/>
                  <a:gd name="connsiteY51" fmla="*/ 344130 h 1160632"/>
                  <a:gd name="connsiteX52" fmla="*/ 3040745 w 3125857"/>
                  <a:gd name="connsiteY52" fmla="*/ 338129 h 1160632"/>
                  <a:gd name="connsiteX53" fmla="*/ 3043946 w 3125857"/>
                  <a:gd name="connsiteY53" fmla="*/ 332857 h 1160632"/>
                  <a:gd name="connsiteX54" fmla="*/ 3044510 w 3125857"/>
                  <a:gd name="connsiteY54" fmla="*/ 333728 h 1160632"/>
                  <a:gd name="connsiteX55" fmla="*/ 3044299 w 3125857"/>
                  <a:gd name="connsiteY55" fmla="*/ 334293 h 1160632"/>
                  <a:gd name="connsiteX56" fmla="*/ 3048794 w 3125857"/>
                  <a:gd name="connsiteY56" fmla="*/ 337587 h 1160632"/>
                  <a:gd name="connsiteX57" fmla="*/ 3075645 w 3125857"/>
                  <a:gd name="connsiteY57" fmla="*/ 326997 h 1160632"/>
                  <a:gd name="connsiteX58" fmla="*/ 3093672 w 3125857"/>
                  <a:gd name="connsiteY58" fmla="*/ 326974 h 1160632"/>
                  <a:gd name="connsiteX59" fmla="*/ 3121794 w 3125857"/>
                  <a:gd name="connsiteY59" fmla="*/ 348319 h 1160632"/>
                  <a:gd name="connsiteX60" fmla="*/ 3125277 w 3125857"/>
                  <a:gd name="connsiteY60" fmla="*/ 362203 h 1160632"/>
                  <a:gd name="connsiteX61" fmla="*/ 3125324 w 3125857"/>
                  <a:gd name="connsiteY61" fmla="*/ 374064 h 1160632"/>
                  <a:gd name="connsiteX62" fmla="*/ 3125183 w 3125857"/>
                  <a:gd name="connsiteY62" fmla="*/ 377571 h 1160632"/>
                  <a:gd name="connsiteX63" fmla="*/ 3124171 w 3125857"/>
                  <a:gd name="connsiteY63" fmla="*/ 383736 h 1160632"/>
                  <a:gd name="connsiteX64" fmla="*/ 3107321 w 3125857"/>
                  <a:gd name="connsiteY64" fmla="*/ 443723 h 1160632"/>
                  <a:gd name="connsiteX65" fmla="*/ 3070444 w 3125857"/>
                  <a:gd name="connsiteY65" fmla="*/ 534491 h 1160632"/>
                  <a:gd name="connsiteX66" fmla="*/ 2999233 w 3125857"/>
                  <a:gd name="connsiteY66" fmla="*/ 687198 h 1160632"/>
                  <a:gd name="connsiteX67" fmla="*/ 2932116 w 3125857"/>
                  <a:gd name="connsiteY67" fmla="*/ 810936 h 1160632"/>
                  <a:gd name="connsiteX68" fmla="*/ 2891474 w 3125857"/>
                  <a:gd name="connsiteY68" fmla="*/ 861462 h 1160632"/>
                  <a:gd name="connsiteX69" fmla="*/ 2852808 w 3125857"/>
                  <a:gd name="connsiteY69" fmla="*/ 899469 h 1160632"/>
                  <a:gd name="connsiteX70" fmla="*/ 2799011 w 3125857"/>
                  <a:gd name="connsiteY70" fmla="*/ 946629 h 1160632"/>
                  <a:gd name="connsiteX71" fmla="*/ 2725752 w 3125857"/>
                  <a:gd name="connsiteY71" fmla="*/ 1005981 h 1160632"/>
                  <a:gd name="connsiteX72" fmla="*/ 2662494 w 3125857"/>
                  <a:gd name="connsiteY72" fmla="*/ 1052741 h 1160632"/>
                  <a:gd name="connsiteX73" fmla="*/ 2589942 w 3125857"/>
                  <a:gd name="connsiteY73" fmla="*/ 1100773 h 1160632"/>
                  <a:gd name="connsiteX74" fmla="*/ 2478253 w 3125857"/>
                  <a:gd name="connsiteY74" fmla="*/ 1150475 h 1160632"/>
                  <a:gd name="connsiteX75" fmla="*/ 2457896 w 3125857"/>
                  <a:gd name="connsiteY75" fmla="*/ 1155134 h 1160632"/>
                  <a:gd name="connsiteX76" fmla="*/ 2451777 w 3125857"/>
                  <a:gd name="connsiteY76" fmla="*/ 1156264 h 1160632"/>
                  <a:gd name="connsiteX77" fmla="*/ 2451189 w 3125857"/>
                  <a:gd name="connsiteY77" fmla="*/ 1156241 h 1160632"/>
                  <a:gd name="connsiteX78" fmla="*/ 2450624 w 3125857"/>
                  <a:gd name="connsiteY78" fmla="*/ 1156335 h 1160632"/>
                  <a:gd name="connsiteX79" fmla="*/ 2444459 w 3125857"/>
                  <a:gd name="connsiteY79" fmla="*/ 1157441 h 1160632"/>
                  <a:gd name="connsiteX80" fmla="*/ 2442152 w 3125857"/>
                  <a:gd name="connsiteY80" fmla="*/ 1157558 h 1160632"/>
                  <a:gd name="connsiteX81" fmla="*/ 2434763 w 3125857"/>
                  <a:gd name="connsiteY81" fmla="*/ 1158641 h 1160632"/>
                  <a:gd name="connsiteX82" fmla="*/ 2431257 w 3125857"/>
                  <a:gd name="connsiteY82" fmla="*/ 1158782 h 1160632"/>
                  <a:gd name="connsiteX83" fmla="*/ 2417866 w 3125857"/>
                  <a:gd name="connsiteY83" fmla="*/ 1159865 h 1160632"/>
                  <a:gd name="connsiteX84" fmla="*/ 2411888 w 3125857"/>
                  <a:gd name="connsiteY84" fmla="*/ 1160029 h 1160632"/>
                  <a:gd name="connsiteX85" fmla="*/ 2384143 w 3125857"/>
                  <a:gd name="connsiteY85" fmla="*/ 1159982 h 1160632"/>
                  <a:gd name="connsiteX86" fmla="*/ 2378189 w 3125857"/>
                  <a:gd name="connsiteY86" fmla="*/ 1159865 h 1160632"/>
                  <a:gd name="connsiteX87" fmla="*/ 2362398 w 3125857"/>
                  <a:gd name="connsiteY87" fmla="*/ 1158829 h 1160632"/>
                  <a:gd name="connsiteX88" fmla="*/ 2358821 w 3125857"/>
                  <a:gd name="connsiteY88" fmla="*/ 1158665 h 1160632"/>
                  <a:gd name="connsiteX89" fmla="*/ 2347855 w 3125857"/>
                  <a:gd name="connsiteY89" fmla="*/ 1157558 h 1160632"/>
                  <a:gd name="connsiteX90" fmla="*/ 2345524 w 3125857"/>
                  <a:gd name="connsiteY90" fmla="*/ 1157464 h 1160632"/>
                  <a:gd name="connsiteX91" fmla="*/ 2336982 w 3125857"/>
                  <a:gd name="connsiteY91" fmla="*/ 1156429 h 1160632"/>
                  <a:gd name="connsiteX92" fmla="*/ 2334605 w 3125857"/>
                  <a:gd name="connsiteY92" fmla="*/ 1156288 h 1160632"/>
                  <a:gd name="connsiteX93" fmla="*/ 2327310 w 3125857"/>
                  <a:gd name="connsiteY93" fmla="*/ 1155252 h 1160632"/>
                  <a:gd name="connsiteX94" fmla="*/ 2324933 w 3125857"/>
                  <a:gd name="connsiteY94" fmla="*/ 1155087 h 1160632"/>
                  <a:gd name="connsiteX95" fmla="*/ 2318838 w 3125857"/>
                  <a:gd name="connsiteY95" fmla="*/ 1154052 h 1160632"/>
                  <a:gd name="connsiteX96" fmla="*/ 2316461 w 3125857"/>
                  <a:gd name="connsiteY96" fmla="*/ 1153887 h 1160632"/>
                  <a:gd name="connsiteX97" fmla="*/ 2310343 w 3125857"/>
                  <a:gd name="connsiteY97" fmla="*/ 1152828 h 1160632"/>
                  <a:gd name="connsiteX98" fmla="*/ 2294692 w 3125857"/>
                  <a:gd name="connsiteY98" fmla="*/ 1150263 h 1160632"/>
                  <a:gd name="connsiteX99" fmla="*/ 2288527 w 3125857"/>
                  <a:gd name="connsiteY99" fmla="*/ 1149086 h 1160632"/>
                  <a:gd name="connsiteX100" fmla="*/ 2235506 w 3125857"/>
                  <a:gd name="connsiteY100" fmla="*/ 1137649 h 1160632"/>
                  <a:gd name="connsiteX101" fmla="*/ 2049758 w 3125857"/>
                  <a:gd name="connsiteY101" fmla="*/ 1080534 h 1160632"/>
                  <a:gd name="connsiteX102" fmla="*/ 1915635 w 3125857"/>
                  <a:gd name="connsiteY102" fmla="*/ 1021986 h 1160632"/>
                  <a:gd name="connsiteX103" fmla="*/ 1548396 w 3125857"/>
                  <a:gd name="connsiteY103" fmla="*/ 905652 h 1160632"/>
                  <a:gd name="connsiteX104" fmla="*/ 0 w 3125857"/>
                  <a:gd name="connsiteY104" fmla="*/ 777144 h 1160632"/>
                  <a:gd name="connsiteX0" fmla="*/ 2116899 w 3125857"/>
                  <a:gd name="connsiteY0" fmla="*/ 830022 h 1160632"/>
                  <a:gd name="connsiteX1" fmla="*/ 2116852 w 3125857"/>
                  <a:gd name="connsiteY1" fmla="*/ 830234 h 1160632"/>
                  <a:gd name="connsiteX2" fmla="*/ 2117722 w 3125857"/>
                  <a:gd name="connsiteY2" fmla="*/ 830281 h 1160632"/>
                  <a:gd name="connsiteX3" fmla="*/ 2116899 w 3125857"/>
                  <a:gd name="connsiteY3" fmla="*/ 830022 h 1160632"/>
                  <a:gd name="connsiteX4" fmla="*/ 2025330 w 3125857"/>
                  <a:gd name="connsiteY4" fmla="*/ 549717 h 1160632"/>
                  <a:gd name="connsiteX5" fmla="*/ 2025307 w 3125857"/>
                  <a:gd name="connsiteY5" fmla="*/ 550329 h 1160632"/>
                  <a:gd name="connsiteX6" fmla="*/ 2026272 w 3125857"/>
                  <a:gd name="connsiteY6" fmla="*/ 550023 h 1160632"/>
                  <a:gd name="connsiteX7" fmla="*/ 2025330 w 3125857"/>
                  <a:gd name="connsiteY7" fmla="*/ 549717 h 1160632"/>
                  <a:gd name="connsiteX8" fmla="*/ 0 w 3125857"/>
                  <a:gd name="connsiteY8" fmla="*/ 777144 h 1160632"/>
                  <a:gd name="connsiteX9" fmla="*/ 211877 w 3125857"/>
                  <a:gd name="connsiteY9" fmla="*/ 0 h 1160632"/>
                  <a:gd name="connsiteX10" fmla="*/ 1578848 w 3125857"/>
                  <a:gd name="connsiteY10" fmla="*/ 495994 h 1160632"/>
                  <a:gd name="connsiteX11" fmla="*/ 1898192 w 3125857"/>
                  <a:gd name="connsiteY11" fmla="*/ 484696 h 1160632"/>
                  <a:gd name="connsiteX12" fmla="*/ 2067691 w 3125857"/>
                  <a:gd name="connsiteY12" fmla="*/ 561507 h 1160632"/>
                  <a:gd name="connsiteX13" fmla="*/ 2108756 w 3125857"/>
                  <a:gd name="connsiteY13" fmla="*/ 578474 h 1160632"/>
                  <a:gd name="connsiteX14" fmla="*/ 2154105 w 3125857"/>
                  <a:gd name="connsiteY14" fmla="*/ 596336 h 1160632"/>
                  <a:gd name="connsiteX15" fmla="*/ 2233271 w 3125857"/>
                  <a:gd name="connsiteY15" fmla="*/ 623493 h 1160632"/>
                  <a:gd name="connsiteX16" fmla="*/ 2369529 w 3125857"/>
                  <a:gd name="connsiteY16" fmla="*/ 655899 h 1160632"/>
                  <a:gd name="connsiteX17" fmla="*/ 2452907 w 3125857"/>
                  <a:gd name="connsiteY17" fmla="*/ 665171 h 1160632"/>
                  <a:gd name="connsiteX18" fmla="*/ 2592412 w 3125857"/>
                  <a:gd name="connsiteY18" fmla="*/ 686634 h 1160632"/>
                  <a:gd name="connsiteX19" fmla="*/ 2633713 w 3125857"/>
                  <a:gd name="connsiteY19" fmla="*/ 703295 h 1160632"/>
                  <a:gd name="connsiteX20" fmla="*/ 2658447 w 3125857"/>
                  <a:gd name="connsiteY20" fmla="*/ 750244 h 1160632"/>
                  <a:gd name="connsiteX21" fmla="*/ 2658541 w 3125857"/>
                  <a:gd name="connsiteY21" fmla="*/ 758669 h 1160632"/>
                  <a:gd name="connsiteX22" fmla="*/ 2624818 w 3125857"/>
                  <a:gd name="connsiteY22" fmla="*/ 831763 h 1160632"/>
                  <a:gd name="connsiteX23" fmla="*/ 2618605 w 3125857"/>
                  <a:gd name="connsiteY23" fmla="*/ 838306 h 1160632"/>
                  <a:gd name="connsiteX24" fmla="*/ 2602061 w 3125857"/>
                  <a:gd name="connsiteY24" fmla="*/ 848731 h 1160632"/>
                  <a:gd name="connsiteX25" fmla="*/ 2584835 w 3125857"/>
                  <a:gd name="connsiteY25" fmla="*/ 856756 h 1160632"/>
                  <a:gd name="connsiteX26" fmla="*/ 2525154 w 3125857"/>
                  <a:gd name="connsiteY26" fmla="*/ 872382 h 1160632"/>
                  <a:gd name="connsiteX27" fmla="*/ 2477240 w 3125857"/>
                  <a:gd name="connsiteY27" fmla="*/ 875865 h 1160632"/>
                  <a:gd name="connsiteX28" fmla="*/ 2406641 w 3125857"/>
                  <a:gd name="connsiteY28" fmla="*/ 870217 h 1160632"/>
                  <a:gd name="connsiteX29" fmla="*/ 2290880 w 3125857"/>
                  <a:gd name="connsiteY29" fmla="*/ 849672 h 1160632"/>
                  <a:gd name="connsiteX30" fmla="*/ 2210420 w 3125857"/>
                  <a:gd name="connsiteY30" fmla="*/ 836235 h 1160632"/>
                  <a:gd name="connsiteX31" fmla="*/ 2200324 w 3125857"/>
                  <a:gd name="connsiteY31" fmla="*/ 834846 h 1160632"/>
                  <a:gd name="connsiteX32" fmla="*/ 2190628 w 3125857"/>
                  <a:gd name="connsiteY32" fmla="*/ 833646 h 1160632"/>
                  <a:gd name="connsiteX33" fmla="*/ 2187051 w 3125857"/>
                  <a:gd name="connsiteY33" fmla="*/ 833622 h 1160632"/>
                  <a:gd name="connsiteX34" fmla="*/ 2149539 w 3125857"/>
                  <a:gd name="connsiteY34" fmla="*/ 831175 h 1160632"/>
                  <a:gd name="connsiteX35" fmla="*/ 2140714 w 3125857"/>
                  <a:gd name="connsiteY35" fmla="*/ 830328 h 1160632"/>
                  <a:gd name="connsiteX36" fmla="*/ 2137090 w 3125857"/>
                  <a:gd name="connsiteY36" fmla="*/ 830445 h 1160632"/>
                  <a:gd name="connsiteX37" fmla="*/ 2131136 w 3125857"/>
                  <a:gd name="connsiteY37" fmla="*/ 831293 h 1160632"/>
                  <a:gd name="connsiteX38" fmla="*/ 2128524 w 3125857"/>
                  <a:gd name="connsiteY38" fmla="*/ 831246 h 1160632"/>
                  <a:gd name="connsiteX39" fmla="*/ 2156999 w 3125857"/>
                  <a:gd name="connsiteY39" fmla="*/ 836258 h 1160632"/>
                  <a:gd name="connsiteX40" fmla="*/ 2296246 w 3125857"/>
                  <a:gd name="connsiteY40" fmla="*/ 869275 h 1160632"/>
                  <a:gd name="connsiteX41" fmla="*/ 2420737 w 3125857"/>
                  <a:gd name="connsiteY41" fmla="*/ 892691 h 1160632"/>
                  <a:gd name="connsiteX42" fmla="*/ 2485854 w 3125857"/>
                  <a:gd name="connsiteY42" fmla="*/ 894644 h 1160632"/>
                  <a:gd name="connsiteX43" fmla="*/ 2588270 w 3125857"/>
                  <a:gd name="connsiteY43" fmla="*/ 865440 h 1160632"/>
                  <a:gd name="connsiteX44" fmla="*/ 2609827 w 3125857"/>
                  <a:gd name="connsiteY44" fmla="*/ 848048 h 1160632"/>
                  <a:gd name="connsiteX45" fmla="*/ 2614439 w 3125857"/>
                  <a:gd name="connsiteY45" fmla="*/ 844683 h 1160632"/>
                  <a:gd name="connsiteX46" fmla="*/ 2689440 w 3125857"/>
                  <a:gd name="connsiteY46" fmla="*/ 803500 h 1160632"/>
                  <a:gd name="connsiteX47" fmla="*/ 2741708 w 3125857"/>
                  <a:gd name="connsiteY47" fmla="*/ 759822 h 1160632"/>
                  <a:gd name="connsiteX48" fmla="*/ 2799905 w 3125857"/>
                  <a:gd name="connsiteY48" fmla="*/ 689010 h 1160632"/>
                  <a:gd name="connsiteX49" fmla="*/ 2898581 w 3125857"/>
                  <a:gd name="connsiteY49" fmla="*/ 529243 h 1160632"/>
                  <a:gd name="connsiteX50" fmla="*/ 2979017 w 3125857"/>
                  <a:gd name="connsiteY50" fmla="*/ 405881 h 1160632"/>
                  <a:gd name="connsiteX51" fmla="*/ 3037168 w 3125857"/>
                  <a:gd name="connsiteY51" fmla="*/ 344130 h 1160632"/>
                  <a:gd name="connsiteX52" fmla="*/ 3040745 w 3125857"/>
                  <a:gd name="connsiteY52" fmla="*/ 338129 h 1160632"/>
                  <a:gd name="connsiteX53" fmla="*/ 3043946 w 3125857"/>
                  <a:gd name="connsiteY53" fmla="*/ 332857 h 1160632"/>
                  <a:gd name="connsiteX54" fmla="*/ 3044510 w 3125857"/>
                  <a:gd name="connsiteY54" fmla="*/ 333728 h 1160632"/>
                  <a:gd name="connsiteX55" fmla="*/ 3044299 w 3125857"/>
                  <a:gd name="connsiteY55" fmla="*/ 334293 h 1160632"/>
                  <a:gd name="connsiteX56" fmla="*/ 3048794 w 3125857"/>
                  <a:gd name="connsiteY56" fmla="*/ 337587 h 1160632"/>
                  <a:gd name="connsiteX57" fmla="*/ 3075645 w 3125857"/>
                  <a:gd name="connsiteY57" fmla="*/ 326997 h 1160632"/>
                  <a:gd name="connsiteX58" fmla="*/ 3093672 w 3125857"/>
                  <a:gd name="connsiteY58" fmla="*/ 326974 h 1160632"/>
                  <a:gd name="connsiteX59" fmla="*/ 3121794 w 3125857"/>
                  <a:gd name="connsiteY59" fmla="*/ 348319 h 1160632"/>
                  <a:gd name="connsiteX60" fmla="*/ 3125277 w 3125857"/>
                  <a:gd name="connsiteY60" fmla="*/ 362203 h 1160632"/>
                  <a:gd name="connsiteX61" fmla="*/ 3125324 w 3125857"/>
                  <a:gd name="connsiteY61" fmla="*/ 374064 h 1160632"/>
                  <a:gd name="connsiteX62" fmla="*/ 3125183 w 3125857"/>
                  <a:gd name="connsiteY62" fmla="*/ 377571 h 1160632"/>
                  <a:gd name="connsiteX63" fmla="*/ 3124171 w 3125857"/>
                  <a:gd name="connsiteY63" fmla="*/ 383736 h 1160632"/>
                  <a:gd name="connsiteX64" fmla="*/ 3107321 w 3125857"/>
                  <a:gd name="connsiteY64" fmla="*/ 443723 h 1160632"/>
                  <a:gd name="connsiteX65" fmla="*/ 3070444 w 3125857"/>
                  <a:gd name="connsiteY65" fmla="*/ 534491 h 1160632"/>
                  <a:gd name="connsiteX66" fmla="*/ 2999233 w 3125857"/>
                  <a:gd name="connsiteY66" fmla="*/ 687198 h 1160632"/>
                  <a:gd name="connsiteX67" fmla="*/ 2932116 w 3125857"/>
                  <a:gd name="connsiteY67" fmla="*/ 810936 h 1160632"/>
                  <a:gd name="connsiteX68" fmla="*/ 2891474 w 3125857"/>
                  <a:gd name="connsiteY68" fmla="*/ 861462 h 1160632"/>
                  <a:gd name="connsiteX69" fmla="*/ 2852808 w 3125857"/>
                  <a:gd name="connsiteY69" fmla="*/ 899469 h 1160632"/>
                  <a:gd name="connsiteX70" fmla="*/ 2799011 w 3125857"/>
                  <a:gd name="connsiteY70" fmla="*/ 946629 h 1160632"/>
                  <a:gd name="connsiteX71" fmla="*/ 2725752 w 3125857"/>
                  <a:gd name="connsiteY71" fmla="*/ 1005981 h 1160632"/>
                  <a:gd name="connsiteX72" fmla="*/ 2662494 w 3125857"/>
                  <a:gd name="connsiteY72" fmla="*/ 1052741 h 1160632"/>
                  <a:gd name="connsiteX73" fmla="*/ 2589942 w 3125857"/>
                  <a:gd name="connsiteY73" fmla="*/ 1100773 h 1160632"/>
                  <a:gd name="connsiteX74" fmla="*/ 2478253 w 3125857"/>
                  <a:gd name="connsiteY74" fmla="*/ 1150475 h 1160632"/>
                  <a:gd name="connsiteX75" fmla="*/ 2457896 w 3125857"/>
                  <a:gd name="connsiteY75" fmla="*/ 1155134 h 1160632"/>
                  <a:gd name="connsiteX76" fmla="*/ 2451777 w 3125857"/>
                  <a:gd name="connsiteY76" fmla="*/ 1156264 h 1160632"/>
                  <a:gd name="connsiteX77" fmla="*/ 2451189 w 3125857"/>
                  <a:gd name="connsiteY77" fmla="*/ 1156241 h 1160632"/>
                  <a:gd name="connsiteX78" fmla="*/ 2450624 w 3125857"/>
                  <a:gd name="connsiteY78" fmla="*/ 1156335 h 1160632"/>
                  <a:gd name="connsiteX79" fmla="*/ 2444459 w 3125857"/>
                  <a:gd name="connsiteY79" fmla="*/ 1157441 h 1160632"/>
                  <a:gd name="connsiteX80" fmla="*/ 2442152 w 3125857"/>
                  <a:gd name="connsiteY80" fmla="*/ 1157558 h 1160632"/>
                  <a:gd name="connsiteX81" fmla="*/ 2434763 w 3125857"/>
                  <a:gd name="connsiteY81" fmla="*/ 1158641 h 1160632"/>
                  <a:gd name="connsiteX82" fmla="*/ 2431257 w 3125857"/>
                  <a:gd name="connsiteY82" fmla="*/ 1158782 h 1160632"/>
                  <a:gd name="connsiteX83" fmla="*/ 2417866 w 3125857"/>
                  <a:gd name="connsiteY83" fmla="*/ 1159865 h 1160632"/>
                  <a:gd name="connsiteX84" fmla="*/ 2411888 w 3125857"/>
                  <a:gd name="connsiteY84" fmla="*/ 1160029 h 1160632"/>
                  <a:gd name="connsiteX85" fmla="*/ 2384143 w 3125857"/>
                  <a:gd name="connsiteY85" fmla="*/ 1159982 h 1160632"/>
                  <a:gd name="connsiteX86" fmla="*/ 2378189 w 3125857"/>
                  <a:gd name="connsiteY86" fmla="*/ 1159865 h 1160632"/>
                  <a:gd name="connsiteX87" fmla="*/ 2362398 w 3125857"/>
                  <a:gd name="connsiteY87" fmla="*/ 1158829 h 1160632"/>
                  <a:gd name="connsiteX88" fmla="*/ 2358821 w 3125857"/>
                  <a:gd name="connsiteY88" fmla="*/ 1158665 h 1160632"/>
                  <a:gd name="connsiteX89" fmla="*/ 2347855 w 3125857"/>
                  <a:gd name="connsiteY89" fmla="*/ 1157558 h 1160632"/>
                  <a:gd name="connsiteX90" fmla="*/ 2345524 w 3125857"/>
                  <a:gd name="connsiteY90" fmla="*/ 1157464 h 1160632"/>
                  <a:gd name="connsiteX91" fmla="*/ 2336982 w 3125857"/>
                  <a:gd name="connsiteY91" fmla="*/ 1156429 h 1160632"/>
                  <a:gd name="connsiteX92" fmla="*/ 2334605 w 3125857"/>
                  <a:gd name="connsiteY92" fmla="*/ 1156288 h 1160632"/>
                  <a:gd name="connsiteX93" fmla="*/ 2327310 w 3125857"/>
                  <a:gd name="connsiteY93" fmla="*/ 1155252 h 1160632"/>
                  <a:gd name="connsiteX94" fmla="*/ 2324933 w 3125857"/>
                  <a:gd name="connsiteY94" fmla="*/ 1155087 h 1160632"/>
                  <a:gd name="connsiteX95" fmla="*/ 2318838 w 3125857"/>
                  <a:gd name="connsiteY95" fmla="*/ 1154052 h 1160632"/>
                  <a:gd name="connsiteX96" fmla="*/ 2316461 w 3125857"/>
                  <a:gd name="connsiteY96" fmla="*/ 1153887 h 1160632"/>
                  <a:gd name="connsiteX97" fmla="*/ 2310343 w 3125857"/>
                  <a:gd name="connsiteY97" fmla="*/ 1152828 h 1160632"/>
                  <a:gd name="connsiteX98" fmla="*/ 2294692 w 3125857"/>
                  <a:gd name="connsiteY98" fmla="*/ 1150263 h 1160632"/>
                  <a:gd name="connsiteX99" fmla="*/ 2288527 w 3125857"/>
                  <a:gd name="connsiteY99" fmla="*/ 1149086 h 1160632"/>
                  <a:gd name="connsiteX100" fmla="*/ 2235506 w 3125857"/>
                  <a:gd name="connsiteY100" fmla="*/ 1137649 h 1160632"/>
                  <a:gd name="connsiteX101" fmla="*/ 2049758 w 3125857"/>
                  <a:gd name="connsiteY101" fmla="*/ 1080534 h 1160632"/>
                  <a:gd name="connsiteX102" fmla="*/ 1915635 w 3125857"/>
                  <a:gd name="connsiteY102" fmla="*/ 1021986 h 1160632"/>
                  <a:gd name="connsiteX103" fmla="*/ 1548396 w 3125857"/>
                  <a:gd name="connsiteY103" fmla="*/ 905652 h 1160632"/>
                  <a:gd name="connsiteX104" fmla="*/ 0 w 3125857"/>
                  <a:gd name="connsiteY104" fmla="*/ 777144 h 116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25857" h="1160632">
                    <a:moveTo>
                      <a:pt x="2116899" y="830022"/>
                    </a:moveTo>
                    <a:lnTo>
                      <a:pt x="2116852" y="830234"/>
                    </a:lnTo>
                    <a:cubicBezTo>
                      <a:pt x="2117134" y="830234"/>
                      <a:pt x="2117440" y="830257"/>
                      <a:pt x="2117722" y="830281"/>
                    </a:cubicBezTo>
                    <a:cubicBezTo>
                      <a:pt x="2117440" y="830187"/>
                      <a:pt x="2117181" y="830116"/>
                      <a:pt x="2116899" y="830022"/>
                    </a:cubicBezTo>
                    <a:close/>
                    <a:moveTo>
                      <a:pt x="2025330" y="549717"/>
                    </a:moveTo>
                    <a:cubicBezTo>
                      <a:pt x="2025330" y="549905"/>
                      <a:pt x="2025330" y="550093"/>
                      <a:pt x="2025307" y="550329"/>
                    </a:cubicBezTo>
                    <a:cubicBezTo>
                      <a:pt x="2025613" y="550211"/>
                      <a:pt x="2025895" y="550093"/>
                      <a:pt x="2026272" y="550023"/>
                    </a:cubicBezTo>
                    <a:cubicBezTo>
                      <a:pt x="2025942" y="549905"/>
                      <a:pt x="2025636" y="549834"/>
                      <a:pt x="2025330" y="549717"/>
                    </a:cubicBezTo>
                    <a:close/>
                    <a:moveTo>
                      <a:pt x="0" y="777144"/>
                    </a:moveTo>
                    <a:lnTo>
                      <a:pt x="211877" y="0"/>
                    </a:lnTo>
                    <a:cubicBezTo>
                      <a:pt x="857882" y="268194"/>
                      <a:pt x="1470477" y="491616"/>
                      <a:pt x="1578848" y="495994"/>
                    </a:cubicBezTo>
                    <a:cubicBezTo>
                      <a:pt x="1691323" y="489353"/>
                      <a:pt x="1816718" y="473777"/>
                      <a:pt x="1898192" y="484696"/>
                    </a:cubicBezTo>
                    <a:cubicBezTo>
                      <a:pt x="1979666" y="495615"/>
                      <a:pt x="2032597" y="545877"/>
                      <a:pt x="2067691" y="561507"/>
                    </a:cubicBezTo>
                    <a:cubicBezTo>
                      <a:pt x="2102785" y="577137"/>
                      <a:pt x="2095068" y="572818"/>
                      <a:pt x="2108756" y="578474"/>
                    </a:cubicBezTo>
                    <a:cubicBezTo>
                      <a:pt x="2110191" y="579110"/>
                      <a:pt x="2141797" y="591630"/>
                      <a:pt x="2154105" y="596336"/>
                    </a:cubicBezTo>
                    <a:cubicBezTo>
                      <a:pt x="2156011" y="597066"/>
                      <a:pt x="2224257" y="620811"/>
                      <a:pt x="2233271" y="623493"/>
                    </a:cubicBezTo>
                    <a:cubicBezTo>
                      <a:pt x="2278101" y="636814"/>
                      <a:pt x="2323262" y="648674"/>
                      <a:pt x="2369529" y="655899"/>
                    </a:cubicBezTo>
                    <a:cubicBezTo>
                      <a:pt x="2397180" y="660229"/>
                      <a:pt x="2425044" y="662629"/>
                      <a:pt x="2452907" y="665171"/>
                    </a:cubicBezTo>
                    <a:cubicBezTo>
                      <a:pt x="2499832" y="669454"/>
                      <a:pt x="2546711" y="674396"/>
                      <a:pt x="2592412" y="686634"/>
                    </a:cubicBezTo>
                    <a:cubicBezTo>
                      <a:pt x="2606815" y="690493"/>
                      <a:pt x="2621217" y="694776"/>
                      <a:pt x="2633713" y="703295"/>
                    </a:cubicBezTo>
                    <a:cubicBezTo>
                      <a:pt x="2655764" y="718309"/>
                      <a:pt x="2657035" y="734265"/>
                      <a:pt x="2658447" y="750244"/>
                    </a:cubicBezTo>
                    <a:cubicBezTo>
                      <a:pt x="2658682" y="753044"/>
                      <a:pt x="2658518" y="755868"/>
                      <a:pt x="2658541" y="758669"/>
                    </a:cubicBezTo>
                    <a:cubicBezTo>
                      <a:pt x="2655646" y="786885"/>
                      <a:pt x="2645833" y="811901"/>
                      <a:pt x="2624818" y="831763"/>
                    </a:cubicBezTo>
                    <a:cubicBezTo>
                      <a:pt x="2622629" y="833834"/>
                      <a:pt x="2620676" y="836117"/>
                      <a:pt x="2618605" y="838306"/>
                    </a:cubicBezTo>
                    <a:cubicBezTo>
                      <a:pt x="2613075" y="841765"/>
                      <a:pt x="2607497" y="845130"/>
                      <a:pt x="2602061" y="848731"/>
                    </a:cubicBezTo>
                    <a:cubicBezTo>
                      <a:pt x="2596719" y="852285"/>
                      <a:pt x="2590812" y="854567"/>
                      <a:pt x="2584835" y="856756"/>
                    </a:cubicBezTo>
                    <a:cubicBezTo>
                      <a:pt x="2565773" y="865134"/>
                      <a:pt x="2545699" y="869605"/>
                      <a:pt x="2525154" y="872382"/>
                    </a:cubicBezTo>
                    <a:cubicBezTo>
                      <a:pt x="2509246" y="874523"/>
                      <a:pt x="2493290" y="876312"/>
                      <a:pt x="2477240" y="875865"/>
                    </a:cubicBezTo>
                    <a:cubicBezTo>
                      <a:pt x="2453637" y="875206"/>
                      <a:pt x="2430127" y="873276"/>
                      <a:pt x="2406641" y="870217"/>
                    </a:cubicBezTo>
                    <a:cubicBezTo>
                      <a:pt x="2367716" y="865110"/>
                      <a:pt x="2329380" y="857038"/>
                      <a:pt x="2290880" y="849672"/>
                    </a:cubicBezTo>
                    <a:cubicBezTo>
                      <a:pt x="2264170" y="844566"/>
                      <a:pt x="2237271" y="840565"/>
                      <a:pt x="2210420" y="836235"/>
                    </a:cubicBezTo>
                    <a:cubicBezTo>
                      <a:pt x="2207078" y="835693"/>
                      <a:pt x="2203619" y="835929"/>
                      <a:pt x="2200324" y="834846"/>
                    </a:cubicBezTo>
                    <a:cubicBezTo>
                      <a:pt x="2197100" y="834352"/>
                      <a:pt x="2193617" y="835976"/>
                      <a:pt x="2190628" y="833646"/>
                    </a:cubicBezTo>
                    <a:cubicBezTo>
                      <a:pt x="2189452" y="832516"/>
                      <a:pt x="2188252" y="832916"/>
                      <a:pt x="2187051" y="833622"/>
                    </a:cubicBezTo>
                    <a:cubicBezTo>
                      <a:pt x="2174485" y="833834"/>
                      <a:pt x="2162129" y="830775"/>
                      <a:pt x="2149539" y="831175"/>
                    </a:cubicBezTo>
                    <a:cubicBezTo>
                      <a:pt x="2146739" y="829740"/>
                      <a:pt x="2143585" y="831222"/>
                      <a:pt x="2140714" y="830328"/>
                    </a:cubicBezTo>
                    <a:cubicBezTo>
                      <a:pt x="2139678" y="830375"/>
                      <a:pt x="2138478" y="830398"/>
                      <a:pt x="2137090" y="830445"/>
                    </a:cubicBezTo>
                    <a:cubicBezTo>
                      <a:pt x="2135066" y="830516"/>
                      <a:pt x="2133089" y="830775"/>
                      <a:pt x="2131136" y="831293"/>
                    </a:cubicBezTo>
                    <a:cubicBezTo>
                      <a:pt x="2130265" y="831246"/>
                      <a:pt x="2129395" y="831246"/>
                      <a:pt x="2128524" y="831246"/>
                    </a:cubicBezTo>
                    <a:cubicBezTo>
                      <a:pt x="2137773" y="832517"/>
                      <a:pt x="2147351" y="834611"/>
                      <a:pt x="2156999" y="836258"/>
                    </a:cubicBezTo>
                    <a:cubicBezTo>
                      <a:pt x="2204113" y="844306"/>
                      <a:pt x="2250121" y="857062"/>
                      <a:pt x="2296246" y="869275"/>
                    </a:cubicBezTo>
                    <a:cubicBezTo>
                      <a:pt x="2337170" y="880124"/>
                      <a:pt x="2378494" y="888667"/>
                      <a:pt x="2420737" y="892691"/>
                    </a:cubicBezTo>
                    <a:cubicBezTo>
                      <a:pt x="2442458" y="894762"/>
                      <a:pt x="2464156" y="895562"/>
                      <a:pt x="2485854" y="894644"/>
                    </a:cubicBezTo>
                    <a:cubicBezTo>
                      <a:pt x="2522212" y="893115"/>
                      <a:pt x="2556548" y="883584"/>
                      <a:pt x="2588270" y="865440"/>
                    </a:cubicBezTo>
                    <a:cubicBezTo>
                      <a:pt x="2596366" y="860827"/>
                      <a:pt x="2603450" y="854826"/>
                      <a:pt x="2609827" y="848048"/>
                    </a:cubicBezTo>
                    <a:cubicBezTo>
                      <a:pt x="2611192" y="846707"/>
                      <a:pt x="2612698" y="845507"/>
                      <a:pt x="2614439" y="844683"/>
                    </a:cubicBezTo>
                    <a:cubicBezTo>
                      <a:pt x="2640985" y="833764"/>
                      <a:pt x="2665836" y="819785"/>
                      <a:pt x="2689440" y="803500"/>
                    </a:cubicBezTo>
                    <a:cubicBezTo>
                      <a:pt x="2708196" y="790557"/>
                      <a:pt x="2725611" y="775942"/>
                      <a:pt x="2741708" y="759822"/>
                    </a:cubicBezTo>
                    <a:cubicBezTo>
                      <a:pt x="2763382" y="738101"/>
                      <a:pt x="2782374" y="714120"/>
                      <a:pt x="2799905" y="689010"/>
                    </a:cubicBezTo>
                    <a:cubicBezTo>
                      <a:pt x="2835770" y="637590"/>
                      <a:pt x="2866458" y="582969"/>
                      <a:pt x="2898581" y="529243"/>
                    </a:cubicBezTo>
                    <a:cubicBezTo>
                      <a:pt x="2923785" y="487071"/>
                      <a:pt x="2949013" y="444923"/>
                      <a:pt x="2979017" y="405881"/>
                    </a:cubicBezTo>
                    <a:cubicBezTo>
                      <a:pt x="2996315" y="383360"/>
                      <a:pt x="3014176" y="361332"/>
                      <a:pt x="3037168" y="344130"/>
                    </a:cubicBezTo>
                    <a:cubicBezTo>
                      <a:pt x="3039239" y="342576"/>
                      <a:pt x="3040345" y="340694"/>
                      <a:pt x="3040745" y="338129"/>
                    </a:cubicBezTo>
                    <a:cubicBezTo>
                      <a:pt x="3041051" y="336034"/>
                      <a:pt x="3041216" y="333610"/>
                      <a:pt x="3043946" y="332857"/>
                    </a:cubicBezTo>
                    <a:cubicBezTo>
                      <a:pt x="3044346" y="333093"/>
                      <a:pt x="3044534" y="333375"/>
                      <a:pt x="3044510" y="333728"/>
                    </a:cubicBezTo>
                    <a:cubicBezTo>
                      <a:pt x="3044487" y="334105"/>
                      <a:pt x="3044417" y="334293"/>
                      <a:pt x="3044299" y="334293"/>
                    </a:cubicBezTo>
                    <a:cubicBezTo>
                      <a:pt x="3043546" y="338482"/>
                      <a:pt x="3044605" y="340129"/>
                      <a:pt x="3048794" y="337587"/>
                    </a:cubicBezTo>
                    <a:cubicBezTo>
                      <a:pt x="3057148" y="332528"/>
                      <a:pt x="3066138" y="329139"/>
                      <a:pt x="3075645" y="326997"/>
                    </a:cubicBezTo>
                    <a:cubicBezTo>
                      <a:pt x="3081646" y="326197"/>
                      <a:pt x="3087647" y="326244"/>
                      <a:pt x="3093672" y="326974"/>
                    </a:cubicBezTo>
                    <a:cubicBezTo>
                      <a:pt x="3105697" y="330598"/>
                      <a:pt x="3116452" y="335799"/>
                      <a:pt x="3121794" y="348319"/>
                    </a:cubicBezTo>
                    <a:cubicBezTo>
                      <a:pt x="3123700" y="352790"/>
                      <a:pt x="3124006" y="357591"/>
                      <a:pt x="3125277" y="362203"/>
                    </a:cubicBezTo>
                    <a:cubicBezTo>
                      <a:pt x="3126006" y="366204"/>
                      <a:pt x="3126077" y="370205"/>
                      <a:pt x="3125324" y="374064"/>
                    </a:cubicBezTo>
                    <a:cubicBezTo>
                      <a:pt x="3125277" y="375241"/>
                      <a:pt x="3125230" y="376394"/>
                      <a:pt x="3125183" y="377571"/>
                    </a:cubicBezTo>
                    <a:cubicBezTo>
                      <a:pt x="3123912" y="379477"/>
                      <a:pt x="3125300" y="381807"/>
                      <a:pt x="3124171" y="383736"/>
                    </a:cubicBezTo>
                    <a:cubicBezTo>
                      <a:pt x="3120053" y="404163"/>
                      <a:pt x="3114452" y="424143"/>
                      <a:pt x="3107321" y="443723"/>
                    </a:cubicBezTo>
                    <a:cubicBezTo>
                      <a:pt x="3096143" y="474433"/>
                      <a:pt x="3083529" y="504556"/>
                      <a:pt x="3070444" y="534491"/>
                    </a:cubicBezTo>
                    <a:cubicBezTo>
                      <a:pt x="3047947" y="585982"/>
                      <a:pt x="3023966" y="636766"/>
                      <a:pt x="2999233" y="687198"/>
                    </a:cubicBezTo>
                    <a:cubicBezTo>
                      <a:pt x="2978571" y="729346"/>
                      <a:pt x="2958308" y="771777"/>
                      <a:pt x="2932116" y="810936"/>
                    </a:cubicBezTo>
                    <a:cubicBezTo>
                      <a:pt x="2920043" y="828939"/>
                      <a:pt x="2906041" y="845389"/>
                      <a:pt x="2891474" y="861462"/>
                    </a:cubicBezTo>
                    <a:cubicBezTo>
                      <a:pt x="2879283" y="874900"/>
                      <a:pt x="2865963" y="887113"/>
                      <a:pt x="2852808" y="899469"/>
                    </a:cubicBezTo>
                    <a:cubicBezTo>
                      <a:pt x="2835417" y="915777"/>
                      <a:pt x="2817132" y="931121"/>
                      <a:pt x="2799011" y="946629"/>
                    </a:cubicBezTo>
                    <a:cubicBezTo>
                      <a:pt x="2775125" y="967080"/>
                      <a:pt x="2750509" y="986612"/>
                      <a:pt x="2725752" y="1005981"/>
                    </a:cubicBezTo>
                    <a:cubicBezTo>
                      <a:pt x="2705113" y="1022148"/>
                      <a:pt x="2683651" y="1037256"/>
                      <a:pt x="2662494" y="1052741"/>
                    </a:cubicBezTo>
                    <a:cubicBezTo>
                      <a:pt x="2639056" y="1069873"/>
                      <a:pt x="2614863" y="1085923"/>
                      <a:pt x="2589942" y="1100773"/>
                    </a:cubicBezTo>
                    <a:cubicBezTo>
                      <a:pt x="2554712" y="1121764"/>
                      <a:pt x="2518282" y="1140144"/>
                      <a:pt x="2478253" y="1150475"/>
                    </a:cubicBezTo>
                    <a:cubicBezTo>
                      <a:pt x="2471498" y="1152216"/>
                      <a:pt x="2464720" y="1153723"/>
                      <a:pt x="2457896" y="1155134"/>
                    </a:cubicBezTo>
                    <a:cubicBezTo>
                      <a:pt x="2456037" y="1156476"/>
                      <a:pt x="2453637" y="1154876"/>
                      <a:pt x="2451777" y="1156264"/>
                    </a:cubicBezTo>
                    <a:lnTo>
                      <a:pt x="2451189" y="1156241"/>
                    </a:lnTo>
                    <a:lnTo>
                      <a:pt x="2450624" y="1156335"/>
                    </a:lnTo>
                    <a:cubicBezTo>
                      <a:pt x="2448741" y="1157653"/>
                      <a:pt x="2446341" y="1156123"/>
                      <a:pt x="2444459" y="1157441"/>
                    </a:cubicBezTo>
                    <a:lnTo>
                      <a:pt x="2442152" y="1157558"/>
                    </a:lnTo>
                    <a:cubicBezTo>
                      <a:pt x="2439822" y="1158900"/>
                      <a:pt x="2437069" y="1157276"/>
                      <a:pt x="2434763" y="1158641"/>
                    </a:cubicBezTo>
                    <a:lnTo>
                      <a:pt x="2431257" y="1158782"/>
                    </a:lnTo>
                    <a:cubicBezTo>
                      <a:pt x="2426879" y="1160218"/>
                      <a:pt x="2422243" y="1158335"/>
                      <a:pt x="2417866" y="1159865"/>
                    </a:cubicBezTo>
                    <a:lnTo>
                      <a:pt x="2411888" y="1160029"/>
                    </a:lnTo>
                    <a:cubicBezTo>
                      <a:pt x="2402640" y="1160806"/>
                      <a:pt x="2393391" y="1160877"/>
                      <a:pt x="2384143" y="1159982"/>
                    </a:cubicBezTo>
                    <a:lnTo>
                      <a:pt x="2378189" y="1159865"/>
                    </a:lnTo>
                    <a:cubicBezTo>
                      <a:pt x="2373012" y="1158335"/>
                      <a:pt x="2367599" y="1160194"/>
                      <a:pt x="2362398" y="1158829"/>
                    </a:cubicBezTo>
                    <a:lnTo>
                      <a:pt x="2358821" y="1158665"/>
                    </a:lnTo>
                    <a:cubicBezTo>
                      <a:pt x="2355290" y="1157158"/>
                      <a:pt x="2351408" y="1158994"/>
                      <a:pt x="2347855" y="1157558"/>
                    </a:cubicBezTo>
                    <a:cubicBezTo>
                      <a:pt x="2347078" y="1157535"/>
                      <a:pt x="2346301" y="1157488"/>
                      <a:pt x="2345524" y="1157464"/>
                    </a:cubicBezTo>
                    <a:cubicBezTo>
                      <a:pt x="2342795" y="1156029"/>
                      <a:pt x="2339712" y="1157723"/>
                      <a:pt x="2336982" y="1156429"/>
                    </a:cubicBezTo>
                    <a:lnTo>
                      <a:pt x="2334605" y="1156288"/>
                    </a:lnTo>
                    <a:cubicBezTo>
                      <a:pt x="2332323" y="1154876"/>
                      <a:pt x="2329616" y="1156476"/>
                      <a:pt x="2327310" y="1155252"/>
                    </a:cubicBezTo>
                    <a:cubicBezTo>
                      <a:pt x="2326510" y="1155205"/>
                      <a:pt x="2325733" y="1155135"/>
                      <a:pt x="2324933" y="1155087"/>
                    </a:cubicBezTo>
                    <a:cubicBezTo>
                      <a:pt x="2323074" y="1153769"/>
                      <a:pt x="2320721" y="1155205"/>
                      <a:pt x="2318838" y="1154052"/>
                    </a:cubicBezTo>
                    <a:cubicBezTo>
                      <a:pt x="2318038" y="1154005"/>
                      <a:pt x="2317261" y="1153934"/>
                      <a:pt x="2316461" y="1153887"/>
                    </a:cubicBezTo>
                    <a:cubicBezTo>
                      <a:pt x="2314578" y="1152546"/>
                      <a:pt x="2312225" y="1154052"/>
                      <a:pt x="2310343" y="1152828"/>
                    </a:cubicBezTo>
                    <a:cubicBezTo>
                      <a:pt x="2305047" y="1152428"/>
                      <a:pt x="2299752" y="1152075"/>
                      <a:pt x="2294692" y="1150263"/>
                    </a:cubicBezTo>
                    <a:cubicBezTo>
                      <a:pt x="2292833" y="1148875"/>
                      <a:pt x="2290386" y="1150522"/>
                      <a:pt x="2288527" y="1149086"/>
                    </a:cubicBezTo>
                    <a:cubicBezTo>
                      <a:pt x="2270618" y="1146380"/>
                      <a:pt x="2253039" y="1142097"/>
                      <a:pt x="2235506" y="1137649"/>
                    </a:cubicBezTo>
                    <a:cubicBezTo>
                      <a:pt x="2172649" y="1121717"/>
                      <a:pt x="2103070" y="1099811"/>
                      <a:pt x="2049758" y="1080534"/>
                    </a:cubicBezTo>
                    <a:cubicBezTo>
                      <a:pt x="1996446" y="1061257"/>
                      <a:pt x="1999195" y="1051133"/>
                      <a:pt x="1915635" y="1021986"/>
                    </a:cubicBezTo>
                    <a:cubicBezTo>
                      <a:pt x="1832075" y="992839"/>
                      <a:pt x="1788632" y="942446"/>
                      <a:pt x="1548396" y="905652"/>
                    </a:cubicBezTo>
                    <a:lnTo>
                      <a:pt x="0" y="777144"/>
                    </a:lnTo>
                    <a:close/>
                  </a:path>
                </a:pathLst>
              </a:custGeom>
              <a:solidFill>
                <a:srgbClr val="F9C9A9"/>
              </a:solidFill>
              <a:ln w="8182" cap="flat">
                <a:noFill/>
                <a:prstDash val="solid"/>
                <a:miter/>
              </a:ln>
            </p:spPr>
            <p:txBody>
              <a:bodyPr wrap="square" rtlCol="0" anchor="ctr">
                <a:noAutofit/>
              </a:bodyPr>
              <a:lstStyle/>
              <a:p>
                <a:endParaRPr lang="en-US" dirty="0"/>
              </a:p>
            </p:txBody>
          </p:sp>
          <p:sp>
            <p:nvSpPr>
              <p:cNvPr id="6" name="Freeform: Shape 5">
                <a:extLst>
                  <a:ext uri="{FF2B5EF4-FFF2-40B4-BE49-F238E27FC236}">
                    <a16:creationId xmlns:a16="http://schemas.microsoft.com/office/drawing/2014/main" id="{1E09CB38-9F5D-4F9F-8A4A-61EDAB202FEF}"/>
                  </a:ext>
                </a:extLst>
              </p:cNvPr>
              <p:cNvSpPr/>
              <p:nvPr/>
            </p:nvSpPr>
            <p:spPr>
              <a:xfrm rot="4500000">
                <a:off x="1244965" y="4542529"/>
                <a:ext cx="938822" cy="124439"/>
              </a:xfrm>
              <a:custGeom>
                <a:avLst/>
                <a:gdLst>
                  <a:gd name="connsiteX0" fmla="*/ 12930 w 1745843"/>
                  <a:gd name="connsiteY0" fmla="*/ 20 h 231410"/>
                  <a:gd name="connsiteX1" fmla="*/ 304518 w 1745843"/>
                  <a:gd name="connsiteY1" fmla="*/ 11641 h 231410"/>
                  <a:gd name="connsiteX2" fmla="*/ 959956 w 1745843"/>
                  <a:gd name="connsiteY2" fmla="*/ 125478 h 231410"/>
                  <a:gd name="connsiteX3" fmla="*/ 1207516 w 1745843"/>
                  <a:gd name="connsiteY3" fmla="*/ 154612 h 231410"/>
                  <a:gd name="connsiteX4" fmla="*/ 1581923 w 1745843"/>
                  <a:gd name="connsiteY4" fmla="*/ 115739 h 231410"/>
                  <a:gd name="connsiteX5" fmla="*/ 1729804 w 1745843"/>
                  <a:gd name="connsiteY5" fmla="*/ 47323 h 231410"/>
                  <a:gd name="connsiteX6" fmla="*/ 1745844 w 1745843"/>
                  <a:gd name="connsiteY6" fmla="*/ 49860 h 231410"/>
                  <a:gd name="connsiteX7" fmla="*/ 1647066 w 1745843"/>
                  <a:gd name="connsiteY7" fmla="*/ 132843 h 231410"/>
                  <a:gd name="connsiteX8" fmla="*/ 1440262 w 1745843"/>
                  <a:gd name="connsiteY8" fmla="*/ 211325 h 231410"/>
                  <a:gd name="connsiteX9" fmla="*/ 1272822 w 1745843"/>
                  <a:gd name="connsiteY9" fmla="*/ 231294 h 231410"/>
                  <a:gd name="connsiteX10" fmla="*/ 1092697 w 1745843"/>
                  <a:gd name="connsiteY10" fmla="*/ 226956 h 231410"/>
                  <a:gd name="connsiteX11" fmla="*/ 802419 w 1745843"/>
                  <a:gd name="connsiteY11" fmla="*/ 182764 h 231410"/>
                  <a:gd name="connsiteX12" fmla="*/ 338563 w 1745843"/>
                  <a:gd name="connsiteY12" fmla="*/ 66063 h 231410"/>
                  <a:gd name="connsiteX13" fmla="*/ 0 w 1745843"/>
                  <a:gd name="connsiteY13" fmla="*/ 3785 h 231410"/>
                  <a:gd name="connsiteX14" fmla="*/ 12930 w 1745843"/>
                  <a:gd name="connsiteY14" fmla="*/ 20 h 23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5843" h="231410">
                    <a:moveTo>
                      <a:pt x="12930" y="20"/>
                    </a:moveTo>
                    <a:cubicBezTo>
                      <a:pt x="29707" y="20"/>
                      <a:pt x="292733" y="10086"/>
                      <a:pt x="304518" y="11641"/>
                    </a:cubicBezTo>
                    <a:cubicBezTo>
                      <a:pt x="525152" y="37502"/>
                      <a:pt x="740713" y="92252"/>
                      <a:pt x="959956" y="125478"/>
                    </a:cubicBezTo>
                    <a:cubicBezTo>
                      <a:pt x="1041548" y="137835"/>
                      <a:pt x="1124941" y="149865"/>
                      <a:pt x="1207516" y="154612"/>
                    </a:cubicBezTo>
                    <a:cubicBezTo>
                      <a:pt x="1333954" y="161814"/>
                      <a:pt x="1460394" y="150111"/>
                      <a:pt x="1581923" y="115739"/>
                    </a:cubicBezTo>
                    <a:cubicBezTo>
                      <a:pt x="1597636" y="111320"/>
                      <a:pt x="1683893" y="75720"/>
                      <a:pt x="1729804" y="47323"/>
                    </a:cubicBezTo>
                    <a:cubicBezTo>
                      <a:pt x="1737415" y="50678"/>
                      <a:pt x="1743225" y="49778"/>
                      <a:pt x="1745844" y="49860"/>
                    </a:cubicBezTo>
                    <a:cubicBezTo>
                      <a:pt x="1726039" y="82431"/>
                      <a:pt x="1679637" y="115002"/>
                      <a:pt x="1647066" y="132843"/>
                    </a:cubicBezTo>
                    <a:cubicBezTo>
                      <a:pt x="1581841" y="168606"/>
                      <a:pt x="1513179" y="195858"/>
                      <a:pt x="1440262" y="211325"/>
                    </a:cubicBezTo>
                    <a:cubicBezTo>
                      <a:pt x="1385103" y="223028"/>
                      <a:pt x="1329453" y="231539"/>
                      <a:pt x="1272822" y="231294"/>
                    </a:cubicBezTo>
                    <a:cubicBezTo>
                      <a:pt x="1212753" y="231048"/>
                      <a:pt x="1152602" y="233013"/>
                      <a:pt x="1092697" y="226956"/>
                    </a:cubicBezTo>
                    <a:cubicBezTo>
                      <a:pt x="995229" y="217054"/>
                      <a:pt x="898332" y="203305"/>
                      <a:pt x="802419" y="182764"/>
                    </a:cubicBezTo>
                    <a:cubicBezTo>
                      <a:pt x="646436" y="149374"/>
                      <a:pt x="493972" y="101745"/>
                      <a:pt x="338563" y="66063"/>
                    </a:cubicBezTo>
                    <a:cubicBezTo>
                      <a:pt x="237657" y="42903"/>
                      <a:pt x="11703" y="3785"/>
                      <a:pt x="0" y="3785"/>
                    </a:cubicBezTo>
                    <a:cubicBezTo>
                      <a:pt x="3437" y="-2517"/>
                      <a:pt x="8838" y="1248"/>
                      <a:pt x="12930" y="20"/>
                    </a:cubicBezTo>
                    <a:close/>
                  </a:path>
                </a:pathLst>
              </a:custGeom>
              <a:solidFill>
                <a:srgbClr val="DAB299"/>
              </a:solidFill>
              <a:ln w="8182"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F478681-68F2-4ACC-B784-8109DD7DC7F9}"/>
                  </a:ext>
                </a:extLst>
              </p:cNvPr>
              <p:cNvSpPr/>
              <p:nvPr/>
            </p:nvSpPr>
            <p:spPr>
              <a:xfrm rot="4500000">
                <a:off x="1805130" y="4741609"/>
                <a:ext cx="345626" cy="292667"/>
              </a:xfrm>
              <a:custGeom>
                <a:avLst/>
                <a:gdLst>
                  <a:gd name="connsiteX0" fmla="*/ 642220 w 642730"/>
                  <a:gd name="connsiteY0" fmla="*/ 230627 h 544248"/>
                  <a:gd name="connsiteX1" fmla="*/ 573313 w 642730"/>
                  <a:gd name="connsiteY1" fmla="*/ 400686 h 544248"/>
                  <a:gd name="connsiteX2" fmla="*/ 303658 w 642730"/>
                  <a:gd name="connsiteY2" fmla="*/ 536864 h 544248"/>
                  <a:gd name="connsiteX3" fmla="*/ 132617 w 642730"/>
                  <a:gd name="connsiteY3" fmla="*/ 528762 h 544248"/>
                  <a:gd name="connsiteX4" fmla="*/ 41204 w 642730"/>
                  <a:gd name="connsiteY4" fmla="*/ 439886 h 544248"/>
                  <a:gd name="connsiteX5" fmla="*/ 1513 w 642730"/>
                  <a:gd name="connsiteY5" fmla="*/ 258861 h 544248"/>
                  <a:gd name="connsiteX6" fmla="*/ 24755 w 642730"/>
                  <a:gd name="connsiteY6" fmla="*/ 48293 h 544248"/>
                  <a:gd name="connsiteX7" fmla="*/ 87279 w 642730"/>
                  <a:gd name="connsiteY7" fmla="*/ 6392 h 544248"/>
                  <a:gd name="connsiteX8" fmla="*/ 225093 w 642730"/>
                  <a:gd name="connsiteY8" fmla="*/ 8 h 544248"/>
                  <a:gd name="connsiteX9" fmla="*/ 494503 w 642730"/>
                  <a:gd name="connsiteY9" fmla="*/ 50666 h 544248"/>
                  <a:gd name="connsiteX10" fmla="*/ 581333 w 642730"/>
                  <a:gd name="connsiteY10" fmla="*/ 100424 h 544248"/>
                  <a:gd name="connsiteX11" fmla="*/ 642220 w 642730"/>
                  <a:gd name="connsiteY11" fmla="*/ 230627 h 54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730" h="544248">
                    <a:moveTo>
                      <a:pt x="642220" y="230627"/>
                    </a:moveTo>
                    <a:cubicBezTo>
                      <a:pt x="643939" y="301744"/>
                      <a:pt x="614477" y="354448"/>
                      <a:pt x="573313" y="400686"/>
                    </a:cubicBezTo>
                    <a:cubicBezTo>
                      <a:pt x="501705" y="481214"/>
                      <a:pt x="406773" y="517468"/>
                      <a:pt x="303658" y="536864"/>
                    </a:cubicBezTo>
                    <a:cubicBezTo>
                      <a:pt x="245962" y="547748"/>
                      <a:pt x="188921" y="547830"/>
                      <a:pt x="132617" y="528762"/>
                    </a:cubicBezTo>
                    <a:cubicBezTo>
                      <a:pt x="87934" y="513622"/>
                      <a:pt x="56917" y="483915"/>
                      <a:pt x="41204" y="439886"/>
                    </a:cubicBezTo>
                    <a:cubicBezTo>
                      <a:pt x="20336" y="381291"/>
                      <a:pt x="7078" y="321303"/>
                      <a:pt x="1513" y="258861"/>
                    </a:cubicBezTo>
                    <a:cubicBezTo>
                      <a:pt x="-4871" y="186516"/>
                      <a:pt x="10106" y="117609"/>
                      <a:pt x="24755" y="48293"/>
                    </a:cubicBezTo>
                    <a:cubicBezTo>
                      <a:pt x="31547" y="15885"/>
                      <a:pt x="43823" y="10484"/>
                      <a:pt x="87279" y="6392"/>
                    </a:cubicBezTo>
                    <a:cubicBezTo>
                      <a:pt x="133190" y="2054"/>
                      <a:pt x="179428" y="-155"/>
                      <a:pt x="225093" y="8"/>
                    </a:cubicBezTo>
                    <a:cubicBezTo>
                      <a:pt x="317406" y="254"/>
                      <a:pt x="408165" y="14903"/>
                      <a:pt x="494503" y="50666"/>
                    </a:cubicBezTo>
                    <a:cubicBezTo>
                      <a:pt x="525683" y="63597"/>
                      <a:pt x="556045" y="78163"/>
                      <a:pt x="581333" y="100424"/>
                    </a:cubicBezTo>
                    <a:cubicBezTo>
                      <a:pt x="622006" y="136268"/>
                      <a:pt x="646639" y="180215"/>
                      <a:pt x="642220" y="230627"/>
                    </a:cubicBezTo>
                    <a:close/>
                  </a:path>
                </a:pathLst>
              </a:custGeom>
              <a:solidFill>
                <a:srgbClr val="FEE5D5"/>
              </a:solidFill>
              <a:ln w="8182" cap="flat">
                <a:noFill/>
                <a:prstDash val="solid"/>
                <a:miter/>
              </a:ln>
            </p:spPr>
            <p:txBody>
              <a:bodyPr rtlCol="0" anchor="ctr"/>
              <a:lstStyle/>
              <a:p>
                <a:endParaRPr lang="en-US"/>
              </a:p>
            </p:txBody>
          </p:sp>
        </p:grpSp>
        <p:grpSp>
          <p:nvGrpSpPr>
            <p:cNvPr id="35" name="Group 34">
              <a:extLst>
                <a:ext uri="{FF2B5EF4-FFF2-40B4-BE49-F238E27FC236}">
                  <a16:creationId xmlns:a16="http://schemas.microsoft.com/office/drawing/2014/main" id="{E0773D14-70F0-46A2-B444-948780A64B95}"/>
                </a:ext>
              </a:extLst>
            </p:cNvPr>
            <p:cNvGrpSpPr/>
            <p:nvPr/>
          </p:nvGrpSpPr>
          <p:grpSpPr>
            <a:xfrm>
              <a:off x="4116768" y="347411"/>
              <a:ext cx="2170413" cy="5824043"/>
              <a:chOff x="4067072" y="118811"/>
              <a:chExt cx="2170413" cy="5824043"/>
            </a:xfrm>
          </p:grpSpPr>
          <p:sp>
            <p:nvSpPr>
              <p:cNvPr id="28" name="Freeform: Shape 27">
                <a:extLst>
                  <a:ext uri="{FF2B5EF4-FFF2-40B4-BE49-F238E27FC236}">
                    <a16:creationId xmlns:a16="http://schemas.microsoft.com/office/drawing/2014/main" id="{D5F04675-C2B3-435A-92FF-75C1175ECA91}"/>
                  </a:ext>
                </a:extLst>
              </p:cNvPr>
              <p:cNvSpPr/>
              <p:nvPr/>
            </p:nvSpPr>
            <p:spPr>
              <a:xfrm rot="17100000" flipH="1">
                <a:off x="2240257" y="1945626"/>
                <a:ext cx="5824043" cy="2170413"/>
              </a:xfrm>
              <a:custGeom>
                <a:avLst/>
                <a:gdLst>
                  <a:gd name="connsiteX0" fmla="*/ 587732 w 1596690"/>
                  <a:gd name="connsiteY0" fmla="*/ 503610 h 834220"/>
                  <a:gd name="connsiteX1" fmla="*/ 587685 w 1596690"/>
                  <a:gd name="connsiteY1" fmla="*/ 503822 h 834220"/>
                  <a:gd name="connsiteX2" fmla="*/ 588555 w 1596690"/>
                  <a:gd name="connsiteY2" fmla="*/ 503869 h 834220"/>
                  <a:gd name="connsiteX3" fmla="*/ 587732 w 1596690"/>
                  <a:gd name="connsiteY3" fmla="*/ 503610 h 834220"/>
                  <a:gd name="connsiteX4" fmla="*/ 496163 w 1596690"/>
                  <a:gd name="connsiteY4" fmla="*/ 223305 h 834220"/>
                  <a:gd name="connsiteX5" fmla="*/ 496140 w 1596690"/>
                  <a:gd name="connsiteY5" fmla="*/ 223917 h 834220"/>
                  <a:gd name="connsiteX6" fmla="*/ 497105 w 1596690"/>
                  <a:gd name="connsiteY6" fmla="*/ 223611 h 834220"/>
                  <a:gd name="connsiteX7" fmla="*/ 496163 w 1596690"/>
                  <a:gd name="connsiteY7" fmla="*/ 223305 h 834220"/>
                  <a:gd name="connsiteX8" fmla="*/ 0 w 1596690"/>
                  <a:gd name="connsiteY8" fmla="*/ 692276 h 834220"/>
                  <a:gd name="connsiteX9" fmla="*/ 159446 w 1596690"/>
                  <a:gd name="connsiteY9" fmla="*/ 97215 h 834220"/>
                  <a:gd name="connsiteX10" fmla="*/ 214023 w 1596690"/>
                  <a:gd name="connsiteY10" fmla="*/ 107521 h 834220"/>
                  <a:gd name="connsiteX11" fmla="*/ 334631 w 1596690"/>
                  <a:gd name="connsiteY11" fmla="*/ 147292 h 834220"/>
                  <a:gd name="connsiteX12" fmla="*/ 337502 w 1596690"/>
                  <a:gd name="connsiteY12" fmla="*/ 148092 h 834220"/>
                  <a:gd name="connsiteX13" fmla="*/ 385274 w 1596690"/>
                  <a:gd name="connsiteY13" fmla="*/ 169013 h 834220"/>
                  <a:gd name="connsiteX14" fmla="*/ 538524 w 1596690"/>
                  <a:gd name="connsiteY14" fmla="*/ 235095 h 834220"/>
                  <a:gd name="connsiteX15" fmla="*/ 579589 w 1596690"/>
                  <a:gd name="connsiteY15" fmla="*/ 252062 h 834220"/>
                  <a:gd name="connsiteX16" fmla="*/ 624938 w 1596690"/>
                  <a:gd name="connsiteY16" fmla="*/ 269924 h 834220"/>
                  <a:gd name="connsiteX17" fmla="*/ 704104 w 1596690"/>
                  <a:gd name="connsiteY17" fmla="*/ 297081 h 834220"/>
                  <a:gd name="connsiteX18" fmla="*/ 840362 w 1596690"/>
                  <a:gd name="connsiteY18" fmla="*/ 329487 h 834220"/>
                  <a:gd name="connsiteX19" fmla="*/ 923740 w 1596690"/>
                  <a:gd name="connsiteY19" fmla="*/ 338759 h 834220"/>
                  <a:gd name="connsiteX20" fmla="*/ 1063245 w 1596690"/>
                  <a:gd name="connsiteY20" fmla="*/ 360222 h 834220"/>
                  <a:gd name="connsiteX21" fmla="*/ 1104546 w 1596690"/>
                  <a:gd name="connsiteY21" fmla="*/ 376883 h 834220"/>
                  <a:gd name="connsiteX22" fmla="*/ 1129280 w 1596690"/>
                  <a:gd name="connsiteY22" fmla="*/ 423832 h 834220"/>
                  <a:gd name="connsiteX23" fmla="*/ 1129374 w 1596690"/>
                  <a:gd name="connsiteY23" fmla="*/ 432257 h 834220"/>
                  <a:gd name="connsiteX24" fmla="*/ 1095651 w 1596690"/>
                  <a:gd name="connsiteY24" fmla="*/ 505351 h 834220"/>
                  <a:gd name="connsiteX25" fmla="*/ 1089438 w 1596690"/>
                  <a:gd name="connsiteY25" fmla="*/ 511894 h 834220"/>
                  <a:gd name="connsiteX26" fmla="*/ 1072894 w 1596690"/>
                  <a:gd name="connsiteY26" fmla="*/ 522319 h 834220"/>
                  <a:gd name="connsiteX27" fmla="*/ 1055668 w 1596690"/>
                  <a:gd name="connsiteY27" fmla="*/ 530344 h 834220"/>
                  <a:gd name="connsiteX28" fmla="*/ 995987 w 1596690"/>
                  <a:gd name="connsiteY28" fmla="*/ 545970 h 834220"/>
                  <a:gd name="connsiteX29" fmla="*/ 948073 w 1596690"/>
                  <a:gd name="connsiteY29" fmla="*/ 549453 h 834220"/>
                  <a:gd name="connsiteX30" fmla="*/ 877474 w 1596690"/>
                  <a:gd name="connsiteY30" fmla="*/ 543805 h 834220"/>
                  <a:gd name="connsiteX31" fmla="*/ 761713 w 1596690"/>
                  <a:gd name="connsiteY31" fmla="*/ 523260 h 834220"/>
                  <a:gd name="connsiteX32" fmla="*/ 681253 w 1596690"/>
                  <a:gd name="connsiteY32" fmla="*/ 509823 h 834220"/>
                  <a:gd name="connsiteX33" fmla="*/ 671157 w 1596690"/>
                  <a:gd name="connsiteY33" fmla="*/ 508434 h 834220"/>
                  <a:gd name="connsiteX34" fmla="*/ 661461 w 1596690"/>
                  <a:gd name="connsiteY34" fmla="*/ 507234 h 834220"/>
                  <a:gd name="connsiteX35" fmla="*/ 657884 w 1596690"/>
                  <a:gd name="connsiteY35" fmla="*/ 507210 h 834220"/>
                  <a:gd name="connsiteX36" fmla="*/ 620372 w 1596690"/>
                  <a:gd name="connsiteY36" fmla="*/ 504763 h 834220"/>
                  <a:gd name="connsiteX37" fmla="*/ 611547 w 1596690"/>
                  <a:gd name="connsiteY37" fmla="*/ 503916 h 834220"/>
                  <a:gd name="connsiteX38" fmla="*/ 607923 w 1596690"/>
                  <a:gd name="connsiteY38" fmla="*/ 504033 h 834220"/>
                  <a:gd name="connsiteX39" fmla="*/ 601969 w 1596690"/>
                  <a:gd name="connsiteY39" fmla="*/ 504881 h 834220"/>
                  <a:gd name="connsiteX40" fmla="*/ 599357 w 1596690"/>
                  <a:gd name="connsiteY40" fmla="*/ 504834 h 834220"/>
                  <a:gd name="connsiteX41" fmla="*/ 627832 w 1596690"/>
                  <a:gd name="connsiteY41" fmla="*/ 509846 h 834220"/>
                  <a:gd name="connsiteX42" fmla="*/ 767079 w 1596690"/>
                  <a:gd name="connsiteY42" fmla="*/ 542863 h 834220"/>
                  <a:gd name="connsiteX43" fmla="*/ 891570 w 1596690"/>
                  <a:gd name="connsiteY43" fmla="*/ 566279 h 834220"/>
                  <a:gd name="connsiteX44" fmla="*/ 956687 w 1596690"/>
                  <a:gd name="connsiteY44" fmla="*/ 568232 h 834220"/>
                  <a:gd name="connsiteX45" fmla="*/ 1059103 w 1596690"/>
                  <a:gd name="connsiteY45" fmla="*/ 539028 h 834220"/>
                  <a:gd name="connsiteX46" fmla="*/ 1080660 w 1596690"/>
                  <a:gd name="connsiteY46" fmla="*/ 521636 h 834220"/>
                  <a:gd name="connsiteX47" fmla="*/ 1085272 w 1596690"/>
                  <a:gd name="connsiteY47" fmla="*/ 518271 h 834220"/>
                  <a:gd name="connsiteX48" fmla="*/ 1160273 w 1596690"/>
                  <a:gd name="connsiteY48" fmla="*/ 477088 h 834220"/>
                  <a:gd name="connsiteX49" fmla="*/ 1212541 w 1596690"/>
                  <a:gd name="connsiteY49" fmla="*/ 433410 h 834220"/>
                  <a:gd name="connsiteX50" fmla="*/ 1270738 w 1596690"/>
                  <a:gd name="connsiteY50" fmla="*/ 362598 h 834220"/>
                  <a:gd name="connsiteX51" fmla="*/ 1369414 w 1596690"/>
                  <a:gd name="connsiteY51" fmla="*/ 202831 h 834220"/>
                  <a:gd name="connsiteX52" fmla="*/ 1449850 w 1596690"/>
                  <a:gd name="connsiteY52" fmla="*/ 79469 h 834220"/>
                  <a:gd name="connsiteX53" fmla="*/ 1508001 w 1596690"/>
                  <a:gd name="connsiteY53" fmla="*/ 17718 h 834220"/>
                  <a:gd name="connsiteX54" fmla="*/ 1511578 w 1596690"/>
                  <a:gd name="connsiteY54" fmla="*/ 11717 h 834220"/>
                  <a:gd name="connsiteX55" fmla="*/ 1514779 w 1596690"/>
                  <a:gd name="connsiteY55" fmla="*/ 6445 h 834220"/>
                  <a:gd name="connsiteX56" fmla="*/ 1515343 w 1596690"/>
                  <a:gd name="connsiteY56" fmla="*/ 7316 h 834220"/>
                  <a:gd name="connsiteX57" fmla="*/ 1515132 w 1596690"/>
                  <a:gd name="connsiteY57" fmla="*/ 7881 h 834220"/>
                  <a:gd name="connsiteX58" fmla="*/ 1519627 w 1596690"/>
                  <a:gd name="connsiteY58" fmla="*/ 11175 h 834220"/>
                  <a:gd name="connsiteX59" fmla="*/ 1546478 w 1596690"/>
                  <a:gd name="connsiteY59" fmla="*/ 585 h 834220"/>
                  <a:gd name="connsiteX60" fmla="*/ 1564505 w 1596690"/>
                  <a:gd name="connsiteY60" fmla="*/ 562 h 834220"/>
                  <a:gd name="connsiteX61" fmla="*/ 1592627 w 1596690"/>
                  <a:gd name="connsiteY61" fmla="*/ 21907 h 834220"/>
                  <a:gd name="connsiteX62" fmla="*/ 1596110 w 1596690"/>
                  <a:gd name="connsiteY62" fmla="*/ 35791 h 834220"/>
                  <a:gd name="connsiteX63" fmla="*/ 1596157 w 1596690"/>
                  <a:gd name="connsiteY63" fmla="*/ 47652 h 834220"/>
                  <a:gd name="connsiteX64" fmla="*/ 1596016 w 1596690"/>
                  <a:gd name="connsiteY64" fmla="*/ 51159 h 834220"/>
                  <a:gd name="connsiteX65" fmla="*/ 1595004 w 1596690"/>
                  <a:gd name="connsiteY65" fmla="*/ 57324 h 834220"/>
                  <a:gd name="connsiteX66" fmla="*/ 1578154 w 1596690"/>
                  <a:gd name="connsiteY66" fmla="*/ 117311 h 834220"/>
                  <a:gd name="connsiteX67" fmla="*/ 1541277 w 1596690"/>
                  <a:gd name="connsiteY67" fmla="*/ 208079 h 834220"/>
                  <a:gd name="connsiteX68" fmla="*/ 1470066 w 1596690"/>
                  <a:gd name="connsiteY68" fmla="*/ 360786 h 834220"/>
                  <a:gd name="connsiteX69" fmla="*/ 1402949 w 1596690"/>
                  <a:gd name="connsiteY69" fmla="*/ 484524 h 834220"/>
                  <a:gd name="connsiteX70" fmla="*/ 1362307 w 1596690"/>
                  <a:gd name="connsiteY70" fmla="*/ 535050 h 834220"/>
                  <a:gd name="connsiteX71" fmla="*/ 1323641 w 1596690"/>
                  <a:gd name="connsiteY71" fmla="*/ 573057 h 834220"/>
                  <a:gd name="connsiteX72" fmla="*/ 1269844 w 1596690"/>
                  <a:gd name="connsiteY72" fmla="*/ 620217 h 834220"/>
                  <a:gd name="connsiteX73" fmla="*/ 1196585 w 1596690"/>
                  <a:gd name="connsiteY73" fmla="*/ 679569 h 834220"/>
                  <a:gd name="connsiteX74" fmla="*/ 1133327 w 1596690"/>
                  <a:gd name="connsiteY74" fmla="*/ 726329 h 834220"/>
                  <a:gd name="connsiteX75" fmla="*/ 1060775 w 1596690"/>
                  <a:gd name="connsiteY75" fmla="*/ 774361 h 834220"/>
                  <a:gd name="connsiteX76" fmla="*/ 949086 w 1596690"/>
                  <a:gd name="connsiteY76" fmla="*/ 824063 h 834220"/>
                  <a:gd name="connsiteX77" fmla="*/ 928729 w 1596690"/>
                  <a:gd name="connsiteY77" fmla="*/ 828722 h 834220"/>
                  <a:gd name="connsiteX78" fmla="*/ 922610 w 1596690"/>
                  <a:gd name="connsiteY78" fmla="*/ 829852 h 834220"/>
                  <a:gd name="connsiteX79" fmla="*/ 922022 w 1596690"/>
                  <a:gd name="connsiteY79" fmla="*/ 829829 h 834220"/>
                  <a:gd name="connsiteX80" fmla="*/ 921457 w 1596690"/>
                  <a:gd name="connsiteY80" fmla="*/ 829923 h 834220"/>
                  <a:gd name="connsiteX81" fmla="*/ 915292 w 1596690"/>
                  <a:gd name="connsiteY81" fmla="*/ 831029 h 834220"/>
                  <a:gd name="connsiteX82" fmla="*/ 912985 w 1596690"/>
                  <a:gd name="connsiteY82" fmla="*/ 831146 h 834220"/>
                  <a:gd name="connsiteX83" fmla="*/ 905596 w 1596690"/>
                  <a:gd name="connsiteY83" fmla="*/ 832229 h 834220"/>
                  <a:gd name="connsiteX84" fmla="*/ 902090 w 1596690"/>
                  <a:gd name="connsiteY84" fmla="*/ 832370 h 834220"/>
                  <a:gd name="connsiteX85" fmla="*/ 888699 w 1596690"/>
                  <a:gd name="connsiteY85" fmla="*/ 833453 h 834220"/>
                  <a:gd name="connsiteX86" fmla="*/ 882721 w 1596690"/>
                  <a:gd name="connsiteY86" fmla="*/ 833617 h 834220"/>
                  <a:gd name="connsiteX87" fmla="*/ 854976 w 1596690"/>
                  <a:gd name="connsiteY87" fmla="*/ 833570 h 834220"/>
                  <a:gd name="connsiteX88" fmla="*/ 849022 w 1596690"/>
                  <a:gd name="connsiteY88" fmla="*/ 833453 h 834220"/>
                  <a:gd name="connsiteX89" fmla="*/ 833231 w 1596690"/>
                  <a:gd name="connsiteY89" fmla="*/ 832417 h 834220"/>
                  <a:gd name="connsiteX90" fmla="*/ 829654 w 1596690"/>
                  <a:gd name="connsiteY90" fmla="*/ 832253 h 834220"/>
                  <a:gd name="connsiteX91" fmla="*/ 818688 w 1596690"/>
                  <a:gd name="connsiteY91" fmla="*/ 831146 h 834220"/>
                  <a:gd name="connsiteX92" fmla="*/ 816357 w 1596690"/>
                  <a:gd name="connsiteY92" fmla="*/ 831052 h 834220"/>
                  <a:gd name="connsiteX93" fmla="*/ 807815 w 1596690"/>
                  <a:gd name="connsiteY93" fmla="*/ 830017 h 834220"/>
                  <a:gd name="connsiteX94" fmla="*/ 805438 w 1596690"/>
                  <a:gd name="connsiteY94" fmla="*/ 829876 h 834220"/>
                  <a:gd name="connsiteX95" fmla="*/ 798143 w 1596690"/>
                  <a:gd name="connsiteY95" fmla="*/ 828840 h 834220"/>
                  <a:gd name="connsiteX96" fmla="*/ 795766 w 1596690"/>
                  <a:gd name="connsiteY96" fmla="*/ 828675 h 834220"/>
                  <a:gd name="connsiteX97" fmla="*/ 789671 w 1596690"/>
                  <a:gd name="connsiteY97" fmla="*/ 827640 h 834220"/>
                  <a:gd name="connsiteX98" fmla="*/ 787294 w 1596690"/>
                  <a:gd name="connsiteY98" fmla="*/ 827475 h 834220"/>
                  <a:gd name="connsiteX99" fmla="*/ 781176 w 1596690"/>
                  <a:gd name="connsiteY99" fmla="*/ 826416 h 834220"/>
                  <a:gd name="connsiteX100" fmla="*/ 765525 w 1596690"/>
                  <a:gd name="connsiteY100" fmla="*/ 823851 h 834220"/>
                  <a:gd name="connsiteX101" fmla="*/ 759360 w 1596690"/>
                  <a:gd name="connsiteY101" fmla="*/ 822674 h 834220"/>
                  <a:gd name="connsiteX102" fmla="*/ 706339 w 1596690"/>
                  <a:gd name="connsiteY102" fmla="*/ 811237 h 834220"/>
                  <a:gd name="connsiteX103" fmla="*/ 520591 w 1596690"/>
                  <a:gd name="connsiteY103" fmla="*/ 754122 h 834220"/>
                  <a:gd name="connsiteX104" fmla="*/ 403301 w 1596690"/>
                  <a:gd name="connsiteY104" fmla="*/ 716021 h 834220"/>
                  <a:gd name="connsiteX105" fmla="*/ 291283 w 1596690"/>
                  <a:gd name="connsiteY105" fmla="*/ 684181 h 834220"/>
                  <a:gd name="connsiteX106" fmla="*/ 281940 w 1596690"/>
                  <a:gd name="connsiteY106" fmla="*/ 682439 h 834220"/>
                  <a:gd name="connsiteX107" fmla="*/ 275845 w 1596690"/>
                  <a:gd name="connsiteY107" fmla="*/ 681404 h 834220"/>
                  <a:gd name="connsiteX108" fmla="*/ 273491 w 1596690"/>
                  <a:gd name="connsiteY108" fmla="*/ 681239 h 834220"/>
                  <a:gd name="connsiteX109" fmla="*/ 267396 w 1596690"/>
                  <a:gd name="connsiteY109" fmla="*/ 680227 h 834220"/>
                  <a:gd name="connsiteX110" fmla="*/ 265019 w 1596690"/>
                  <a:gd name="connsiteY110" fmla="*/ 680039 h 834220"/>
                  <a:gd name="connsiteX111" fmla="*/ 256477 w 1596690"/>
                  <a:gd name="connsiteY111" fmla="*/ 678886 h 834220"/>
                  <a:gd name="connsiteX112" fmla="*/ 255912 w 1596690"/>
                  <a:gd name="connsiteY112" fmla="*/ 678792 h 834220"/>
                  <a:gd name="connsiteX113" fmla="*/ 255347 w 1596690"/>
                  <a:gd name="connsiteY113" fmla="*/ 678815 h 834220"/>
                  <a:gd name="connsiteX114" fmla="*/ 246828 w 1596690"/>
                  <a:gd name="connsiteY114" fmla="*/ 677756 h 834220"/>
                  <a:gd name="connsiteX115" fmla="*/ 244475 w 1596690"/>
                  <a:gd name="connsiteY115" fmla="*/ 677615 h 834220"/>
                  <a:gd name="connsiteX116" fmla="*/ 235932 w 1596690"/>
                  <a:gd name="connsiteY116" fmla="*/ 676532 h 834220"/>
                  <a:gd name="connsiteX117" fmla="*/ 233579 w 1596690"/>
                  <a:gd name="connsiteY117" fmla="*/ 676415 h 834220"/>
                  <a:gd name="connsiteX118" fmla="*/ 223860 w 1596690"/>
                  <a:gd name="connsiteY118" fmla="*/ 675332 h 834220"/>
                  <a:gd name="connsiteX119" fmla="*/ 220329 w 1596690"/>
                  <a:gd name="connsiteY119" fmla="*/ 675168 h 834220"/>
                  <a:gd name="connsiteX120" fmla="*/ 209339 w 1596690"/>
                  <a:gd name="connsiteY120" fmla="*/ 674132 h 834220"/>
                  <a:gd name="connsiteX121" fmla="*/ 205786 w 1596690"/>
                  <a:gd name="connsiteY121" fmla="*/ 673991 h 834220"/>
                  <a:gd name="connsiteX122" fmla="*/ 189995 w 1596690"/>
                  <a:gd name="connsiteY122" fmla="*/ 672932 h 834220"/>
                  <a:gd name="connsiteX123" fmla="*/ 184041 w 1596690"/>
                  <a:gd name="connsiteY123" fmla="*/ 672767 h 834220"/>
                  <a:gd name="connsiteX124" fmla="*/ 169074 w 1596690"/>
                  <a:gd name="connsiteY124" fmla="*/ 672273 h 834220"/>
                  <a:gd name="connsiteX125" fmla="*/ 118478 w 1596690"/>
                  <a:gd name="connsiteY125" fmla="*/ 672767 h 834220"/>
                  <a:gd name="connsiteX126" fmla="*/ 112547 w 1596690"/>
                  <a:gd name="connsiteY126" fmla="*/ 672908 h 834220"/>
                  <a:gd name="connsiteX127" fmla="*/ 99133 w 1596690"/>
                  <a:gd name="connsiteY127" fmla="*/ 673991 h 834220"/>
                  <a:gd name="connsiteX128" fmla="*/ 95603 w 1596690"/>
                  <a:gd name="connsiteY128" fmla="*/ 674156 h 834220"/>
                  <a:gd name="connsiteX129" fmla="*/ 85837 w 1596690"/>
                  <a:gd name="connsiteY129" fmla="*/ 675215 h 834220"/>
                  <a:gd name="connsiteX130" fmla="*/ 83531 w 1596690"/>
                  <a:gd name="connsiteY130" fmla="*/ 675309 h 834220"/>
                  <a:gd name="connsiteX131" fmla="*/ 74964 w 1596690"/>
                  <a:gd name="connsiteY131" fmla="*/ 676438 h 834220"/>
                  <a:gd name="connsiteX132" fmla="*/ 72611 w 1596690"/>
                  <a:gd name="connsiteY132" fmla="*/ 676580 h 834220"/>
                  <a:gd name="connsiteX133" fmla="*/ 65292 w 1596690"/>
                  <a:gd name="connsiteY133" fmla="*/ 677639 h 834220"/>
                  <a:gd name="connsiteX134" fmla="*/ 64727 w 1596690"/>
                  <a:gd name="connsiteY134" fmla="*/ 677615 h 834220"/>
                  <a:gd name="connsiteX135" fmla="*/ 64163 w 1596690"/>
                  <a:gd name="connsiteY135" fmla="*/ 677709 h 834220"/>
                  <a:gd name="connsiteX136" fmla="*/ 57950 w 1596690"/>
                  <a:gd name="connsiteY136" fmla="*/ 678815 h 834220"/>
                  <a:gd name="connsiteX0" fmla="*/ 1625849 w 2634807"/>
                  <a:gd name="connsiteY0" fmla="*/ 503610 h 834220"/>
                  <a:gd name="connsiteX1" fmla="*/ 1625802 w 2634807"/>
                  <a:gd name="connsiteY1" fmla="*/ 503822 h 834220"/>
                  <a:gd name="connsiteX2" fmla="*/ 1626672 w 2634807"/>
                  <a:gd name="connsiteY2" fmla="*/ 503869 h 834220"/>
                  <a:gd name="connsiteX3" fmla="*/ 1625849 w 2634807"/>
                  <a:gd name="connsiteY3" fmla="*/ 503610 h 834220"/>
                  <a:gd name="connsiteX4" fmla="*/ 1534280 w 2634807"/>
                  <a:gd name="connsiteY4" fmla="*/ 223305 h 834220"/>
                  <a:gd name="connsiteX5" fmla="*/ 1534257 w 2634807"/>
                  <a:gd name="connsiteY5" fmla="*/ 223917 h 834220"/>
                  <a:gd name="connsiteX6" fmla="*/ 1535222 w 2634807"/>
                  <a:gd name="connsiteY6" fmla="*/ 223611 h 834220"/>
                  <a:gd name="connsiteX7" fmla="*/ 1534280 w 2634807"/>
                  <a:gd name="connsiteY7" fmla="*/ 223305 h 834220"/>
                  <a:gd name="connsiteX8" fmla="*/ 0 w 2634807"/>
                  <a:gd name="connsiteY8" fmla="*/ 495255 h 834220"/>
                  <a:gd name="connsiteX9" fmla="*/ 1197563 w 2634807"/>
                  <a:gd name="connsiteY9" fmla="*/ 97215 h 834220"/>
                  <a:gd name="connsiteX10" fmla="*/ 1252140 w 2634807"/>
                  <a:gd name="connsiteY10" fmla="*/ 107521 h 834220"/>
                  <a:gd name="connsiteX11" fmla="*/ 1372748 w 2634807"/>
                  <a:gd name="connsiteY11" fmla="*/ 147292 h 834220"/>
                  <a:gd name="connsiteX12" fmla="*/ 1375619 w 2634807"/>
                  <a:gd name="connsiteY12" fmla="*/ 148092 h 834220"/>
                  <a:gd name="connsiteX13" fmla="*/ 1423391 w 2634807"/>
                  <a:gd name="connsiteY13" fmla="*/ 169013 h 834220"/>
                  <a:gd name="connsiteX14" fmla="*/ 1576641 w 2634807"/>
                  <a:gd name="connsiteY14" fmla="*/ 235095 h 834220"/>
                  <a:gd name="connsiteX15" fmla="*/ 1617706 w 2634807"/>
                  <a:gd name="connsiteY15" fmla="*/ 252062 h 834220"/>
                  <a:gd name="connsiteX16" fmla="*/ 1663055 w 2634807"/>
                  <a:gd name="connsiteY16" fmla="*/ 269924 h 834220"/>
                  <a:gd name="connsiteX17" fmla="*/ 1742221 w 2634807"/>
                  <a:gd name="connsiteY17" fmla="*/ 297081 h 834220"/>
                  <a:gd name="connsiteX18" fmla="*/ 1878479 w 2634807"/>
                  <a:gd name="connsiteY18" fmla="*/ 329487 h 834220"/>
                  <a:gd name="connsiteX19" fmla="*/ 1961857 w 2634807"/>
                  <a:gd name="connsiteY19" fmla="*/ 338759 h 834220"/>
                  <a:gd name="connsiteX20" fmla="*/ 2101362 w 2634807"/>
                  <a:gd name="connsiteY20" fmla="*/ 360222 h 834220"/>
                  <a:gd name="connsiteX21" fmla="*/ 2142663 w 2634807"/>
                  <a:gd name="connsiteY21" fmla="*/ 376883 h 834220"/>
                  <a:gd name="connsiteX22" fmla="*/ 2167397 w 2634807"/>
                  <a:gd name="connsiteY22" fmla="*/ 423832 h 834220"/>
                  <a:gd name="connsiteX23" fmla="*/ 2167491 w 2634807"/>
                  <a:gd name="connsiteY23" fmla="*/ 432257 h 834220"/>
                  <a:gd name="connsiteX24" fmla="*/ 2133768 w 2634807"/>
                  <a:gd name="connsiteY24" fmla="*/ 505351 h 834220"/>
                  <a:gd name="connsiteX25" fmla="*/ 2127555 w 2634807"/>
                  <a:gd name="connsiteY25" fmla="*/ 511894 h 834220"/>
                  <a:gd name="connsiteX26" fmla="*/ 2111011 w 2634807"/>
                  <a:gd name="connsiteY26" fmla="*/ 522319 h 834220"/>
                  <a:gd name="connsiteX27" fmla="*/ 2093785 w 2634807"/>
                  <a:gd name="connsiteY27" fmla="*/ 530344 h 834220"/>
                  <a:gd name="connsiteX28" fmla="*/ 2034104 w 2634807"/>
                  <a:gd name="connsiteY28" fmla="*/ 545970 h 834220"/>
                  <a:gd name="connsiteX29" fmla="*/ 1986190 w 2634807"/>
                  <a:gd name="connsiteY29" fmla="*/ 549453 h 834220"/>
                  <a:gd name="connsiteX30" fmla="*/ 1915591 w 2634807"/>
                  <a:gd name="connsiteY30" fmla="*/ 543805 h 834220"/>
                  <a:gd name="connsiteX31" fmla="*/ 1799830 w 2634807"/>
                  <a:gd name="connsiteY31" fmla="*/ 523260 h 834220"/>
                  <a:gd name="connsiteX32" fmla="*/ 1719370 w 2634807"/>
                  <a:gd name="connsiteY32" fmla="*/ 509823 h 834220"/>
                  <a:gd name="connsiteX33" fmla="*/ 1709274 w 2634807"/>
                  <a:gd name="connsiteY33" fmla="*/ 508434 h 834220"/>
                  <a:gd name="connsiteX34" fmla="*/ 1699578 w 2634807"/>
                  <a:gd name="connsiteY34" fmla="*/ 507234 h 834220"/>
                  <a:gd name="connsiteX35" fmla="*/ 1696001 w 2634807"/>
                  <a:gd name="connsiteY35" fmla="*/ 507210 h 834220"/>
                  <a:gd name="connsiteX36" fmla="*/ 1658489 w 2634807"/>
                  <a:gd name="connsiteY36" fmla="*/ 504763 h 834220"/>
                  <a:gd name="connsiteX37" fmla="*/ 1649664 w 2634807"/>
                  <a:gd name="connsiteY37" fmla="*/ 503916 h 834220"/>
                  <a:gd name="connsiteX38" fmla="*/ 1646040 w 2634807"/>
                  <a:gd name="connsiteY38" fmla="*/ 504033 h 834220"/>
                  <a:gd name="connsiteX39" fmla="*/ 1640086 w 2634807"/>
                  <a:gd name="connsiteY39" fmla="*/ 504881 h 834220"/>
                  <a:gd name="connsiteX40" fmla="*/ 1637474 w 2634807"/>
                  <a:gd name="connsiteY40" fmla="*/ 504834 h 834220"/>
                  <a:gd name="connsiteX41" fmla="*/ 1665949 w 2634807"/>
                  <a:gd name="connsiteY41" fmla="*/ 509846 h 834220"/>
                  <a:gd name="connsiteX42" fmla="*/ 1805196 w 2634807"/>
                  <a:gd name="connsiteY42" fmla="*/ 542863 h 834220"/>
                  <a:gd name="connsiteX43" fmla="*/ 1929687 w 2634807"/>
                  <a:gd name="connsiteY43" fmla="*/ 566279 h 834220"/>
                  <a:gd name="connsiteX44" fmla="*/ 1994804 w 2634807"/>
                  <a:gd name="connsiteY44" fmla="*/ 568232 h 834220"/>
                  <a:gd name="connsiteX45" fmla="*/ 2097220 w 2634807"/>
                  <a:gd name="connsiteY45" fmla="*/ 539028 h 834220"/>
                  <a:gd name="connsiteX46" fmla="*/ 2118777 w 2634807"/>
                  <a:gd name="connsiteY46" fmla="*/ 521636 h 834220"/>
                  <a:gd name="connsiteX47" fmla="*/ 2123389 w 2634807"/>
                  <a:gd name="connsiteY47" fmla="*/ 518271 h 834220"/>
                  <a:gd name="connsiteX48" fmla="*/ 2198390 w 2634807"/>
                  <a:gd name="connsiteY48" fmla="*/ 477088 h 834220"/>
                  <a:gd name="connsiteX49" fmla="*/ 2250658 w 2634807"/>
                  <a:gd name="connsiteY49" fmla="*/ 433410 h 834220"/>
                  <a:gd name="connsiteX50" fmla="*/ 2308855 w 2634807"/>
                  <a:gd name="connsiteY50" fmla="*/ 362598 h 834220"/>
                  <a:gd name="connsiteX51" fmla="*/ 2407531 w 2634807"/>
                  <a:gd name="connsiteY51" fmla="*/ 202831 h 834220"/>
                  <a:gd name="connsiteX52" fmla="*/ 2487967 w 2634807"/>
                  <a:gd name="connsiteY52" fmla="*/ 79469 h 834220"/>
                  <a:gd name="connsiteX53" fmla="*/ 2546118 w 2634807"/>
                  <a:gd name="connsiteY53" fmla="*/ 17718 h 834220"/>
                  <a:gd name="connsiteX54" fmla="*/ 2549695 w 2634807"/>
                  <a:gd name="connsiteY54" fmla="*/ 11717 h 834220"/>
                  <a:gd name="connsiteX55" fmla="*/ 2552896 w 2634807"/>
                  <a:gd name="connsiteY55" fmla="*/ 6445 h 834220"/>
                  <a:gd name="connsiteX56" fmla="*/ 2553460 w 2634807"/>
                  <a:gd name="connsiteY56" fmla="*/ 7316 h 834220"/>
                  <a:gd name="connsiteX57" fmla="*/ 2553249 w 2634807"/>
                  <a:gd name="connsiteY57" fmla="*/ 7881 h 834220"/>
                  <a:gd name="connsiteX58" fmla="*/ 2557744 w 2634807"/>
                  <a:gd name="connsiteY58" fmla="*/ 11175 h 834220"/>
                  <a:gd name="connsiteX59" fmla="*/ 2584595 w 2634807"/>
                  <a:gd name="connsiteY59" fmla="*/ 585 h 834220"/>
                  <a:gd name="connsiteX60" fmla="*/ 2602622 w 2634807"/>
                  <a:gd name="connsiteY60" fmla="*/ 562 h 834220"/>
                  <a:gd name="connsiteX61" fmla="*/ 2630744 w 2634807"/>
                  <a:gd name="connsiteY61" fmla="*/ 21907 h 834220"/>
                  <a:gd name="connsiteX62" fmla="*/ 2634227 w 2634807"/>
                  <a:gd name="connsiteY62" fmla="*/ 35791 h 834220"/>
                  <a:gd name="connsiteX63" fmla="*/ 2634274 w 2634807"/>
                  <a:gd name="connsiteY63" fmla="*/ 47652 h 834220"/>
                  <a:gd name="connsiteX64" fmla="*/ 2634133 w 2634807"/>
                  <a:gd name="connsiteY64" fmla="*/ 51159 h 834220"/>
                  <a:gd name="connsiteX65" fmla="*/ 2633121 w 2634807"/>
                  <a:gd name="connsiteY65" fmla="*/ 57324 h 834220"/>
                  <a:gd name="connsiteX66" fmla="*/ 2616271 w 2634807"/>
                  <a:gd name="connsiteY66" fmla="*/ 117311 h 834220"/>
                  <a:gd name="connsiteX67" fmla="*/ 2579394 w 2634807"/>
                  <a:gd name="connsiteY67" fmla="*/ 208079 h 834220"/>
                  <a:gd name="connsiteX68" fmla="*/ 2508183 w 2634807"/>
                  <a:gd name="connsiteY68" fmla="*/ 360786 h 834220"/>
                  <a:gd name="connsiteX69" fmla="*/ 2441066 w 2634807"/>
                  <a:gd name="connsiteY69" fmla="*/ 484524 h 834220"/>
                  <a:gd name="connsiteX70" fmla="*/ 2400424 w 2634807"/>
                  <a:gd name="connsiteY70" fmla="*/ 535050 h 834220"/>
                  <a:gd name="connsiteX71" fmla="*/ 2361758 w 2634807"/>
                  <a:gd name="connsiteY71" fmla="*/ 573057 h 834220"/>
                  <a:gd name="connsiteX72" fmla="*/ 2307961 w 2634807"/>
                  <a:gd name="connsiteY72" fmla="*/ 620217 h 834220"/>
                  <a:gd name="connsiteX73" fmla="*/ 2234702 w 2634807"/>
                  <a:gd name="connsiteY73" fmla="*/ 679569 h 834220"/>
                  <a:gd name="connsiteX74" fmla="*/ 2171444 w 2634807"/>
                  <a:gd name="connsiteY74" fmla="*/ 726329 h 834220"/>
                  <a:gd name="connsiteX75" fmla="*/ 2098892 w 2634807"/>
                  <a:gd name="connsiteY75" fmla="*/ 774361 h 834220"/>
                  <a:gd name="connsiteX76" fmla="*/ 1987203 w 2634807"/>
                  <a:gd name="connsiteY76" fmla="*/ 824063 h 834220"/>
                  <a:gd name="connsiteX77" fmla="*/ 1966846 w 2634807"/>
                  <a:gd name="connsiteY77" fmla="*/ 828722 h 834220"/>
                  <a:gd name="connsiteX78" fmla="*/ 1960727 w 2634807"/>
                  <a:gd name="connsiteY78" fmla="*/ 829852 h 834220"/>
                  <a:gd name="connsiteX79" fmla="*/ 1960139 w 2634807"/>
                  <a:gd name="connsiteY79" fmla="*/ 829829 h 834220"/>
                  <a:gd name="connsiteX80" fmla="*/ 1959574 w 2634807"/>
                  <a:gd name="connsiteY80" fmla="*/ 829923 h 834220"/>
                  <a:gd name="connsiteX81" fmla="*/ 1953409 w 2634807"/>
                  <a:gd name="connsiteY81" fmla="*/ 831029 h 834220"/>
                  <a:gd name="connsiteX82" fmla="*/ 1951102 w 2634807"/>
                  <a:gd name="connsiteY82" fmla="*/ 831146 h 834220"/>
                  <a:gd name="connsiteX83" fmla="*/ 1943713 w 2634807"/>
                  <a:gd name="connsiteY83" fmla="*/ 832229 h 834220"/>
                  <a:gd name="connsiteX84" fmla="*/ 1940207 w 2634807"/>
                  <a:gd name="connsiteY84" fmla="*/ 832370 h 834220"/>
                  <a:gd name="connsiteX85" fmla="*/ 1926816 w 2634807"/>
                  <a:gd name="connsiteY85" fmla="*/ 833453 h 834220"/>
                  <a:gd name="connsiteX86" fmla="*/ 1920838 w 2634807"/>
                  <a:gd name="connsiteY86" fmla="*/ 833617 h 834220"/>
                  <a:gd name="connsiteX87" fmla="*/ 1893093 w 2634807"/>
                  <a:gd name="connsiteY87" fmla="*/ 833570 h 834220"/>
                  <a:gd name="connsiteX88" fmla="*/ 1887139 w 2634807"/>
                  <a:gd name="connsiteY88" fmla="*/ 833453 h 834220"/>
                  <a:gd name="connsiteX89" fmla="*/ 1871348 w 2634807"/>
                  <a:gd name="connsiteY89" fmla="*/ 832417 h 834220"/>
                  <a:gd name="connsiteX90" fmla="*/ 1867771 w 2634807"/>
                  <a:gd name="connsiteY90" fmla="*/ 832253 h 834220"/>
                  <a:gd name="connsiteX91" fmla="*/ 1856805 w 2634807"/>
                  <a:gd name="connsiteY91" fmla="*/ 831146 h 834220"/>
                  <a:gd name="connsiteX92" fmla="*/ 1854474 w 2634807"/>
                  <a:gd name="connsiteY92" fmla="*/ 831052 h 834220"/>
                  <a:gd name="connsiteX93" fmla="*/ 1845932 w 2634807"/>
                  <a:gd name="connsiteY93" fmla="*/ 830017 h 834220"/>
                  <a:gd name="connsiteX94" fmla="*/ 1843555 w 2634807"/>
                  <a:gd name="connsiteY94" fmla="*/ 829876 h 834220"/>
                  <a:gd name="connsiteX95" fmla="*/ 1836260 w 2634807"/>
                  <a:gd name="connsiteY95" fmla="*/ 828840 h 834220"/>
                  <a:gd name="connsiteX96" fmla="*/ 1833883 w 2634807"/>
                  <a:gd name="connsiteY96" fmla="*/ 828675 h 834220"/>
                  <a:gd name="connsiteX97" fmla="*/ 1827788 w 2634807"/>
                  <a:gd name="connsiteY97" fmla="*/ 827640 h 834220"/>
                  <a:gd name="connsiteX98" fmla="*/ 1825411 w 2634807"/>
                  <a:gd name="connsiteY98" fmla="*/ 827475 h 834220"/>
                  <a:gd name="connsiteX99" fmla="*/ 1819293 w 2634807"/>
                  <a:gd name="connsiteY99" fmla="*/ 826416 h 834220"/>
                  <a:gd name="connsiteX100" fmla="*/ 1803642 w 2634807"/>
                  <a:gd name="connsiteY100" fmla="*/ 823851 h 834220"/>
                  <a:gd name="connsiteX101" fmla="*/ 1797477 w 2634807"/>
                  <a:gd name="connsiteY101" fmla="*/ 822674 h 834220"/>
                  <a:gd name="connsiteX102" fmla="*/ 1744456 w 2634807"/>
                  <a:gd name="connsiteY102" fmla="*/ 811237 h 834220"/>
                  <a:gd name="connsiteX103" fmla="*/ 1558708 w 2634807"/>
                  <a:gd name="connsiteY103" fmla="*/ 754122 h 834220"/>
                  <a:gd name="connsiteX104" fmla="*/ 1441418 w 2634807"/>
                  <a:gd name="connsiteY104" fmla="*/ 716021 h 834220"/>
                  <a:gd name="connsiteX105" fmla="*/ 1329400 w 2634807"/>
                  <a:gd name="connsiteY105" fmla="*/ 684181 h 834220"/>
                  <a:gd name="connsiteX106" fmla="*/ 1320057 w 2634807"/>
                  <a:gd name="connsiteY106" fmla="*/ 682439 h 834220"/>
                  <a:gd name="connsiteX107" fmla="*/ 1313962 w 2634807"/>
                  <a:gd name="connsiteY107" fmla="*/ 681404 h 834220"/>
                  <a:gd name="connsiteX108" fmla="*/ 1311608 w 2634807"/>
                  <a:gd name="connsiteY108" fmla="*/ 681239 h 834220"/>
                  <a:gd name="connsiteX109" fmla="*/ 1305513 w 2634807"/>
                  <a:gd name="connsiteY109" fmla="*/ 680227 h 834220"/>
                  <a:gd name="connsiteX110" fmla="*/ 1303136 w 2634807"/>
                  <a:gd name="connsiteY110" fmla="*/ 680039 h 834220"/>
                  <a:gd name="connsiteX111" fmla="*/ 1294594 w 2634807"/>
                  <a:gd name="connsiteY111" fmla="*/ 678886 h 834220"/>
                  <a:gd name="connsiteX112" fmla="*/ 1294029 w 2634807"/>
                  <a:gd name="connsiteY112" fmla="*/ 678792 h 834220"/>
                  <a:gd name="connsiteX113" fmla="*/ 1293464 w 2634807"/>
                  <a:gd name="connsiteY113" fmla="*/ 678815 h 834220"/>
                  <a:gd name="connsiteX114" fmla="*/ 1284945 w 2634807"/>
                  <a:gd name="connsiteY114" fmla="*/ 677756 h 834220"/>
                  <a:gd name="connsiteX115" fmla="*/ 1282592 w 2634807"/>
                  <a:gd name="connsiteY115" fmla="*/ 677615 h 834220"/>
                  <a:gd name="connsiteX116" fmla="*/ 1274049 w 2634807"/>
                  <a:gd name="connsiteY116" fmla="*/ 676532 h 834220"/>
                  <a:gd name="connsiteX117" fmla="*/ 1271696 w 2634807"/>
                  <a:gd name="connsiteY117" fmla="*/ 676415 h 834220"/>
                  <a:gd name="connsiteX118" fmla="*/ 1261977 w 2634807"/>
                  <a:gd name="connsiteY118" fmla="*/ 675332 h 834220"/>
                  <a:gd name="connsiteX119" fmla="*/ 1258446 w 2634807"/>
                  <a:gd name="connsiteY119" fmla="*/ 675168 h 834220"/>
                  <a:gd name="connsiteX120" fmla="*/ 1247456 w 2634807"/>
                  <a:gd name="connsiteY120" fmla="*/ 674132 h 834220"/>
                  <a:gd name="connsiteX121" fmla="*/ 1243903 w 2634807"/>
                  <a:gd name="connsiteY121" fmla="*/ 673991 h 834220"/>
                  <a:gd name="connsiteX122" fmla="*/ 1228112 w 2634807"/>
                  <a:gd name="connsiteY122" fmla="*/ 672932 h 834220"/>
                  <a:gd name="connsiteX123" fmla="*/ 1222158 w 2634807"/>
                  <a:gd name="connsiteY123" fmla="*/ 672767 h 834220"/>
                  <a:gd name="connsiteX124" fmla="*/ 1207191 w 2634807"/>
                  <a:gd name="connsiteY124" fmla="*/ 672273 h 834220"/>
                  <a:gd name="connsiteX125" fmla="*/ 1156595 w 2634807"/>
                  <a:gd name="connsiteY125" fmla="*/ 672767 h 834220"/>
                  <a:gd name="connsiteX126" fmla="*/ 1150664 w 2634807"/>
                  <a:gd name="connsiteY126" fmla="*/ 672908 h 834220"/>
                  <a:gd name="connsiteX127" fmla="*/ 1137250 w 2634807"/>
                  <a:gd name="connsiteY127" fmla="*/ 673991 h 834220"/>
                  <a:gd name="connsiteX128" fmla="*/ 1133720 w 2634807"/>
                  <a:gd name="connsiteY128" fmla="*/ 674156 h 834220"/>
                  <a:gd name="connsiteX129" fmla="*/ 1123954 w 2634807"/>
                  <a:gd name="connsiteY129" fmla="*/ 675215 h 834220"/>
                  <a:gd name="connsiteX130" fmla="*/ 1121648 w 2634807"/>
                  <a:gd name="connsiteY130" fmla="*/ 675309 h 834220"/>
                  <a:gd name="connsiteX131" fmla="*/ 1113081 w 2634807"/>
                  <a:gd name="connsiteY131" fmla="*/ 676438 h 834220"/>
                  <a:gd name="connsiteX132" fmla="*/ 1110728 w 2634807"/>
                  <a:gd name="connsiteY132" fmla="*/ 676580 h 834220"/>
                  <a:gd name="connsiteX133" fmla="*/ 1103409 w 2634807"/>
                  <a:gd name="connsiteY133" fmla="*/ 677639 h 834220"/>
                  <a:gd name="connsiteX134" fmla="*/ 1102844 w 2634807"/>
                  <a:gd name="connsiteY134" fmla="*/ 677615 h 834220"/>
                  <a:gd name="connsiteX135" fmla="*/ 1102280 w 2634807"/>
                  <a:gd name="connsiteY135" fmla="*/ 677709 h 834220"/>
                  <a:gd name="connsiteX136" fmla="*/ 1096067 w 2634807"/>
                  <a:gd name="connsiteY136" fmla="*/ 678815 h 834220"/>
                  <a:gd name="connsiteX137" fmla="*/ 0 w 2634807"/>
                  <a:gd name="connsiteY137" fmla="*/ 495255 h 834220"/>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52140 w 2634807"/>
                  <a:gd name="connsiteY10" fmla="*/ 313823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52140 w 2634807"/>
                  <a:gd name="connsiteY10" fmla="*/ 313823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372748 w 2634807"/>
                  <a:gd name="connsiteY11" fmla="*/ 353594 h 1040522"/>
                  <a:gd name="connsiteX12" fmla="*/ 1375619 w 2634807"/>
                  <a:gd name="connsiteY12" fmla="*/ 354394 h 1040522"/>
                  <a:gd name="connsiteX13" fmla="*/ 1423391 w 2634807"/>
                  <a:gd name="connsiteY13" fmla="*/ 375315 h 1040522"/>
                  <a:gd name="connsiteX14" fmla="*/ 1576641 w 2634807"/>
                  <a:gd name="connsiteY14" fmla="*/ 441397 h 1040522"/>
                  <a:gd name="connsiteX15" fmla="*/ 1617706 w 2634807"/>
                  <a:gd name="connsiteY15" fmla="*/ 458364 h 1040522"/>
                  <a:gd name="connsiteX16" fmla="*/ 1663055 w 2634807"/>
                  <a:gd name="connsiteY16" fmla="*/ 476226 h 1040522"/>
                  <a:gd name="connsiteX17" fmla="*/ 1742221 w 2634807"/>
                  <a:gd name="connsiteY17" fmla="*/ 503383 h 1040522"/>
                  <a:gd name="connsiteX18" fmla="*/ 1878479 w 2634807"/>
                  <a:gd name="connsiteY18" fmla="*/ 535789 h 1040522"/>
                  <a:gd name="connsiteX19" fmla="*/ 1961857 w 2634807"/>
                  <a:gd name="connsiteY19" fmla="*/ 545061 h 1040522"/>
                  <a:gd name="connsiteX20" fmla="*/ 2101362 w 2634807"/>
                  <a:gd name="connsiteY20" fmla="*/ 566524 h 1040522"/>
                  <a:gd name="connsiteX21" fmla="*/ 2142663 w 2634807"/>
                  <a:gd name="connsiteY21" fmla="*/ 583185 h 1040522"/>
                  <a:gd name="connsiteX22" fmla="*/ 2167397 w 2634807"/>
                  <a:gd name="connsiteY22" fmla="*/ 630134 h 1040522"/>
                  <a:gd name="connsiteX23" fmla="*/ 2167491 w 2634807"/>
                  <a:gd name="connsiteY23" fmla="*/ 638559 h 1040522"/>
                  <a:gd name="connsiteX24" fmla="*/ 2133768 w 2634807"/>
                  <a:gd name="connsiteY24" fmla="*/ 711653 h 1040522"/>
                  <a:gd name="connsiteX25" fmla="*/ 2127555 w 2634807"/>
                  <a:gd name="connsiteY25" fmla="*/ 718196 h 1040522"/>
                  <a:gd name="connsiteX26" fmla="*/ 2111011 w 2634807"/>
                  <a:gd name="connsiteY26" fmla="*/ 728621 h 1040522"/>
                  <a:gd name="connsiteX27" fmla="*/ 2093785 w 2634807"/>
                  <a:gd name="connsiteY27" fmla="*/ 736646 h 1040522"/>
                  <a:gd name="connsiteX28" fmla="*/ 2034104 w 2634807"/>
                  <a:gd name="connsiteY28" fmla="*/ 752272 h 1040522"/>
                  <a:gd name="connsiteX29" fmla="*/ 1986190 w 2634807"/>
                  <a:gd name="connsiteY29" fmla="*/ 755755 h 1040522"/>
                  <a:gd name="connsiteX30" fmla="*/ 1915591 w 2634807"/>
                  <a:gd name="connsiteY30" fmla="*/ 750107 h 1040522"/>
                  <a:gd name="connsiteX31" fmla="*/ 1799830 w 2634807"/>
                  <a:gd name="connsiteY31" fmla="*/ 729562 h 1040522"/>
                  <a:gd name="connsiteX32" fmla="*/ 1719370 w 2634807"/>
                  <a:gd name="connsiteY32" fmla="*/ 716125 h 1040522"/>
                  <a:gd name="connsiteX33" fmla="*/ 1709274 w 2634807"/>
                  <a:gd name="connsiteY33" fmla="*/ 714736 h 1040522"/>
                  <a:gd name="connsiteX34" fmla="*/ 1699578 w 2634807"/>
                  <a:gd name="connsiteY34" fmla="*/ 713536 h 1040522"/>
                  <a:gd name="connsiteX35" fmla="*/ 1696001 w 2634807"/>
                  <a:gd name="connsiteY35" fmla="*/ 713512 h 1040522"/>
                  <a:gd name="connsiteX36" fmla="*/ 1658489 w 2634807"/>
                  <a:gd name="connsiteY36" fmla="*/ 711065 h 1040522"/>
                  <a:gd name="connsiteX37" fmla="*/ 1649664 w 2634807"/>
                  <a:gd name="connsiteY37" fmla="*/ 710218 h 1040522"/>
                  <a:gd name="connsiteX38" fmla="*/ 1646040 w 2634807"/>
                  <a:gd name="connsiteY38" fmla="*/ 710335 h 1040522"/>
                  <a:gd name="connsiteX39" fmla="*/ 1640086 w 2634807"/>
                  <a:gd name="connsiteY39" fmla="*/ 711183 h 1040522"/>
                  <a:gd name="connsiteX40" fmla="*/ 1637474 w 2634807"/>
                  <a:gd name="connsiteY40" fmla="*/ 711136 h 1040522"/>
                  <a:gd name="connsiteX41" fmla="*/ 1665949 w 2634807"/>
                  <a:gd name="connsiteY41" fmla="*/ 716148 h 1040522"/>
                  <a:gd name="connsiteX42" fmla="*/ 1805196 w 2634807"/>
                  <a:gd name="connsiteY42" fmla="*/ 749165 h 1040522"/>
                  <a:gd name="connsiteX43" fmla="*/ 1929687 w 2634807"/>
                  <a:gd name="connsiteY43" fmla="*/ 772581 h 1040522"/>
                  <a:gd name="connsiteX44" fmla="*/ 1994804 w 2634807"/>
                  <a:gd name="connsiteY44" fmla="*/ 774534 h 1040522"/>
                  <a:gd name="connsiteX45" fmla="*/ 2097220 w 2634807"/>
                  <a:gd name="connsiteY45" fmla="*/ 745330 h 1040522"/>
                  <a:gd name="connsiteX46" fmla="*/ 2118777 w 2634807"/>
                  <a:gd name="connsiteY46" fmla="*/ 727938 h 1040522"/>
                  <a:gd name="connsiteX47" fmla="*/ 2123389 w 2634807"/>
                  <a:gd name="connsiteY47" fmla="*/ 724573 h 1040522"/>
                  <a:gd name="connsiteX48" fmla="*/ 2198390 w 2634807"/>
                  <a:gd name="connsiteY48" fmla="*/ 683390 h 1040522"/>
                  <a:gd name="connsiteX49" fmla="*/ 2250658 w 2634807"/>
                  <a:gd name="connsiteY49" fmla="*/ 639712 h 1040522"/>
                  <a:gd name="connsiteX50" fmla="*/ 2308855 w 2634807"/>
                  <a:gd name="connsiteY50" fmla="*/ 568900 h 1040522"/>
                  <a:gd name="connsiteX51" fmla="*/ 2407531 w 2634807"/>
                  <a:gd name="connsiteY51" fmla="*/ 409133 h 1040522"/>
                  <a:gd name="connsiteX52" fmla="*/ 2487967 w 2634807"/>
                  <a:gd name="connsiteY52" fmla="*/ 285771 h 1040522"/>
                  <a:gd name="connsiteX53" fmla="*/ 2546118 w 2634807"/>
                  <a:gd name="connsiteY53" fmla="*/ 224020 h 1040522"/>
                  <a:gd name="connsiteX54" fmla="*/ 2549695 w 2634807"/>
                  <a:gd name="connsiteY54" fmla="*/ 218019 h 1040522"/>
                  <a:gd name="connsiteX55" fmla="*/ 2552896 w 2634807"/>
                  <a:gd name="connsiteY55" fmla="*/ 212747 h 1040522"/>
                  <a:gd name="connsiteX56" fmla="*/ 2553460 w 2634807"/>
                  <a:gd name="connsiteY56" fmla="*/ 213618 h 1040522"/>
                  <a:gd name="connsiteX57" fmla="*/ 2553249 w 2634807"/>
                  <a:gd name="connsiteY57" fmla="*/ 214183 h 1040522"/>
                  <a:gd name="connsiteX58" fmla="*/ 2557744 w 2634807"/>
                  <a:gd name="connsiteY58" fmla="*/ 217477 h 1040522"/>
                  <a:gd name="connsiteX59" fmla="*/ 2584595 w 2634807"/>
                  <a:gd name="connsiteY59" fmla="*/ 206887 h 1040522"/>
                  <a:gd name="connsiteX60" fmla="*/ 2602622 w 2634807"/>
                  <a:gd name="connsiteY60" fmla="*/ 206864 h 1040522"/>
                  <a:gd name="connsiteX61" fmla="*/ 2630744 w 2634807"/>
                  <a:gd name="connsiteY61" fmla="*/ 228209 h 1040522"/>
                  <a:gd name="connsiteX62" fmla="*/ 2634227 w 2634807"/>
                  <a:gd name="connsiteY62" fmla="*/ 242093 h 1040522"/>
                  <a:gd name="connsiteX63" fmla="*/ 2634274 w 2634807"/>
                  <a:gd name="connsiteY63" fmla="*/ 253954 h 1040522"/>
                  <a:gd name="connsiteX64" fmla="*/ 2634133 w 2634807"/>
                  <a:gd name="connsiteY64" fmla="*/ 257461 h 1040522"/>
                  <a:gd name="connsiteX65" fmla="*/ 2633121 w 2634807"/>
                  <a:gd name="connsiteY65" fmla="*/ 263626 h 1040522"/>
                  <a:gd name="connsiteX66" fmla="*/ 2616271 w 2634807"/>
                  <a:gd name="connsiteY66" fmla="*/ 323613 h 1040522"/>
                  <a:gd name="connsiteX67" fmla="*/ 2579394 w 2634807"/>
                  <a:gd name="connsiteY67" fmla="*/ 414381 h 1040522"/>
                  <a:gd name="connsiteX68" fmla="*/ 2508183 w 2634807"/>
                  <a:gd name="connsiteY68" fmla="*/ 567088 h 1040522"/>
                  <a:gd name="connsiteX69" fmla="*/ 2441066 w 2634807"/>
                  <a:gd name="connsiteY69" fmla="*/ 690826 h 1040522"/>
                  <a:gd name="connsiteX70" fmla="*/ 2400424 w 2634807"/>
                  <a:gd name="connsiteY70" fmla="*/ 741352 h 1040522"/>
                  <a:gd name="connsiteX71" fmla="*/ 2361758 w 2634807"/>
                  <a:gd name="connsiteY71" fmla="*/ 779359 h 1040522"/>
                  <a:gd name="connsiteX72" fmla="*/ 2307961 w 2634807"/>
                  <a:gd name="connsiteY72" fmla="*/ 826519 h 1040522"/>
                  <a:gd name="connsiteX73" fmla="*/ 2234702 w 2634807"/>
                  <a:gd name="connsiteY73" fmla="*/ 885871 h 1040522"/>
                  <a:gd name="connsiteX74" fmla="*/ 2171444 w 2634807"/>
                  <a:gd name="connsiteY74" fmla="*/ 932631 h 1040522"/>
                  <a:gd name="connsiteX75" fmla="*/ 2098892 w 2634807"/>
                  <a:gd name="connsiteY75" fmla="*/ 980663 h 1040522"/>
                  <a:gd name="connsiteX76" fmla="*/ 1987203 w 2634807"/>
                  <a:gd name="connsiteY76" fmla="*/ 1030365 h 1040522"/>
                  <a:gd name="connsiteX77" fmla="*/ 1966846 w 2634807"/>
                  <a:gd name="connsiteY77" fmla="*/ 1035024 h 1040522"/>
                  <a:gd name="connsiteX78" fmla="*/ 1960727 w 2634807"/>
                  <a:gd name="connsiteY78" fmla="*/ 1036154 h 1040522"/>
                  <a:gd name="connsiteX79" fmla="*/ 1960139 w 2634807"/>
                  <a:gd name="connsiteY79" fmla="*/ 1036131 h 1040522"/>
                  <a:gd name="connsiteX80" fmla="*/ 1959574 w 2634807"/>
                  <a:gd name="connsiteY80" fmla="*/ 1036225 h 1040522"/>
                  <a:gd name="connsiteX81" fmla="*/ 1953409 w 2634807"/>
                  <a:gd name="connsiteY81" fmla="*/ 1037331 h 1040522"/>
                  <a:gd name="connsiteX82" fmla="*/ 1951102 w 2634807"/>
                  <a:gd name="connsiteY82" fmla="*/ 1037448 h 1040522"/>
                  <a:gd name="connsiteX83" fmla="*/ 1943713 w 2634807"/>
                  <a:gd name="connsiteY83" fmla="*/ 1038531 h 1040522"/>
                  <a:gd name="connsiteX84" fmla="*/ 1940207 w 2634807"/>
                  <a:gd name="connsiteY84" fmla="*/ 1038672 h 1040522"/>
                  <a:gd name="connsiteX85" fmla="*/ 1926816 w 2634807"/>
                  <a:gd name="connsiteY85" fmla="*/ 1039755 h 1040522"/>
                  <a:gd name="connsiteX86" fmla="*/ 1920838 w 2634807"/>
                  <a:gd name="connsiteY86" fmla="*/ 1039919 h 1040522"/>
                  <a:gd name="connsiteX87" fmla="*/ 1893093 w 2634807"/>
                  <a:gd name="connsiteY87" fmla="*/ 1039872 h 1040522"/>
                  <a:gd name="connsiteX88" fmla="*/ 1887139 w 2634807"/>
                  <a:gd name="connsiteY88" fmla="*/ 1039755 h 1040522"/>
                  <a:gd name="connsiteX89" fmla="*/ 1871348 w 2634807"/>
                  <a:gd name="connsiteY89" fmla="*/ 1038719 h 1040522"/>
                  <a:gd name="connsiteX90" fmla="*/ 1867771 w 2634807"/>
                  <a:gd name="connsiteY90" fmla="*/ 1038555 h 1040522"/>
                  <a:gd name="connsiteX91" fmla="*/ 1856805 w 2634807"/>
                  <a:gd name="connsiteY91" fmla="*/ 1037448 h 1040522"/>
                  <a:gd name="connsiteX92" fmla="*/ 1854474 w 2634807"/>
                  <a:gd name="connsiteY92" fmla="*/ 1037354 h 1040522"/>
                  <a:gd name="connsiteX93" fmla="*/ 1845932 w 2634807"/>
                  <a:gd name="connsiteY93" fmla="*/ 1036319 h 1040522"/>
                  <a:gd name="connsiteX94" fmla="*/ 1843555 w 2634807"/>
                  <a:gd name="connsiteY94" fmla="*/ 1036178 h 1040522"/>
                  <a:gd name="connsiteX95" fmla="*/ 1836260 w 2634807"/>
                  <a:gd name="connsiteY95" fmla="*/ 1035142 h 1040522"/>
                  <a:gd name="connsiteX96" fmla="*/ 1833883 w 2634807"/>
                  <a:gd name="connsiteY96" fmla="*/ 1034977 h 1040522"/>
                  <a:gd name="connsiteX97" fmla="*/ 1827788 w 2634807"/>
                  <a:gd name="connsiteY97" fmla="*/ 1033942 h 1040522"/>
                  <a:gd name="connsiteX98" fmla="*/ 1825411 w 2634807"/>
                  <a:gd name="connsiteY98" fmla="*/ 1033777 h 1040522"/>
                  <a:gd name="connsiteX99" fmla="*/ 1819293 w 2634807"/>
                  <a:gd name="connsiteY99" fmla="*/ 1032718 h 1040522"/>
                  <a:gd name="connsiteX100" fmla="*/ 1803642 w 2634807"/>
                  <a:gd name="connsiteY100" fmla="*/ 1030153 h 1040522"/>
                  <a:gd name="connsiteX101" fmla="*/ 1797477 w 2634807"/>
                  <a:gd name="connsiteY101" fmla="*/ 1028976 h 1040522"/>
                  <a:gd name="connsiteX102" fmla="*/ 1744456 w 2634807"/>
                  <a:gd name="connsiteY102" fmla="*/ 1017539 h 1040522"/>
                  <a:gd name="connsiteX103" fmla="*/ 1558708 w 2634807"/>
                  <a:gd name="connsiteY103" fmla="*/ 960424 h 1040522"/>
                  <a:gd name="connsiteX104" fmla="*/ 1441418 w 2634807"/>
                  <a:gd name="connsiteY104" fmla="*/ 922323 h 1040522"/>
                  <a:gd name="connsiteX105" fmla="*/ 1329400 w 2634807"/>
                  <a:gd name="connsiteY105" fmla="*/ 890483 h 1040522"/>
                  <a:gd name="connsiteX106" fmla="*/ 1320057 w 2634807"/>
                  <a:gd name="connsiteY106" fmla="*/ 888741 h 1040522"/>
                  <a:gd name="connsiteX107" fmla="*/ 1313962 w 2634807"/>
                  <a:gd name="connsiteY107" fmla="*/ 887706 h 1040522"/>
                  <a:gd name="connsiteX108" fmla="*/ 1311608 w 2634807"/>
                  <a:gd name="connsiteY108" fmla="*/ 887541 h 1040522"/>
                  <a:gd name="connsiteX109" fmla="*/ 1305513 w 2634807"/>
                  <a:gd name="connsiteY109" fmla="*/ 886529 h 1040522"/>
                  <a:gd name="connsiteX110" fmla="*/ 1303136 w 2634807"/>
                  <a:gd name="connsiteY110" fmla="*/ 886341 h 1040522"/>
                  <a:gd name="connsiteX111" fmla="*/ 1294594 w 2634807"/>
                  <a:gd name="connsiteY111" fmla="*/ 885188 h 1040522"/>
                  <a:gd name="connsiteX112" fmla="*/ 1294029 w 2634807"/>
                  <a:gd name="connsiteY112" fmla="*/ 885094 h 1040522"/>
                  <a:gd name="connsiteX113" fmla="*/ 1293464 w 2634807"/>
                  <a:gd name="connsiteY113" fmla="*/ 885117 h 1040522"/>
                  <a:gd name="connsiteX114" fmla="*/ 1284945 w 2634807"/>
                  <a:gd name="connsiteY114" fmla="*/ 884058 h 1040522"/>
                  <a:gd name="connsiteX115" fmla="*/ 1282592 w 2634807"/>
                  <a:gd name="connsiteY115" fmla="*/ 883917 h 1040522"/>
                  <a:gd name="connsiteX116" fmla="*/ 1274049 w 2634807"/>
                  <a:gd name="connsiteY116" fmla="*/ 882834 h 1040522"/>
                  <a:gd name="connsiteX117" fmla="*/ 1271696 w 2634807"/>
                  <a:gd name="connsiteY117" fmla="*/ 882717 h 1040522"/>
                  <a:gd name="connsiteX118" fmla="*/ 1261977 w 2634807"/>
                  <a:gd name="connsiteY118" fmla="*/ 881634 h 1040522"/>
                  <a:gd name="connsiteX119" fmla="*/ 1258446 w 2634807"/>
                  <a:gd name="connsiteY119" fmla="*/ 881470 h 1040522"/>
                  <a:gd name="connsiteX120" fmla="*/ 1247456 w 2634807"/>
                  <a:gd name="connsiteY120" fmla="*/ 880434 h 1040522"/>
                  <a:gd name="connsiteX121" fmla="*/ 1243903 w 2634807"/>
                  <a:gd name="connsiteY121" fmla="*/ 880293 h 1040522"/>
                  <a:gd name="connsiteX122" fmla="*/ 1228112 w 2634807"/>
                  <a:gd name="connsiteY122" fmla="*/ 879234 h 1040522"/>
                  <a:gd name="connsiteX123" fmla="*/ 1222158 w 2634807"/>
                  <a:gd name="connsiteY123" fmla="*/ 879069 h 1040522"/>
                  <a:gd name="connsiteX124" fmla="*/ 1207191 w 2634807"/>
                  <a:gd name="connsiteY124" fmla="*/ 878575 h 1040522"/>
                  <a:gd name="connsiteX125" fmla="*/ 1156595 w 2634807"/>
                  <a:gd name="connsiteY125" fmla="*/ 879069 h 1040522"/>
                  <a:gd name="connsiteX126" fmla="*/ 1150664 w 2634807"/>
                  <a:gd name="connsiteY126" fmla="*/ 879210 h 1040522"/>
                  <a:gd name="connsiteX127" fmla="*/ 1137250 w 2634807"/>
                  <a:gd name="connsiteY127" fmla="*/ 880293 h 1040522"/>
                  <a:gd name="connsiteX128" fmla="*/ 1133720 w 2634807"/>
                  <a:gd name="connsiteY128" fmla="*/ 880458 h 1040522"/>
                  <a:gd name="connsiteX129" fmla="*/ 1123954 w 2634807"/>
                  <a:gd name="connsiteY129" fmla="*/ 881517 h 1040522"/>
                  <a:gd name="connsiteX130" fmla="*/ 1121648 w 2634807"/>
                  <a:gd name="connsiteY130" fmla="*/ 881611 h 1040522"/>
                  <a:gd name="connsiteX131" fmla="*/ 1113081 w 2634807"/>
                  <a:gd name="connsiteY131" fmla="*/ 882740 h 1040522"/>
                  <a:gd name="connsiteX132" fmla="*/ 1110728 w 2634807"/>
                  <a:gd name="connsiteY132" fmla="*/ 882882 h 1040522"/>
                  <a:gd name="connsiteX133" fmla="*/ 1103409 w 2634807"/>
                  <a:gd name="connsiteY133" fmla="*/ 883941 h 1040522"/>
                  <a:gd name="connsiteX134" fmla="*/ 1102844 w 2634807"/>
                  <a:gd name="connsiteY134" fmla="*/ 883917 h 1040522"/>
                  <a:gd name="connsiteX135" fmla="*/ 1102280 w 2634807"/>
                  <a:gd name="connsiteY135" fmla="*/ 884011 h 1040522"/>
                  <a:gd name="connsiteX136" fmla="*/ 1096067 w 2634807"/>
                  <a:gd name="connsiteY136" fmla="*/ 885117 h 1040522"/>
                  <a:gd name="connsiteX137" fmla="*/ 0 w 2634807"/>
                  <a:gd name="connsiteY13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372748 w 2634807"/>
                  <a:gd name="connsiteY11" fmla="*/ 353594 h 1040522"/>
                  <a:gd name="connsiteX12" fmla="*/ 1423391 w 2634807"/>
                  <a:gd name="connsiteY12" fmla="*/ 375315 h 1040522"/>
                  <a:gd name="connsiteX13" fmla="*/ 1576641 w 2634807"/>
                  <a:gd name="connsiteY13" fmla="*/ 441397 h 1040522"/>
                  <a:gd name="connsiteX14" fmla="*/ 1617706 w 2634807"/>
                  <a:gd name="connsiteY14" fmla="*/ 458364 h 1040522"/>
                  <a:gd name="connsiteX15" fmla="*/ 1663055 w 2634807"/>
                  <a:gd name="connsiteY15" fmla="*/ 476226 h 1040522"/>
                  <a:gd name="connsiteX16" fmla="*/ 1742221 w 2634807"/>
                  <a:gd name="connsiteY16" fmla="*/ 503383 h 1040522"/>
                  <a:gd name="connsiteX17" fmla="*/ 1878479 w 2634807"/>
                  <a:gd name="connsiteY17" fmla="*/ 535789 h 1040522"/>
                  <a:gd name="connsiteX18" fmla="*/ 1961857 w 2634807"/>
                  <a:gd name="connsiteY18" fmla="*/ 545061 h 1040522"/>
                  <a:gd name="connsiteX19" fmla="*/ 2101362 w 2634807"/>
                  <a:gd name="connsiteY19" fmla="*/ 566524 h 1040522"/>
                  <a:gd name="connsiteX20" fmla="*/ 2142663 w 2634807"/>
                  <a:gd name="connsiteY20" fmla="*/ 583185 h 1040522"/>
                  <a:gd name="connsiteX21" fmla="*/ 2167397 w 2634807"/>
                  <a:gd name="connsiteY21" fmla="*/ 630134 h 1040522"/>
                  <a:gd name="connsiteX22" fmla="*/ 2167491 w 2634807"/>
                  <a:gd name="connsiteY22" fmla="*/ 638559 h 1040522"/>
                  <a:gd name="connsiteX23" fmla="*/ 2133768 w 2634807"/>
                  <a:gd name="connsiteY23" fmla="*/ 711653 h 1040522"/>
                  <a:gd name="connsiteX24" fmla="*/ 2127555 w 2634807"/>
                  <a:gd name="connsiteY24" fmla="*/ 718196 h 1040522"/>
                  <a:gd name="connsiteX25" fmla="*/ 2111011 w 2634807"/>
                  <a:gd name="connsiteY25" fmla="*/ 728621 h 1040522"/>
                  <a:gd name="connsiteX26" fmla="*/ 2093785 w 2634807"/>
                  <a:gd name="connsiteY26" fmla="*/ 736646 h 1040522"/>
                  <a:gd name="connsiteX27" fmla="*/ 2034104 w 2634807"/>
                  <a:gd name="connsiteY27" fmla="*/ 752272 h 1040522"/>
                  <a:gd name="connsiteX28" fmla="*/ 1986190 w 2634807"/>
                  <a:gd name="connsiteY28" fmla="*/ 755755 h 1040522"/>
                  <a:gd name="connsiteX29" fmla="*/ 1915591 w 2634807"/>
                  <a:gd name="connsiteY29" fmla="*/ 750107 h 1040522"/>
                  <a:gd name="connsiteX30" fmla="*/ 1799830 w 2634807"/>
                  <a:gd name="connsiteY30" fmla="*/ 729562 h 1040522"/>
                  <a:gd name="connsiteX31" fmla="*/ 1719370 w 2634807"/>
                  <a:gd name="connsiteY31" fmla="*/ 716125 h 1040522"/>
                  <a:gd name="connsiteX32" fmla="*/ 1709274 w 2634807"/>
                  <a:gd name="connsiteY32" fmla="*/ 714736 h 1040522"/>
                  <a:gd name="connsiteX33" fmla="*/ 1699578 w 2634807"/>
                  <a:gd name="connsiteY33" fmla="*/ 713536 h 1040522"/>
                  <a:gd name="connsiteX34" fmla="*/ 1696001 w 2634807"/>
                  <a:gd name="connsiteY34" fmla="*/ 713512 h 1040522"/>
                  <a:gd name="connsiteX35" fmla="*/ 1658489 w 2634807"/>
                  <a:gd name="connsiteY35" fmla="*/ 711065 h 1040522"/>
                  <a:gd name="connsiteX36" fmla="*/ 1649664 w 2634807"/>
                  <a:gd name="connsiteY36" fmla="*/ 710218 h 1040522"/>
                  <a:gd name="connsiteX37" fmla="*/ 1646040 w 2634807"/>
                  <a:gd name="connsiteY37" fmla="*/ 710335 h 1040522"/>
                  <a:gd name="connsiteX38" fmla="*/ 1640086 w 2634807"/>
                  <a:gd name="connsiteY38" fmla="*/ 711183 h 1040522"/>
                  <a:gd name="connsiteX39" fmla="*/ 1637474 w 2634807"/>
                  <a:gd name="connsiteY39" fmla="*/ 711136 h 1040522"/>
                  <a:gd name="connsiteX40" fmla="*/ 1665949 w 2634807"/>
                  <a:gd name="connsiteY40" fmla="*/ 716148 h 1040522"/>
                  <a:gd name="connsiteX41" fmla="*/ 1805196 w 2634807"/>
                  <a:gd name="connsiteY41" fmla="*/ 749165 h 1040522"/>
                  <a:gd name="connsiteX42" fmla="*/ 1929687 w 2634807"/>
                  <a:gd name="connsiteY42" fmla="*/ 772581 h 1040522"/>
                  <a:gd name="connsiteX43" fmla="*/ 1994804 w 2634807"/>
                  <a:gd name="connsiteY43" fmla="*/ 774534 h 1040522"/>
                  <a:gd name="connsiteX44" fmla="*/ 2097220 w 2634807"/>
                  <a:gd name="connsiteY44" fmla="*/ 745330 h 1040522"/>
                  <a:gd name="connsiteX45" fmla="*/ 2118777 w 2634807"/>
                  <a:gd name="connsiteY45" fmla="*/ 727938 h 1040522"/>
                  <a:gd name="connsiteX46" fmla="*/ 2123389 w 2634807"/>
                  <a:gd name="connsiteY46" fmla="*/ 724573 h 1040522"/>
                  <a:gd name="connsiteX47" fmla="*/ 2198390 w 2634807"/>
                  <a:gd name="connsiteY47" fmla="*/ 683390 h 1040522"/>
                  <a:gd name="connsiteX48" fmla="*/ 2250658 w 2634807"/>
                  <a:gd name="connsiteY48" fmla="*/ 639712 h 1040522"/>
                  <a:gd name="connsiteX49" fmla="*/ 2308855 w 2634807"/>
                  <a:gd name="connsiteY49" fmla="*/ 568900 h 1040522"/>
                  <a:gd name="connsiteX50" fmla="*/ 2407531 w 2634807"/>
                  <a:gd name="connsiteY50" fmla="*/ 409133 h 1040522"/>
                  <a:gd name="connsiteX51" fmla="*/ 2487967 w 2634807"/>
                  <a:gd name="connsiteY51" fmla="*/ 285771 h 1040522"/>
                  <a:gd name="connsiteX52" fmla="*/ 2546118 w 2634807"/>
                  <a:gd name="connsiteY52" fmla="*/ 224020 h 1040522"/>
                  <a:gd name="connsiteX53" fmla="*/ 2549695 w 2634807"/>
                  <a:gd name="connsiteY53" fmla="*/ 218019 h 1040522"/>
                  <a:gd name="connsiteX54" fmla="*/ 2552896 w 2634807"/>
                  <a:gd name="connsiteY54" fmla="*/ 212747 h 1040522"/>
                  <a:gd name="connsiteX55" fmla="*/ 2553460 w 2634807"/>
                  <a:gd name="connsiteY55" fmla="*/ 213618 h 1040522"/>
                  <a:gd name="connsiteX56" fmla="*/ 2553249 w 2634807"/>
                  <a:gd name="connsiteY56" fmla="*/ 214183 h 1040522"/>
                  <a:gd name="connsiteX57" fmla="*/ 2557744 w 2634807"/>
                  <a:gd name="connsiteY57" fmla="*/ 217477 h 1040522"/>
                  <a:gd name="connsiteX58" fmla="*/ 2584595 w 2634807"/>
                  <a:gd name="connsiteY58" fmla="*/ 206887 h 1040522"/>
                  <a:gd name="connsiteX59" fmla="*/ 2602622 w 2634807"/>
                  <a:gd name="connsiteY59" fmla="*/ 206864 h 1040522"/>
                  <a:gd name="connsiteX60" fmla="*/ 2630744 w 2634807"/>
                  <a:gd name="connsiteY60" fmla="*/ 228209 h 1040522"/>
                  <a:gd name="connsiteX61" fmla="*/ 2634227 w 2634807"/>
                  <a:gd name="connsiteY61" fmla="*/ 242093 h 1040522"/>
                  <a:gd name="connsiteX62" fmla="*/ 2634274 w 2634807"/>
                  <a:gd name="connsiteY62" fmla="*/ 253954 h 1040522"/>
                  <a:gd name="connsiteX63" fmla="*/ 2634133 w 2634807"/>
                  <a:gd name="connsiteY63" fmla="*/ 257461 h 1040522"/>
                  <a:gd name="connsiteX64" fmla="*/ 2633121 w 2634807"/>
                  <a:gd name="connsiteY64" fmla="*/ 263626 h 1040522"/>
                  <a:gd name="connsiteX65" fmla="*/ 2616271 w 2634807"/>
                  <a:gd name="connsiteY65" fmla="*/ 323613 h 1040522"/>
                  <a:gd name="connsiteX66" fmla="*/ 2579394 w 2634807"/>
                  <a:gd name="connsiteY66" fmla="*/ 414381 h 1040522"/>
                  <a:gd name="connsiteX67" fmla="*/ 2508183 w 2634807"/>
                  <a:gd name="connsiteY67" fmla="*/ 567088 h 1040522"/>
                  <a:gd name="connsiteX68" fmla="*/ 2441066 w 2634807"/>
                  <a:gd name="connsiteY68" fmla="*/ 690826 h 1040522"/>
                  <a:gd name="connsiteX69" fmla="*/ 2400424 w 2634807"/>
                  <a:gd name="connsiteY69" fmla="*/ 741352 h 1040522"/>
                  <a:gd name="connsiteX70" fmla="*/ 2361758 w 2634807"/>
                  <a:gd name="connsiteY70" fmla="*/ 779359 h 1040522"/>
                  <a:gd name="connsiteX71" fmla="*/ 2307961 w 2634807"/>
                  <a:gd name="connsiteY71" fmla="*/ 826519 h 1040522"/>
                  <a:gd name="connsiteX72" fmla="*/ 2234702 w 2634807"/>
                  <a:gd name="connsiteY72" fmla="*/ 885871 h 1040522"/>
                  <a:gd name="connsiteX73" fmla="*/ 2171444 w 2634807"/>
                  <a:gd name="connsiteY73" fmla="*/ 932631 h 1040522"/>
                  <a:gd name="connsiteX74" fmla="*/ 2098892 w 2634807"/>
                  <a:gd name="connsiteY74" fmla="*/ 980663 h 1040522"/>
                  <a:gd name="connsiteX75" fmla="*/ 1987203 w 2634807"/>
                  <a:gd name="connsiteY75" fmla="*/ 1030365 h 1040522"/>
                  <a:gd name="connsiteX76" fmla="*/ 1966846 w 2634807"/>
                  <a:gd name="connsiteY76" fmla="*/ 1035024 h 1040522"/>
                  <a:gd name="connsiteX77" fmla="*/ 1960727 w 2634807"/>
                  <a:gd name="connsiteY77" fmla="*/ 1036154 h 1040522"/>
                  <a:gd name="connsiteX78" fmla="*/ 1960139 w 2634807"/>
                  <a:gd name="connsiteY78" fmla="*/ 1036131 h 1040522"/>
                  <a:gd name="connsiteX79" fmla="*/ 1959574 w 2634807"/>
                  <a:gd name="connsiteY79" fmla="*/ 1036225 h 1040522"/>
                  <a:gd name="connsiteX80" fmla="*/ 1953409 w 2634807"/>
                  <a:gd name="connsiteY80" fmla="*/ 1037331 h 1040522"/>
                  <a:gd name="connsiteX81" fmla="*/ 1951102 w 2634807"/>
                  <a:gd name="connsiteY81" fmla="*/ 1037448 h 1040522"/>
                  <a:gd name="connsiteX82" fmla="*/ 1943713 w 2634807"/>
                  <a:gd name="connsiteY82" fmla="*/ 1038531 h 1040522"/>
                  <a:gd name="connsiteX83" fmla="*/ 1940207 w 2634807"/>
                  <a:gd name="connsiteY83" fmla="*/ 1038672 h 1040522"/>
                  <a:gd name="connsiteX84" fmla="*/ 1926816 w 2634807"/>
                  <a:gd name="connsiteY84" fmla="*/ 1039755 h 1040522"/>
                  <a:gd name="connsiteX85" fmla="*/ 1920838 w 2634807"/>
                  <a:gd name="connsiteY85" fmla="*/ 1039919 h 1040522"/>
                  <a:gd name="connsiteX86" fmla="*/ 1893093 w 2634807"/>
                  <a:gd name="connsiteY86" fmla="*/ 1039872 h 1040522"/>
                  <a:gd name="connsiteX87" fmla="*/ 1887139 w 2634807"/>
                  <a:gd name="connsiteY87" fmla="*/ 1039755 h 1040522"/>
                  <a:gd name="connsiteX88" fmla="*/ 1871348 w 2634807"/>
                  <a:gd name="connsiteY88" fmla="*/ 1038719 h 1040522"/>
                  <a:gd name="connsiteX89" fmla="*/ 1867771 w 2634807"/>
                  <a:gd name="connsiteY89" fmla="*/ 1038555 h 1040522"/>
                  <a:gd name="connsiteX90" fmla="*/ 1856805 w 2634807"/>
                  <a:gd name="connsiteY90" fmla="*/ 1037448 h 1040522"/>
                  <a:gd name="connsiteX91" fmla="*/ 1854474 w 2634807"/>
                  <a:gd name="connsiteY91" fmla="*/ 1037354 h 1040522"/>
                  <a:gd name="connsiteX92" fmla="*/ 1845932 w 2634807"/>
                  <a:gd name="connsiteY92" fmla="*/ 1036319 h 1040522"/>
                  <a:gd name="connsiteX93" fmla="*/ 1843555 w 2634807"/>
                  <a:gd name="connsiteY93" fmla="*/ 1036178 h 1040522"/>
                  <a:gd name="connsiteX94" fmla="*/ 1836260 w 2634807"/>
                  <a:gd name="connsiteY94" fmla="*/ 1035142 h 1040522"/>
                  <a:gd name="connsiteX95" fmla="*/ 1833883 w 2634807"/>
                  <a:gd name="connsiteY95" fmla="*/ 1034977 h 1040522"/>
                  <a:gd name="connsiteX96" fmla="*/ 1827788 w 2634807"/>
                  <a:gd name="connsiteY96" fmla="*/ 1033942 h 1040522"/>
                  <a:gd name="connsiteX97" fmla="*/ 1825411 w 2634807"/>
                  <a:gd name="connsiteY97" fmla="*/ 1033777 h 1040522"/>
                  <a:gd name="connsiteX98" fmla="*/ 1819293 w 2634807"/>
                  <a:gd name="connsiteY98" fmla="*/ 1032718 h 1040522"/>
                  <a:gd name="connsiteX99" fmla="*/ 1803642 w 2634807"/>
                  <a:gd name="connsiteY99" fmla="*/ 1030153 h 1040522"/>
                  <a:gd name="connsiteX100" fmla="*/ 1797477 w 2634807"/>
                  <a:gd name="connsiteY100" fmla="*/ 1028976 h 1040522"/>
                  <a:gd name="connsiteX101" fmla="*/ 1744456 w 2634807"/>
                  <a:gd name="connsiteY101" fmla="*/ 1017539 h 1040522"/>
                  <a:gd name="connsiteX102" fmla="*/ 1558708 w 2634807"/>
                  <a:gd name="connsiteY102" fmla="*/ 960424 h 1040522"/>
                  <a:gd name="connsiteX103" fmla="*/ 1441418 w 2634807"/>
                  <a:gd name="connsiteY103" fmla="*/ 922323 h 1040522"/>
                  <a:gd name="connsiteX104" fmla="*/ 1329400 w 2634807"/>
                  <a:gd name="connsiteY104" fmla="*/ 890483 h 1040522"/>
                  <a:gd name="connsiteX105" fmla="*/ 1320057 w 2634807"/>
                  <a:gd name="connsiteY105" fmla="*/ 888741 h 1040522"/>
                  <a:gd name="connsiteX106" fmla="*/ 1313962 w 2634807"/>
                  <a:gd name="connsiteY106" fmla="*/ 887706 h 1040522"/>
                  <a:gd name="connsiteX107" fmla="*/ 1311608 w 2634807"/>
                  <a:gd name="connsiteY107" fmla="*/ 887541 h 1040522"/>
                  <a:gd name="connsiteX108" fmla="*/ 1305513 w 2634807"/>
                  <a:gd name="connsiteY108" fmla="*/ 886529 h 1040522"/>
                  <a:gd name="connsiteX109" fmla="*/ 1303136 w 2634807"/>
                  <a:gd name="connsiteY109" fmla="*/ 886341 h 1040522"/>
                  <a:gd name="connsiteX110" fmla="*/ 1294594 w 2634807"/>
                  <a:gd name="connsiteY110" fmla="*/ 885188 h 1040522"/>
                  <a:gd name="connsiteX111" fmla="*/ 1294029 w 2634807"/>
                  <a:gd name="connsiteY111" fmla="*/ 885094 h 1040522"/>
                  <a:gd name="connsiteX112" fmla="*/ 1293464 w 2634807"/>
                  <a:gd name="connsiteY112" fmla="*/ 885117 h 1040522"/>
                  <a:gd name="connsiteX113" fmla="*/ 1284945 w 2634807"/>
                  <a:gd name="connsiteY113" fmla="*/ 884058 h 1040522"/>
                  <a:gd name="connsiteX114" fmla="*/ 1282592 w 2634807"/>
                  <a:gd name="connsiteY114" fmla="*/ 883917 h 1040522"/>
                  <a:gd name="connsiteX115" fmla="*/ 1274049 w 2634807"/>
                  <a:gd name="connsiteY115" fmla="*/ 882834 h 1040522"/>
                  <a:gd name="connsiteX116" fmla="*/ 1271696 w 2634807"/>
                  <a:gd name="connsiteY116" fmla="*/ 882717 h 1040522"/>
                  <a:gd name="connsiteX117" fmla="*/ 1261977 w 2634807"/>
                  <a:gd name="connsiteY117" fmla="*/ 881634 h 1040522"/>
                  <a:gd name="connsiteX118" fmla="*/ 1258446 w 2634807"/>
                  <a:gd name="connsiteY118" fmla="*/ 881470 h 1040522"/>
                  <a:gd name="connsiteX119" fmla="*/ 1247456 w 2634807"/>
                  <a:gd name="connsiteY119" fmla="*/ 880434 h 1040522"/>
                  <a:gd name="connsiteX120" fmla="*/ 1243903 w 2634807"/>
                  <a:gd name="connsiteY120" fmla="*/ 880293 h 1040522"/>
                  <a:gd name="connsiteX121" fmla="*/ 1228112 w 2634807"/>
                  <a:gd name="connsiteY121" fmla="*/ 879234 h 1040522"/>
                  <a:gd name="connsiteX122" fmla="*/ 1222158 w 2634807"/>
                  <a:gd name="connsiteY122" fmla="*/ 879069 h 1040522"/>
                  <a:gd name="connsiteX123" fmla="*/ 1207191 w 2634807"/>
                  <a:gd name="connsiteY123" fmla="*/ 878575 h 1040522"/>
                  <a:gd name="connsiteX124" fmla="*/ 1156595 w 2634807"/>
                  <a:gd name="connsiteY124" fmla="*/ 879069 h 1040522"/>
                  <a:gd name="connsiteX125" fmla="*/ 1150664 w 2634807"/>
                  <a:gd name="connsiteY125" fmla="*/ 879210 h 1040522"/>
                  <a:gd name="connsiteX126" fmla="*/ 1137250 w 2634807"/>
                  <a:gd name="connsiteY126" fmla="*/ 880293 h 1040522"/>
                  <a:gd name="connsiteX127" fmla="*/ 1133720 w 2634807"/>
                  <a:gd name="connsiteY127" fmla="*/ 880458 h 1040522"/>
                  <a:gd name="connsiteX128" fmla="*/ 1123954 w 2634807"/>
                  <a:gd name="connsiteY128" fmla="*/ 881517 h 1040522"/>
                  <a:gd name="connsiteX129" fmla="*/ 1121648 w 2634807"/>
                  <a:gd name="connsiteY129" fmla="*/ 881611 h 1040522"/>
                  <a:gd name="connsiteX130" fmla="*/ 1113081 w 2634807"/>
                  <a:gd name="connsiteY130" fmla="*/ 882740 h 1040522"/>
                  <a:gd name="connsiteX131" fmla="*/ 1110728 w 2634807"/>
                  <a:gd name="connsiteY131" fmla="*/ 882882 h 1040522"/>
                  <a:gd name="connsiteX132" fmla="*/ 1103409 w 2634807"/>
                  <a:gd name="connsiteY132" fmla="*/ 883941 h 1040522"/>
                  <a:gd name="connsiteX133" fmla="*/ 1102844 w 2634807"/>
                  <a:gd name="connsiteY133" fmla="*/ 883917 h 1040522"/>
                  <a:gd name="connsiteX134" fmla="*/ 1102280 w 2634807"/>
                  <a:gd name="connsiteY134" fmla="*/ 884011 h 1040522"/>
                  <a:gd name="connsiteX135" fmla="*/ 1096067 w 2634807"/>
                  <a:gd name="connsiteY135" fmla="*/ 885117 h 1040522"/>
                  <a:gd name="connsiteX136" fmla="*/ 0 w 2634807"/>
                  <a:gd name="connsiteY13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96067 w 2634807"/>
                  <a:gd name="connsiteY134" fmla="*/ 885117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1037184 w 2634807"/>
                  <a:gd name="connsiteY134" fmla="*/ 869339 h 1040522"/>
                  <a:gd name="connsiteX135" fmla="*/ 0 w 2634807"/>
                  <a:gd name="connsiteY13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1102280 w 2634807"/>
                  <a:gd name="connsiteY133" fmla="*/ 884011 h 1040522"/>
                  <a:gd name="connsiteX134" fmla="*/ 0 w 2634807"/>
                  <a:gd name="connsiteY13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1102844 w 2634807"/>
                  <a:gd name="connsiteY132" fmla="*/ 883917 h 1040522"/>
                  <a:gd name="connsiteX133" fmla="*/ 0 w 2634807"/>
                  <a:gd name="connsiteY13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1103409 w 2634807"/>
                  <a:gd name="connsiteY131" fmla="*/ 883941 h 1040522"/>
                  <a:gd name="connsiteX132" fmla="*/ 0 w 2634807"/>
                  <a:gd name="connsiteY13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1110728 w 2634807"/>
                  <a:gd name="connsiteY130" fmla="*/ 882882 h 1040522"/>
                  <a:gd name="connsiteX131" fmla="*/ 0 w 2634807"/>
                  <a:gd name="connsiteY13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1113081 w 2634807"/>
                  <a:gd name="connsiteY129" fmla="*/ 882740 h 1040522"/>
                  <a:gd name="connsiteX130" fmla="*/ 0 w 2634807"/>
                  <a:gd name="connsiteY13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1121648 w 2634807"/>
                  <a:gd name="connsiteY128" fmla="*/ 881611 h 1040522"/>
                  <a:gd name="connsiteX129" fmla="*/ 0 w 2634807"/>
                  <a:gd name="connsiteY12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1123954 w 2634807"/>
                  <a:gd name="connsiteY127" fmla="*/ 881517 h 1040522"/>
                  <a:gd name="connsiteX128" fmla="*/ 0 w 2634807"/>
                  <a:gd name="connsiteY12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1133720 w 2634807"/>
                  <a:gd name="connsiteY126" fmla="*/ 880458 h 1040522"/>
                  <a:gd name="connsiteX127" fmla="*/ 0 w 2634807"/>
                  <a:gd name="connsiteY12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1137250 w 2634807"/>
                  <a:gd name="connsiteY125" fmla="*/ 880293 h 1040522"/>
                  <a:gd name="connsiteX126" fmla="*/ 0 w 2634807"/>
                  <a:gd name="connsiteY12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1150664 w 2634807"/>
                  <a:gd name="connsiteY124" fmla="*/ 879210 h 1040522"/>
                  <a:gd name="connsiteX125" fmla="*/ 0 w 2634807"/>
                  <a:gd name="connsiteY12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22158 w 2634807"/>
                  <a:gd name="connsiteY121" fmla="*/ 879069 h 1040522"/>
                  <a:gd name="connsiteX122" fmla="*/ 1207191 w 2634807"/>
                  <a:gd name="connsiteY122" fmla="*/ 878575 h 1040522"/>
                  <a:gd name="connsiteX123" fmla="*/ 1156595 w 2634807"/>
                  <a:gd name="connsiteY123" fmla="*/ 879069 h 1040522"/>
                  <a:gd name="connsiteX124" fmla="*/ 0 w 2634807"/>
                  <a:gd name="connsiteY12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43903 w 2634807"/>
                  <a:gd name="connsiteY119" fmla="*/ 880293 h 1040522"/>
                  <a:gd name="connsiteX120" fmla="*/ 1228112 w 2634807"/>
                  <a:gd name="connsiteY120" fmla="*/ 879234 h 1040522"/>
                  <a:gd name="connsiteX121" fmla="*/ 1207191 w 2634807"/>
                  <a:gd name="connsiteY121" fmla="*/ 878575 h 1040522"/>
                  <a:gd name="connsiteX122" fmla="*/ 1156595 w 2634807"/>
                  <a:gd name="connsiteY122" fmla="*/ 879069 h 1040522"/>
                  <a:gd name="connsiteX123" fmla="*/ 0 w 2634807"/>
                  <a:gd name="connsiteY12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47456 w 2634807"/>
                  <a:gd name="connsiteY118" fmla="*/ 880434 h 1040522"/>
                  <a:gd name="connsiteX119" fmla="*/ 1228112 w 2634807"/>
                  <a:gd name="connsiteY119" fmla="*/ 879234 h 1040522"/>
                  <a:gd name="connsiteX120" fmla="*/ 1207191 w 2634807"/>
                  <a:gd name="connsiteY120" fmla="*/ 878575 h 1040522"/>
                  <a:gd name="connsiteX121" fmla="*/ 1156595 w 2634807"/>
                  <a:gd name="connsiteY121" fmla="*/ 879069 h 1040522"/>
                  <a:gd name="connsiteX122" fmla="*/ 0 w 2634807"/>
                  <a:gd name="connsiteY12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58446 w 2634807"/>
                  <a:gd name="connsiteY117" fmla="*/ 881470 h 1040522"/>
                  <a:gd name="connsiteX118" fmla="*/ 1228112 w 2634807"/>
                  <a:gd name="connsiteY118" fmla="*/ 879234 h 1040522"/>
                  <a:gd name="connsiteX119" fmla="*/ 1207191 w 2634807"/>
                  <a:gd name="connsiteY119" fmla="*/ 878575 h 1040522"/>
                  <a:gd name="connsiteX120" fmla="*/ 1156595 w 2634807"/>
                  <a:gd name="connsiteY120" fmla="*/ 879069 h 1040522"/>
                  <a:gd name="connsiteX121" fmla="*/ 0 w 2634807"/>
                  <a:gd name="connsiteY12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71696 w 2634807"/>
                  <a:gd name="connsiteY115" fmla="*/ 882717 h 1040522"/>
                  <a:gd name="connsiteX116" fmla="*/ 1261977 w 2634807"/>
                  <a:gd name="connsiteY116" fmla="*/ 881634 h 1040522"/>
                  <a:gd name="connsiteX117" fmla="*/ 1228112 w 2634807"/>
                  <a:gd name="connsiteY117" fmla="*/ 879234 h 1040522"/>
                  <a:gd name="connsiteX118" fmla="*/ 1207191 w 2634807"/>
                  <a:gd name="connsiteY118" fmla="*/ 878575 h 1040522"/>
                  <a:gd name="connsiteX119" fmla="*/ 1156595 w 2634807"/>
                  <a:gd name="connsiteY119" fmla="*/ 879069 h 1040522"/>
                  <a:gd name="connsiteX120" fmla="*/ 0 w 2634807"/>
                  <a:gd name="connsiteY12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61977 w 2634807"/>
                  <a:gd name="connsiteY115" fmla="*/ 881634 h 1040522"/>
                  <a:gd name="connsiteX116" fmla="*/ 1228112 w 2634807"/>
                  <a:gd name="connsiteY116" fmla="*/ 879234 h 1040522"/>
                  <a:gd name="connsiteX117" fmla="*/ 1207191 w 2634807"/>
                  <a:gd name="connsiteY117" fmla="*/ 878575 h 1040522"/>
                  <a:gd name="connsiteX118" fmla="*/ 1156595 w 2634807"/>
                  <a:gd name="connsiteY118" fmla="*/ 879069 h 1040522"/>
                  <a:gd name="connsiteX119" fmla="*/ 0 w 2634807"/>
                  <a:gd name="connsiteY11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93464 w 2634807"/>
                  <a:gd name="connsiteY111" fmla="*/ 885117 h 1040522"/>
                  <a:gd name="connsiteX112" fmla="*/ 1284945 w 2634807"/>
                  <a:gd name="connsiteY112" fmla="*/ 884058 h 1040522"/>
                  <a:gd name="connsiteX113" fmla="*/ 1282592 w 2634807"/>
                  <a:gd name="connsiteY113" fmla="*/ 883917 h 1040522"/>
                  <a:gd name="connsiteX114" fmla="*/ 1274049 w 2634807"/>
                  <a:gd name="connsiteY114" fmla="*/ 882834 h 1040522"/>
                  <a:gd name="connsiteX115" fmla="*/ 1228112 w 2634807"/>
                  <a:gd name="connsiteY115" fmla="*/ 879234 h 1040522"/>
                  <a:gd name="connsiteX116" fmla="*/ 1207191 w 2634807"/>
                  <a:gd name="connsiteY116" fmla="*/ 878575 h 1040522"/>
                  <a:gd name="connsiteX117" fmla="*/ 1156595 w 2634807"/>
                  <a:gd name="connsiteY117" fmla="*/ 879069 h 1040522"/>
                  <a:gd name="connsiteX118" fmla="*/ 0 w 2634807"/>
                  <a:gd name="connsiteY11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74049 w 2634807"/>
                  <a:gd name="connsiteY113" fmla="*/ 882834 h 1040522"/>
                  <a:gd name="connsiteX114" fmla="*/ 1228112 w 2634807"/>
                  <a:gd name="connsiteY114" fmla="*/ 879234 h 1040522"/>
                  <a:gd name="connsiteX115" fmla="*/ 1207191 w 2634807"/>
                  <a:gd name="connsiteY115" fmla="*/ 878575 h 1040522"/>
                  <a:gd name="connsiteX116" fmla="*/ 1156595 w 2634807"/>
                  <a:gd name="connsiteY116" fmla="*/ 879069 h 1040522"/>
                  <a:gd name="connsiteX117" fmla="*/ 0 w 2634807"/>
                  <a:gd name="connsiteY11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74049 w 2634807"/>
                  <a:gd name="connsiteY113" fmla="*/ 882834 h 1040522"/>
                  <a:gd name="connsiteX114" fmla="*/ 1207191 w 2634807"/>
                  <a:gd name="connsiteY114" fmla="*/ 878575 h 1040522"/>
                  <a:gd name="connsiteX115" fmla="*/ 1156595 w 2634807"/>
                  <a:gd name="connsiteY115" fmla="*/ 879069 h 1040522"/>
                  <a:gd name="connsiteX116" fmla="*/ 0 w 2634807"/>
                  <a:gd name="connsiteY11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11608 w 2634807"/>
                  <a:gd name="connsiteY106" fmla="*/ 887541 h 1040522"/>
                  <a:gd name="connsiteX107" fmla="*/ 1305513 w 2634807"/>
                  <a:gd name="connsiteY107" fmla="*/ 886529 h 1040522"/>
                  <a:gd name="connsiteX108" fmla="*/ 1303136 w 2634807"/>
                  <a:gd name="connsiteY108" fmla="*/ 886341 h 1040522"/>
                  <a:gd name="connsiteX109" fmla="*/ 1294594 w 2634807"/>
                  <a:gd name="connsiteY109" fmla="*/ 885188 h 1040522"/>
                  <a:gd name="connsiteX110" fmla="*/ 1294029 w 2634807"/>
                  <a:gd name="connsiteY110" fmla="*/ 885094 h 1040522"/>
                  <a:gd name="connsiteX111" fmla="*/ 1284945 w 2634807"/>
                  <a:gd name="connsiteY111" fmla="*/ 884058 h 1040522"/>
                  <a:gd name="connsiteX112" fmla="*/ 1282592 w 2634807"/>
                  <a:gd name="connsiteY112" fmla="*/ 883917 h 1040522"/>
                  <a:gd name="connsiteX113" fmla="*/ 1207191 w 2634807"/>
                  <a:gd name="connsiteY113" fmla="*/ 878575 h 1040522"/>
                  <a:gd name="connsiteX114" fmla="*/ 1156595 w 2634807"/>
                  <a:gd name="connsiteY114" fmla="*/ 879069 h 1040522"/>
                  <a:gd name="connsiteX115" fmla="*/ 0 w 2634807"/>
                  <a:gd name="connsiteY11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303136 w 2634807"/>
                  <a:gd name="connsiteY107" fmla="*/ 886341 h 1040522"/>
                  <a:gd name="connsiteX108" fmla="*/ 1294594 w 2634807"/>
                  <a:gd name="connsiteY108" fmla="*/ 885188 h 1040522"/>
                  <a:gd name="connsiteX109" fmla="*/ 1294029 w 2634807"/>
                  <a:gd name="connsiteY109" fmla="*/ 885094 h 1040522"/>
                  <a:gd name="connsiteX110" fmla="*/ 1284945 w 2634807"/>
                  <a:gd name="connsiteY110" fmla="*/ 884058 h 1040522"/>
                  <a:gd name="connsiteX111" fmla="*/ 1282592 w 2634807"/>
                  <a:gd name="connsiteY111" fmla="*/ 883917 h 1040522"/>
                  <a:gd name="connsiteX112" fmla="*/ 1207191 w 2634807"/>
                  <a:gd name="connsiteY112" fmla="*/ 878575 h 1040522"/>
                  <a:gd name="connsiteX113" fmla="*/ 1156595 w 2634807"/>
                  <a:gd name="connsiteY113" fmla="*/ 879069 h 1040522"/>
                  <a:gd name="connsiteX114" fmla="*/ 0 w 2634807"/>
                  <a:gd name="connsiteY11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303136 w 2634807"/>
                  <a:gd name="connsiteY107" fmla="*/ 886341 h 1040522"/>
                  <a:gd name="connsiteX108" fmla="*/ 1294594 w 2634807"/>
                  <a:gd name="connsiteY108" fmla="*/ 885188 h 1040522"/>
                  <a:gd name="connsiteX109" fmla="*/ 1284945 w 2634807"/>
                  <a:gd name="connsiteY109" fmla="*/ 884058 h 1040522"/>
                  <a:gd name="connsiteX110" fmla="*/ 1282592 w 2634807"/>
                  <a:gd name="connsiteY110" fmla="*/ 883917 h 1040522"/>
                  <a:gd name="connsiteX111" fmla="*/ 1207191 w 2634807"/>
                  <a:gd name="connsiteY111" fmla="*/ 878575 h 1040522"/>
                  <a:gd name="connsiteX112" fmla="*/ 1156595 w 2634807"/>
                  <a:gd name="connsiteY112" fmla="*/ 879069 h 1040522"/>
                  <a:gd name="connsiteX113" fmla="*/ 0 w 2634807"/>
                  <a:gd name="connsiteY113"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84945 w 2634807"/>
                  <a:gd name="connsiteY108" fmla="*/ 884058 h 1040522"/>
                  <a:gd name="connsiteX109" fmla="*/ 1282592 w 2634807"/>
                  <a:gd name="connsiteY109" fmla="*/ 883917 h 1040522"/>
                  <a:gd name="connsiteX110" fmla="*/ 1207191 w 2634807"/>
                  <a:gd name="connsiteY110" fmla="*/ 878575 h 1040522"/>
                  <a:gd name="connsiteX111" fmla="*/ 1156595 w 2634807"/>
                  <a:gd name="connsiteY111" fmla="*/ 879069 h 1040522"/>
                  <a:gd name="connsiteX112" fmla="*/ 0 w 2634807"/>
                  <a:gd name="connsiteY112"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84945 w 2634807"/>
                  <a:gd name="connsiteY108" fmla="*/ 884058 h 1040522"/>
                  <a:gd name="connsiteX109" fmla="*/ 1207191 w 2634807"/>
                  <a:gd name="connsiteY109" fmla="*/ 878575 h 1040522"/>
                  <a:gd name="connsiteX110" fmla="*/ 1156595 w 2634807"/>
                  <a:gd name="connsiteY110" fmla="*/ 879069 h 1040522"/>
                  <a:gd name="connsiteX111" fmla="*/ 0 w 2634807"/>
                  <a:gd name="connsiteY111"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305513 w 2634807"/>
                  <a:gd name="connsiteY106" fmla="*/ 886529 h 1040522"/>
                  <a:gd name="connsiteX107" fmla="*/ 1294594 w 2634807"/>
                  <a:gd name="connsiteY107" fmla="*/ 885188 h 1040522"/>
                  <a:gd name="connsiteX108" fmla="*/ 1207191 w 2634807"/>
                  <a:gd name="connsiteY108" fmla="*/ 878575 h 1040522"/>
                  <a:gd name="connsiteX109" fmla="*/ 1156595 w 2634807"/>
                  <a:gd name="connsiteY109" fmla="*/ 879069 h 1040522"/>
                  <a:gd name="connsiteX110" fmla="*/ 0 w 2634807"/>
                  <a:gd name="connsiteY110"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313962 w 2634807"/>
                  <a:gd name="connsiteY105" fmla="*/ 887706 h 1040522"/>
                  <a:gd name="connsiteX106" fmla="*/ 1294594 w 2634807"/>
                  <a:gd name="connsiteY106" fmla="*/ 885188 h 1040522"/>
                  <a:gd name="connsiteX107" fmla="*/ 1207191 w 2634807"/>
                  <a:gd name="connsiteY107" fmla="*/ 878575 h 1040522"/>
                  <a:gd name="connsiteX108" fmla="*/ 1156595 w 2634807"/>
                  <a:gd name="connsiteY108" fmla="*/ 879069 h 1040522"/>
                  <a:gd name="connsiteX109" fmla="*/ 0 w 2634807"/>
                  <a:gd name="connsiteY109"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294594 w 2634807"/>
                  <a:gd name="connsiteY105" fmla="*/ 885188 h 1040522"/>
                  <a:gd name="connsiteX106" fmla="*/ 1207191 w 2634807"/>
                  <a:gd name="connsiteY106" fmla="*/ 878575 h 1040522"/>
                  <a:gd name="connsiteX107" fmla="*/ 1156595 w 2634807"/>
                  <a:gd name="connsiteY107" fmla="*/ 879069 h 1040522"/>
                  <a:gd name="connsiteX108" fmla="*/ 0 w 2634807"/>
                  <a:gd name="connsiteY108"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320057 w 2634807"/>
                  <a:gd name="connsiteY104" fmla="*/ 888741 h 1040522"/>
                  <a:gd name="connsiteX105" fmla="*/ 1207191 w 2634807"/>
                  <a:gd name="connsiteY105" fmla="*/ 878575 h 1040522"/>
                  <a:gd name="connsiteX106" fmla="*/ 1156595 w 2634807"/>
                  <a:gd name="connsiteY106" fmla="*/ 879069 h 1040522"/>
                  <a:gd name="connsiteX107" fmla="*/ 0 w 2634807"/>
                  <a:gd name="connsiteY107"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207191 w 2634807"/>
                  <a:gd name="connsiteY104" fmla="*/ 878575 h 1040522"/>
                  <a:gd name="connsiteX105" fmla="*/ 1156595 w 2634807"/>
                  <a:gd name="connsiteY105" fmla="*/ 879069 h 1040522"/>
                  <a:gd name="connsiteX106" fmla="*/ 0 w 2634807"/>
                  <a:gd name="connsiteY106"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156595 w 2634807"/>
                  <a:gd name="connsiteY104" fmla="*/ 879069 h 1040522"/>
                  <a:gd name="connsiteX105" fmla="*/ 0 w 2634807"/>
                  <a:gd name="connsiteY10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329400 w 2634807"/>
                  <a:gd name="connsiteY103" fmla="*/ 890483 h 1040522"/>
                  <a:gd name="connsiteX104" fmla="*/ 1133444 w 2634807"/>
                  <a:gd name="connsiteY104" fmla="*/ 834618 h 1040522"/>
                  <a:gd name="connsiteX105" fmla="*/ 0 w 2634807"/>
                  <a:gd name="connsiteY105"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133444 w 2634807"/>
                  <a:gd name="connsiteY103" fmla="*/ 834618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41418 w 2634807"/>
                  <a:gd name="connsiteY102" fmla="*/ 922323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246424 w 2634807"/>
                  <a:gd name="connsiteY10" fmla="*/ 402450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23391 w 2634807"/>
                  <a:gd name="connsiteY11" fmla="*/ 375315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912 h 1040522"/>
                  <a:gd name="connsiteX1" fmla="*/ 1625802 w 2634807"/>
                  <a:gd name="connsiteY1" fmla="*/ 710124 h 1040522"/>
                  <a:gd name="connsiteX2" fmla="*/ 1626672 w 2634807"/>
                  <a:gd name="connsiteY2" fmla="*/ 710171 h 1040522"/>
                  <a:gd name="connsiteX3" fmla="*/ 1625849 w 2634807"/>
                  <a:gd name="connsiteY3" fmla="*/ 709912 h 1040522"/>
                  <a:gd name="connsiteX4" fmla="*/ 1534280 w 2634807"/>
                  <a:gd name="connsiteY4" fmla="*/ 429607 h 1040522"/>
                  <a:gd name="connsiteX5" fmla="*/ 1534257 w 2634807"/>
                  <a:gd name="connsiteY5" fmla="*/ 430219 h 1040522"/>
                  <a:gd name="connsiteX6" fmla="*/ 1535222 w 2634807"/>
                  <a:gd name="connsiteY6" fmla="*/ 429913 h 1040522"/>
                  <a:gd name="connsiteX7" fmla="*/ 1534280 w 2634807"/>
                  <a:gd name="connsiteY7" fmla="*/ 429607 h 1040522"/>
                  <a:gd name="connsiteX8" fmla="*/ 0 w 2634807"/>
                  <a:gd name="connsiteY8" fmla="*/ 701557 h 1040522"/>
                  <a:gd name="connsiteX9" fmla="*/ 233060 w 2634807"/>
                  <a:gd name="connsiteY9" fmla="*/ 0 h 1040522"/>
                  <a:gd name="connsiteX10" fmla="*/ 1087798 w 2634807"/>
                  <a:gd name="connsiteY10" fmla="*/ 375884 h 1040522"/>
                  <a:gd name="connsiteX11" fmla="*/ 1407142 w 2634807"/>
                  <a:gd name="connsiteY11" fmla="*/ 364586 h 1040522"/>
                  <a:gd name="connsiteX12" fmla="*/ 1576641 w 2634807"/>
                  <a:gd name="connsiteY12" fmla="*/ 441397 h 1040522"/>
                  <a:gd name="connsiteX13" fmla="*/ 1617706 w 2634807"/>
                  <a:gd name="connsiteY13" fmla="*/ 458364 h 1040522"/>
                  <a:gd name="connsiteX14" fmla="*/ 1663055 w 2634807"/>
                  <a:gd name="connsiteY14" fmla="*/ 476226 h 1040522"/>
                  <a:gd name="connsiteX15" fmla="*/ 1742221 w 2634807"/>
                  <a:gd name="connsiteY15" fmla="*/ 503383 h 1040522"/>
                  <a:gd name="connsiteX16" fmla="*/ 1878479 w 2634807"/>
                  <a:gd name="connsiteY16" fmla="*/ 535789 h 1040522"/>
                  <a:gd name="connsiteX17" fmla="*/ 1961857 w 2634807"/>
                  <a:gd name="connsiteY17" fmla="*/ 545061 h 1040522"/>
                  <a:gd name="connsiteX18" fmla="*/ 2101362 w 2634807"/>
                  <a:gd name="connsiteY18" fmla="*/ 566524 h 1040522"/>
                  <a:gd name="connsiteX19" fmla="*/ 2142663 w 2634807"/>
                  <a:gd name="connsiteY19" fmla="*/ 583185 h 1040522"/>
                  <a:gd name="connsiteX20" fmla="*/ 2167397 w 2634807"/>
                  <a:gd name="connsiteY20" fmla="*/ 630134 h 1040522"/>
                  <a:gd name="connsiteX21" fmla="*/ 2167491 w 2634807"/>
                  <a:gd name="connsiteY21" fmla="*/ 638559 h 1040522"/>
                  <a:gd name="connsiteX22" fmla="*/ 2133768 w 2634807"/>
                  <a:gd name="connsiteY22" fmla="*/ 711653 h 1040522"/>
                  <a:gd name="connsiteX23" fmla="*/ 2127555 w 2634807"/>
                  <a:gd name="connsiteY23" fmla="*/ 718196 h 1040522"/>
                  <a:gd name="connsiteX24" fmla="*/ 2111011 w 2634807"/>
                  <a:gd name="connsiteY24" fmla="*/ 728621 h 1040522"/>
                  <a:gd name="connsiteX25" fmla="*/ 2093785 w 2634807"/>
                  <a:gd name="connsiteY25" fmla="*/ 736646 h 1040522"/>
                  <a:gd name="connsiteX26" fmla="*/ 2034104 w 2634807"/>
                  <a:gd name="connsiteY26" fmla="*/ 752272 h 1040522"/>
                  <a:gd name="connsiteX27" fmla="*/ 1986190 w 2634807"/>
                  <a:gd name="connsiteY27" fmla="*/ 755755 h 1040522"/>
                  <a:gd name="connsiteX28" fmla="*/ 1915591 w 2634807"/>
                  <a:gd name="connsiteY28" fmla="*/ 750107 h 1040522"/>
                  <a:gd name="connsiteX29" fmla="*/ 1799830 w 2634807"/>
                  <a:gd name="connsiteY29" fmla="*/ 729562 h 1040522"/>
                  <a:gd name="connsiteX30" fmla="*/ 1719370 w 2634807"/>
                  <a:gd name="connsiteY30" fmla="*/ 716125 h 1040522"/>
                  <a:gd name="connsiteX31" fmla="*/ 1709274 w 2634807"/>
                  <a:gd name="connsiteY31" fmla="*/ 714736 h 1040522"/>
                  <a:gd name="connsiteX32" fmla="*/ 1699578 w 2634807"/>
                  <a:gd name="connsiteY32" fmla="*/ 713536 h 1040522"/>
                  <a:gd name="connsiteX33" fmla="*/ 1696001 w 2634807"/>
                  <a:gd name="connsiteY33" fmla="*/ 713512 h 1040522"/>
                  <a:gd name="connsiteX34" fmla="*/ 1658489 w 2634807"/>
                  <a:gd name="connsiteY34" fmla="*/ 711065 h 1040522"/>
                  <a:gd name="connsiteX35" fmla="*/ 1649664 w 2634807"/>
                  <a:gd name="connsiteY35" fmla="*/ 710218 h 1040522"/>
                  <a:gd name="connsiteX36" fmla="*/ 1646040 w 2634807"/>
                  <a:gd name="connsiteY36" fmla="*/ 710335 h 1040522"/>
                  <a:gd name="connsiteX37" fmla="*/ 1640086 w 2634807"/>
                  <a:gd name="connsiteY37" fmla="*/ 711183 h 1040522"/>
                  <a:gd name="connsiteX38" fmla="*/ 1637474 w 2634807"/>
                  <a:gd name="connsiteY38" fmla="*/ 711136 h 1040522"/>
                  <a:gd name="connsiteX39" fmla="*/ 1665949 w 2634807"/>
                  <a:gd name="connsiteY39" fmla="*/ 716148 h 1040522"/>
                  <a:gd name="connsiteX40" fmla="*/ 1805196 w 2634807"/>
                  <a:gd name="connsiteY40" fmla="*/ 749165 h 1040522"/>
                  <a:gd name="connsiteX41" fmla="*/ 1929687 w 2634807"/>
                  <a:gd name="connsiteY41" fmla="*/ 772581 h 1040522"/>
                  <a:gd name="connsiteX42" fmla="*/ 1994804 w 2634807"/>
                  <a:gd name="connsiteY42" fmla="*/ 774534 h 1040522"/>
                  <a:gd name="connsiteX43" fmla="*/ 2097220 w 2634807"/>
                  <a:gd name="connsiteY43" fmla="*/ 745330 h 1040522"/>
                  <a:gd name="connsiteX44" fmla="*/ 2118777 w 2634807"/>
                  <a:gd name="connsiteY44" fmla="*/ 727938 h 1040522"/>
                  <a:gd name="connsiteX45" fmla="*/ 2123389 w 2634807"/>
                  <a:gd name="connsiteY45" fmla="*/ 724573 h 1040522"/>
                  <a:gd name="connsiteX46" fmla="*/ 2198390 w 2634807"/>
                  <a:gd name="connsiteY46" fmla="*/ 683390 h 1040522"/>
                  <a:gd name="connsiteX47" fmla="*/ 2250658 w 2634807"/>
                  <a:gd name="connsiteY47" fmla="*/ 639712 h 1040522"/>
                  <a:gd name="connsiteX48" fmla="*/ 2308855 w 2634807"/>
                  <a:gd name="connsiteY48" fmla="*/ 568900 h 1040522"/>
                  <a:gd name="connsiteX49" fmla="*/ 2407531 w 2634807"/>
                  <a:gd name="connsiteY49" fmla="*/ 409133 h 1040522"/>
                  <a:gd name="connsiteX50" fmla="*/ 2487967 w 2634807"/>
                  <a:gd name="connsiteY50" fmla="*/ 285771 h 1040522"/>
                  <a:gd name="connsiteX51" fmla="*/ 2546118 w 2634807"/>
                  <a:gd name="connsiteY51" fmla="*/ 224020 h 1040522"/>
                  <a:gd name="connsiteX52" fmla="*/ 2549695 w 2634807"/>
                  <a:gd name="connsiteY52" fmla="*/ 218019 h 1040522"/>
                  <a:gd name="connsiteX53" fmla="*/ 2552896 w 2634807"/>
                  <a:gd name="connsiteY53" fmla="*/ 212747 h 1040522"/>
                  <a:gd name="connsiteX54" fmla="*/ 2553460 w 2634807"/>
                  <a:gd name="connsiteY54" fmla="*/ 213618 h 1040522"/>
                  <a:gd name="connsiteX55" fmla="*/ 2553249 w 2634807"/>
                  <a:gd name="connsiteY55" fmla="*/ 214183 h 1040522"/>
                  <a:gd name="connsiteX56" fmla="*/ 2557744 w 2634807"/>
                  <a:gd name="connsiteY56" fmla="*/ 217477 h 1040522"/>
                  <a:gd name="connsiteX57" fmla="*/ 2584595 w 2634807"/>
                  <a:gd name="connsiteY57" fmla="*/ 206887 h 1040522"/>
                  <a:gd name="connsiteX58" fmla="*/ 2602622 w 2634807"/>
                  <a:gd name="connsiteY58" fmla="*/ 206864 h 1040522"/>
                  <a:gd name="connsiteX59" fmla="*/ 2630744 w 2634807"/>
                  <a:gd name="connsiteY59" fmla="*/ 228209 h 1040522"/>
                  <a:gd name="connsiteX60" fmla="*/ 2634227 w 2634807"/>
                  <a:gd name="connsiteY60" fmla="*/ 242093 h 1040522"/>
                  <a:gd name="connsiteX61" fmla="*/ 2634274 w 2634807"/>
                  <a:gd name="connsiteY61" fmla="*/ 253954 h 1040522"/>
                  <a:gd name="connsiteX62" fmla="*/ 2634133 w 2634807"/>
                  <a:gd name="connsiteY62" fmla="*/ 257461 h 1040522"/>
                  <a:gd name="connsiteX63" fmla="*/ 2633121 w 2634807"/>
                  <a:gd name="connsiteY63" fmla="*/ 263626 h 1040522"/>
                  <a:gd name="connsiteX64" fmla="*/ 2616271 w 2634807"/>
                  <a:gd name="connsiteY64" fmla="*/ 323613 h 1040522"/>
                  <a:gd name="connsiteX65" fmla="*/ 2579394 w 2634807"/>
                  <a:gd name="connsiteY65" fmla="*/ 414381 h 1040522"/>
                  <a:gd name="connsiteX66" fmla="*/ 2508183 w 2634807"/>
                  <a:gd name="connsiteY66" fmla="*/ 567088 h 1040522"/>
                  <a:gd name="connsiteX67" fmla="*/ 2441066 w 2634807"/>
                  <a:gd name="connsiteY67" fmla="*/ 690826 h 1040522"/>
                  <a:gd name="connsiteX68" fmla="*/ 2400424 w 2634807"/>
                  <a:gd name="connsiteY68" fmla="*/ 741352 h 1040522"/>
                  <a:gd name="connsiteX69" fmla="*/ 2361758 w 2634807"/>
                  <a:gd name="connsiteY69" fmla="*/ 779359 h 1040522"/>
                  <a:gd name="connsiteX70" fmla="*/ 2307961 w 2634807"/>
                  <a:gd name="connsiteY70" fmla="*/ 826519 h 1040522"/>
                  <a:gd name="connsiteX71" fmla="*/ 2234702 w 2634807"/>
                  <a:gd name="connsiteY71" fmla="*/ 885871 h 1040522"/>
                  <a:gd name="connsiteX72" fmla="*/ 2171444 w 2634807"/>
                  <a:gd name="connsiteY72" fmla="*/ 932631 h 1040522"/>
                  <a:gd name="connsiteX73" fmla="*/ 2098892 w 2634807"/>
                  <a:gd name="connsiteY73" fmla="*/ 980663 h 1040522"/>
                  <a:gd name="connsiteX74" fmla="*/ 1987203 w 2634807"/>
                  <a:gd name="connsiteY74" fmla="*/ 1030365 h 1040522"/>
                  <a:gd name="connsiteX75" fmla="*/ 1966846 w 2634807"/>
                  <a:gd name="connsiteY75" fmla="*/ 1035024 h 1040522"/>
                  <a:gd name="connsiteX76" fmla="*/ 1960727 w 2634807"/>
                  <a:gd name="connsiteY76" fmla="*/ 1036154 h 1040522"/>
                  <a:gd name="connsiteX77" fmla="*/ 1960139 w 2634807"/>
                  <a:gd name="connsiteY77" fmla="*/ 1036131 h 1040522"/>
                  <a:gd name="connsiteX78" fmla="*/ 1959574 w 2634807"/>
                  <a:gd name="connsiteY78" fmla="*/ 1036225 h 1040522"/>
                  <a:gd name="connsiteX79" fmla="*/ 1953409 w 2634807"/>
                  <a:gd name="connsiteY79" fmla="*/ 1037331 h 1040522"/>
                  <a:gd name="connsiteX80" fmla="*/ 1951102 w 2634807"/>
                  <a:gd name="connsiteY80" fmla="*/ 1037448 h 1040522"/>
                  <a:gd name="connsiteX81" fmla="*/ 1943713 w 2634807"/>
                  <a:gd name="connsiteY81" fmla="*/ 1038531 h 1040522"/>
                  <a:gd name="connsiteX82" fmla="*/ 1940207 w 2634807"/>
                  <a:gd name="connsiteY82" fmla="*/ 1038672 h 1040522"/>
                  <a:gd name="connsiteX83" fmla="*/ 1926816 w 2634807"/>
                  <a:gd name="connsiteY83" fmla="*/ 1039755 h 1040522"/>
                  <a:gd name="connsiteX84" fmla="*/ 1920838 w 2634807"/>
                  <a:gd name="connsiteY84" fmla="*/ 1039919 h 1040522"/>
                  <a:gd name="connsiteX85" fmla="*/ 1893093 w 2634807"/>
                  <a:gd name="connsiteY85" fmla="*/ 1039872 h 1040522"/>
                  <a:gd name="connsiteX86" fmla="*/ 1887139 w 2634807"/>
                  <a:gd name="connsiteY86" fmla="*/ 1039755 h 1040522"/>
                  <a:gd name="connsiteX87" fmla="*/ 1871348 w 2634807"/>
                  <a:gd name="connsiteY87" fmla="*/ 1038719 h 1040522"/>
                  <a:gd name="connsiteX88" fmla="*/ 1867771 w 2634807"/>
                  <a:gd name="connsiteY88" fmla="*/ 1038555 h 1040522"/>
                  <a:gd name="connsiteX89" fmla="*/ 1856805 w 2634807"/>
                  <a:gd name="connsiteY89" fmla="*/ 1037448 h 1040522"/>
                  <a:gd name="connsiteX90" fmla="*/ 1854474 w 2634807"/>
                  <a:gd name="connsiteY90" fmla="*/ 1037354 h 1040522"/>
                  <a:gd name="connsiteX91" fmla="*/ 1845932 w 2634807"/>
                  <a:gd name="connsiteY91" fmla="*/ 1036319 h 1040522"/>
                  <a:gd name="connsiteX92" fmla="*/ 1843555 w 2634807"/>
                  <a:gd name="connsiteY92" fmla="*/ 1036178 h 1040522"/>
                  <a:gd name="connsiteX93" fmla="*/ 1836260 w 2634807"/>
                  <a:gd name="connsiteY93" fmla="*/ 1035142 h 1040522"/>
                  <a:gd name="connsiteX94" fmla="*/ 1833883 w 2634807"/>
                  <a:gd name="connsiteY94" fmla="*/ 1034977 h 1040522"/>
                  <a:gd name="connsiteX95" fmla="*/ 1827788 w 2634807"/>
                  <a:gd name="connsiteY95" fmla="*/ 1033942 h 1040522"/>
                  <a:gd name="connsiteX96" fmla="*/ 1825411 w 2634807"/>
                  <a:gd name="connsiteY96" fmla="*/ 1033777 h 1040522"/>
                  <a:gd name="connsiteX97" fmla="*/ 1819293 w 2634807"/>
                  <a:gd name="connsiteY97" fmla="*/ 1032718 h 1040522"/>
                  <a:gd name="connsiteX98" fmla="*/ 1803642 w 2634807"/>
                  <a:gd name="connsiteY98" fmla="*/ 1030153 h 1040522"/>
                  <a:gd name="connsiteX99" fmla="*/ 1797477 w 2634807"/>
                  <a:gd name="connsiteY99" fmla="*/ 1028976 h 1040522"/>
                  <a:gd name="connsiteX100" fmla="*/ 1744456 w 2634807"/>
                  <a:gd name="connsiteY100" fmla="*/ 1017539 h 1040522"/>
                  <a:gd name="connsiteX101" fmla="*/ 1558708 w 2634807"/>
                  <a:gd name="connsiteY101" fmla="*/ 960424 h 1040522"/>
                  <a:gd name="connsiteX102" fmla="*/ 1424585 w 2634807"/>
                  <a:gd name="connsiteY102" fmla="*/ 901876 h 1040522"/>
                  <a:gd name="connsiteX103" fmla="*/ 1057346 w 2634807"/>
                  <a:gd name="connsiteY103" fmla="*/ 785542 h 1040522"/>
                  <a:gd name="connsiteX104" fmla="*/ 0 w 2634807"/>
                  <a:gd name="connsiteY104" fmla="*/ 701557 h 1040522"/>
                  <a:gd name="connsiteX0" fmla="*/ 1625849 w 2634807"/>
                  <a:gd name="connsiteY0" fmla="*/ 709756 h 1040366"/>
                  <a:gd name="connsiteX1" fmla="*/ 1625802 w 2634807"/>
                  <a:gd name="connsiteY1" fmla="*/ 709968 h 1040366"/>
                  <a:gd name="connsiteX2" fmla="*/ 1626672 w 2634807"/>
                  <a:gd name="connsiteY2" fmla="*/ 710015 h 1040366"/>
                  <a:gd name="connsiteX3" fmla="*/ 1625849 w 2634807"/>
                  <a:gd name="connsiteY3" fmla="*/ 709756 h 1040366"/>
                  <a:gd name="connsiteX4" fmla="*/ 1534280 w 2634807"/>
                  <a:gd name="connsiteY4" fmla="*/ 429451 h 1040366"/>
                  <a:gd name="connsiteX5" fmla="*/ 1534257 w 2634807"/>
                  <a:gd name="connsiteY5" fmla="*/ 430063 h 1040366"/>
                  <a:gd name="connsiteX6" fmla="*/ 1535222 w 2634807"/>
                  <a:gd name="connsiteY6" fmla="*/ 429757 h 1040366"/>
                  <a:gd name="connsiteX7" fmla="*/ 1534280 w 2634807"/>
                  <a:gd name="connsiteY7" fmla="*/ 429451 h 1040366"/>
                  <a:gd name="connsiteX8" fmla="*/ 0 w 2634807"/>
                  <a:gd name="connsiteY8" fmla="*/ 701401 h 1040366"/>
                  <a:gd name="connsiteX9" fmla="*/ 197957 w 2634807"/>
                  <a:gd name="connsiteY9" fmla="*/ 0 h 1040366"/>
                  <a:gd name="connsiteX10" fmla="*/ 1087798 w 2634807"/>
                  <a:gd name="connsiteY10" fmla="*/ 375728 h 1040366"/>
                  <a:gd name="connsiteX11" fmla="*/ 1407142 w 2634807"/>
                  <a:gd name="connsiteY11" fmla="*/ 364430 h 1040366"/>
                  <a:gd name="connsiteX12" fmla="*/ 1576641 w 2634807"/>
                  <a:gd name="connsiteY12" fmla="*/ 441241 h 1040366"/>
                  <a:gd name="connsiteX13" fmla="*/ 1617706 w 2634807"/>
                  <a:gd name="connsiteY13" fmla="*/ 458208 h 1040366"/>
                  <a:gd name="connsiteX14" fmla="*/ 1663055 w 2634807"/>
                  <a:gd name="connsiteY14" fmla="*/ 476070 h 1040366"/>
                  <a:gd name="connsiteX15" fmla="*/ 1742221 w 2634807"/>
                  <a:gd name="connsiteY15" fmla="*/ 503227 h 1040366"/>
                  <a:gd name="connsiteX16" fmla="*/ 1878479 w 2634807"/>
                  <a:gd name="connsiteY16" fmla="*/ 535633 h 1040366"/>
                  <a:gd name="connsiteX17" fmla="*/ 1961857 w 2634807"/>
                  <a:gd name="connsiteY17" fmla="*/ 544905 h 1040366"/>
                  <a:gd name="connsiteX18" fmla="*/ 2101362 w 2634807"/>
                  <a:gd name="connsiteY18" fmla="*/ 566368 h 1040366"/>
                  <a:gd name="connsiteX19" fmla="*/ 2142663 w 2634807"/>
                  <a:gd name="connsiteY19" fmla="*/ 583029 h 1040366"/>
                  <a:gd name="connsiteX20" fmla="*/ 2167397 w 2634807"/>
                  <a:gd name="connsiteY20" fmla="*/ 629978 h 1040366"/>
                  <a:gd name="connsiteX21" fmla="*/ 2167491 w 2634807"/>
                  <a:gd name="connsiteY21" fmla="*/ 638403 h 1040366"/>
                  <a:gd name="connsiteX22" fmla="*/ 2133768 w 2634807"/>
                  <a:gd name="connsiteY22" fmla="*/ 711497 h 1040366"/>
                  <a:gd name="connsiteX23" fmla="*/ 2127555 w 2634807"/>
                  <a:gd name="connsiteY23" fmla="*/ 718040 h 1040366"/>
                  <a:gd name="connsiteX24" fmla="*/ 2111011 w 2634807"/>
                  <a:gd name="connsiteY24" fmla="*/ 728465 h 1040366"/>
                  <a:gd name="connsiteX25" fmla="*/ 2093785 w 2634807"/>
                  <a:gd name="connsiteY25" fmla="*/ 736490 h 1040366"/>
                  <a:gd name="connsiteX26" fmla="*/ 2034104 w 2634807"/>
                  <a:gd name="connsiteY26" fmla="*/ 752116 h 1040366"/>
                  <a:gd name="connsiteX27" fmla="*/ 1986190 w 2634807"/>
                  <a:gd name="connsiteY27" fmla="*/ 755599 h 1040366"/>
                  <a:gd name="connsiteX28" fmla="*/ 1915591 w 2634807"/>
                  <a:gd name="connsiteY28" fmla="*/ 749951 h 1040366"/>
                  <a:gd name="connsiteX29" fmla="*/ 1799830 w 2634807"/>
                  <a:gd name="connsiteY29" fmla="*/ 729406 h 1040366"/>
                  <a:gd name="connsiteX30" fmla="*/ 1719370 w 2634807"/>
                  <a:gd name="connsiteY30" fmla="*/ 715969 h 1040366"/>
                  <a:gd name="connsiteX31" fmla="*/ 1709274 w 2634807"/>
                  <a:gd name="connsiteY31" fmla="*/ 714580 h 1040366"/>
                  <a:gd name="connsiteX32" fmla="*/ 1699578 w 2634807"/>
                  <a:gd name="connsiteY32" fmla="*/ 713380 h 1040366"/>
                  <a:gd name="connsiteX33" fmla="*/ 1696001 w 2634807"/>
                  <a:gd name="connsiteY33" fmla="*/ 713356 h 1040366"/>
                  <a:gd name="connsiteX34" fmla="*/ 1658489 w 2634807"/>
                  <a:gd name="connsiteY34" fmla="*/ 710909 h 1040366"/>
                  <a:gd name="connsiteX35" fmla="*/ 1649664 w 2634807"/>
                  <a:gd name="connsiteY35" fmla="*/ 710062 h 1040366"/>
                  <a:gd name="connsiteX36" fmla="*/ 1646040 w 2634807"/>
                  <a:gd name="connsiteY36" fmla="*/ 710179 h 1040366"/>
                  <a:gd name="connsiteX37" fmla="*/ 1640086 w 2634807"/>
                  <a:gd name="connsiteY37" fmla="*/ 711027 h 1040366"/>
                  <a:gd name="connsiteX38" fmla="*/ 1637474 w 2634807"/>
                  <a:gd name="connsiteY38" fmla="*/ 710980 h 1040366"/>
                  <a:gd name="connsiteX39" fmla="*/ 1665949 w 2634807"/>
                  <a:gd name="connsiteY39" fmla="*/ 715992 h 1040366"/>
                  <a:gd name="connsiteX40" fmla="*/ 1805196 w 2634807"/>
                  <a:gd name="connsiteY40" fmla="*/ 749009 h 1040366"/>
                  <a:gd name="connsiteX41" fmla="*/ 1929687 w 2634807"/>
                  <a:gd name="connsiteY41" fmla="*/ 772425 h 1040366"/>
                  <a:gd name="connsiteX42" fmla="*/ 1994804 w 2634807"/>
                  <a:gd name="connsiteY42" fmla="*/ 774378 h 1040366"/>
                  <a:gd name="connsiteX43" fmla="*/ 2097220 w 2634807"/>
                  <a:gd name="connsiteY43" fmla="*/ 745174 h 1040366"/>
                  <a:gd name="connsiteX44" fmla="*/ 2118777 w 2634807"/>
                  <a:gd name="connsiteY44" fmla="*/ 727782 h 1040366"/>
                  <a:gd name="connsiteX45" fmla="*/ 2123389 w 2634807"/>
                  <a:gd name="connsiteY45" fmla="*/ 724417 h 1040366"/>
                  <a:gd name="connsiteX46" fmla="*/ 2198390 w 2634807"/>
                  <a:gd name="connsiteY46" fmla="*/ 683234 h 1040366"/>
                  <a:gd name="connsiteX47" fmla="*/ 2250658 w 2634807"/>
                  <a:gd name="connsiteY47" fmla="*/ 639556 h 1040366"/>
                  <a:gd name="connsiteX48" fmla="*/ 2308855 w 2634807"/>
                  <a:gd name="connsiteY48" fmla="*/ 568744 h 1040366"/>
                  <a:gd name="connsiteX49" fmla="*/ 2407531 w 2634807"/>
                  <a:gd name="connsiteY49" fmla="*/ 408977 h 1040366"/>
                  <a:gd name="connsiteX50" fmla="*/ 2487967 w 2634807"/>
                  <a:gd name="connsiteY50" fmla="*/ 285615 h 1040366"/>
                  <a:gd name="connsiteX51" fmla="*/ 2546118 w 2634807"/>
                  <a:gd name="connsiteY51" fmla="*/ 223864 h 1040366"/>
                  <a:gd name="connsiteX52" fmla="*/ 2549695 w 2634807"/>
                  <a:gd name="connsiteY52" fmla="*/ 217863 h 1040366"/>
                  <a:gd name="connsiteX53" fmla="*/ 2552896 w 2634807"/>
                  <a:gd name="connsiteY53" fmla="*/ 212591 h 1040366"/>
                  <a:gd name="connsiteX54" fmla="*/ 2553460 w 2634807"/>
                  <a:gd name="connsiteY54" fmla="*/ 213462 h 1040366"/>
                  <a:gd name="connsiteX55" fmla="*/ 2553249 w 2634807"/>
                  <a:gd name="connsiteY55" fmla="*/ 214027 h 1040366"/>
                  <a:gd name="connsiteX56" fmla="*/ 2557744 w 2634807"/>
                  <a:gd name="connsiteY56" fmla="*/ 217321 h 1040366"/>
                  <a:gd name="connsiteX57" fmla="*/ 2584595 w 2634807"/>
                  <a:gd name="connsiteY57" fmla="*/ 206731 h 1040366"/>
                  <a:gd name="connsiteX58" fmla="*/ 2602622 w 2634807"/>
                  <a:gd name="connsiteY58" fmla="*/ 206708 h 1040366"/>
                  <a:gd name="connsiteX59" fmla="*/ 2630744 w 2634807"/>
                  <a:gd name="connsiteY59" fmla="*/ 228053 h 1040366"/>
                  <a:gd name="connsiteX60" fmla="*/ 2634227 w 2634807"/>
                  <a:gd name="connsiteY60" fmla="*/ 241937 h 1040366"/>
                  <a:gd name="connsiteX61" fmla="*/ 2634274 w 2634807"/>
                  <a:gd name="connsiteY61" fmla="*/ 253798 h 1040366"/>
                  <a:gd name="connsiteX62" fmla="*/ 2634133 w 2634807"/>
                  <a:gd name="connsiteY62" fmla="*/ 257305 h 1040366"/>
                  <a:gd name="connsiteX63" fmla="*/ 2633121 w 2634807"/>
                  <a:gd name="connsiteY63" fmla="*/ 263470 h 1040366"/>
                  <a:gd name="connsiteX64" fmla="*/ 2616271 w 2634807"/>
                  <a:gd name="connsiteY64" fmla="*/ 323457 h 1040366"/>
                  <a:gd name="connsiteX65" fmla="*/ 2579394 w 2634807"/>
                  <a:gd name="connsiteY65" fmla="*/ 414225 h 1040366"/>
                  <a:gd name="connsiteX66" fmla="*/ 2508183 w 2634807"/>
                  <a:gd name="connsiteY66" fmla="*/ 566932 h 1040366"/>
                  <a:gd name="connsiteX67" fmla="*/ 2441066 w 2634807"/>
                  <a:gd name="connsiteY67" fmla="*/ 690670 h 1040366"/>
                  <a:gd name="connsiteX68" fmla="*/ 2400424 w 2634807"/>
                  <a:gd name="connsiteY68" fmla="*/ 741196 h 1040366"/>
                  <a:gd name="connsiteX69" fmla="*/ 2361758 w 2634807"/>
                  <a:gd name="connsiteY69" fmla="*/ 779203 h 1040366"/>
                  <a:gd name="connsiteX70" fmla="*/ 2307961 w 2634807"/>
                  <a:gd name="connsiteY70" fmla="*/ 826363 h 1040366"/>
                  <a:gd name="connsiteX71" fmla="*/ 2234702 w 2634807"/>
                  <a:gd name="connsiteY71" fmla="*/ 885715 h 1040366"/>
                  <a:gd name="connsiteX72" fmla="*/ 2171444 w 2634807"/>
                  <a:gd name="connsiteY72" fmla="*/ 932475 h 1040366"/>
                  <a:gd name="connsiteX73" fmla="*/ 2098892 w 2634807"/>
                  <a:gd name="connsiteY73" fmla="*/ 980507 h 1040366"/>
                  <a:gd name="connsiteX74" fmla="*/ 1987203 w 2634807"/>
                  <a:gd name="connsiteY74" fmla="*/ 1030209 h 1040366"/>
                  <a:gd name="connsiteX75" fmla="*/ 1966846 w 2634807"/>
                  <a:gd name="connsiteY75" fmla="*/ 1034868 h 1040366"/>
                  <a:gd name="connsiteX76" fmla="*/ 1960727 w 2634807"/>
                  <a:gd name="connsiteY76" fmla="*/ 1035998 h 1040366"/>
                  <a:gd name="connsiteX77" fmla="*/ 1960139 w 2634807"/>
                  <a:gd name="connsiteY77" fmla="*/ 1035975 h 1040366"/>
                  <a:gd name="connsiteX78" fmla="*/ 1959574 w 2634807"/>
                  <a:gd name="connsiteY78" fmla="*/ 1036069 h 1040366"/>
                  <a:gd name="connsiteX79" fmla="*/ 1953409 w 2634807"/>
                  <a:gd name="connsiteY79" fmla="*/ 1037175 h 1040366"/>
                  <a:gd name="connsiteX80" fmla="*/ 1951102 w 2634807"/>
                  <a:gd name="connsiteY80" fmla="*/ 1037292 h 1040366"/>
                  <a:gd name="connsiteX81" fmla="*/ 1943713 w 2634807"/>
                  <a:gd name="connsiteY81" fmla="*/ 1038375 h 1040366"/>
                  <a:gd name="connsiteX82" fmla="*/ 1940207 w 2634807"/>
                  <a:gd name="connsiteY82" fmla="*/ 1038516 h 1040366"/>
                  <a:gd name="connsiteX83" fmla="*/ 1926816 w 2634807"/>
                  <a:gd name="connsiteY83" fmla="*/ 1039599 h 1040366"/>
                  <a:gd name="connsiteX84" fmla="*/ 1920838 w 2634807"/>
                  <a:gd name="connsiteY84" fmla="*/ 1039763 h 1040366"/>
                  <a:gd name="connsiteX85" fmla="*/ 1893093 w 2634807"/>
                  <a:gd name="connsiteY85" fmla="*/ 1039716 h 1040366"/>
                  <a:gd name="connsiteX86" fmla="*/ 1887139 w 2634807"/>
                  <a:gd name="connsiteY86" fmla="*/ 1039599 h 1040366"/>
                  <a:gd name="connsiteX87" fmla="*/ 1871348 w 2634807"/>
                  <a:gd name="connsiteY87" fmla="*/ 1038563 h 1040366"/>
                  <a:gd name="connsiteX88" fmla="*/ 1867771 w 2634807"/>
                  <a:gd name="connsiteY88" fmla="*/ 1038399 h 1040366"/>
                  <a:gd name="connsiteX89" fmla="*/ 1856805 w 2634807"/>
                  <a:gd name="connsiteY89" fmla="*/ 1037292 h 1040366"/>
                  <a:gd name="connsiteX90" fmla="*/ 1854474 w 2634807"/>
                  <a:gd name="connsiteY90" fmla="*/ 1037198 h 1040366"/>
                  <a:gd name="connsiteX91" fmla="*/ 1845932 w 2634807"/>
                  <a:gd name="connsiteY91" fmla="*/ 1036163 h 1040366"/>
                  <a:gd name="connsiteX92" fmla="*/ 1843555 w 2634807"/>
                  <a:gd name="connsiteY92" fmla="*/ 1036022 h 1040366"/>
                  <a:gd name="connsiteX93" fmla="*/ 1836260 w 2634807"/>
                  <a:gd name="connsiteY93" fmla="*/ 1034986 h 1040366"/>
                  <a:gd name="connsiteX94" fmla="*/ 1833883 w 2634807"/>
                  <a:gd name="connsiteY94" fmla="*/ 1034821 h 1040366"/>
                  <a:gd name="connsiteX95" fmla="*/ 1827788 w 2634807"/>
                  <a:gd name="connsiteY95" fmla="*/ 1033786 h 1040366"/>
                  <a:gd name="connsiteX96" fmla="*/ 1825411 w 2634807"/>
                  <a:gd name="connsiteY96" fmla="*/ 1033621 h 1040366"/>
                  <a:gd name="connsiteX97" fmla="*/ 1819293 w 2634807"/>
                  <a:gd name="connsiteY97" fmla="*/ 1032562 h 1040366"/>
                  <a:gd name="connsiteX98" fmla="*/ 1803642 w 2634807"/>
                  <a:gd name="connsiteY98" fmla="*/ 1029997 h 1040366"/>
                  <a:gd name="connsiteX99" fmla="*/ 1797477 w 2634807"/>
                  <a:gd name="connsiteY99" fmla="*/ 1028820 h 1040366"/>
                  <a:gd name="connsiteX100" fmla="*/ 1744456 w 2634807"/>
                  <a:gd name="connsiteY100" fmla="*/ 1017383 h 1040366"/>
                  <a:gd name="connsiteX101" fmla="*/ 1558708 w 2634807"/>
                  <a:gd name="connsiteY101" fmla="*/ 960268 h 1040366"/>
                  <a:gd name="connsiteX102" fmla="*/ 1424585 w 2634807"/>
                  <a:gd name="connsiteY102" fmla="*/ 901720 h 1040366"/>
                  <a:gd name="connsiteX103" fmla="*/ 1057346 w 2634807"/>
                  <a:gd name="connsiteY103" fmla="*/ 785386 h 1040366"/>
                  <a:gd name="connsiteX104" fmla="*/ 0 w 2634807"/>
                  <a:gd name="connsiteY104" fmla="*/ 701401 h 1040366"/>
                  <a:gd name="connsiteX0" fmla="*/ 1625849 w 2634807"/>
                  <a:gd name="connsiteY0" fmla="*/ 709756 h 1040366"/>
                  <a:gd name="connsiteX1" fmla="*/ 1625802 w 2634807"/>
                  <a:gd name="connsiteY1" fmla="*/ 709968 h 1040366"/>
                  <a:gd name="connsiteX2" fmla="*/ 1626672 w 2634807"/>
                  <a:gd name="connsiteY2" fmla="*/ 710015 h 1040366"/>
                  <a:gd name="connsiteX3" fmla="*/ 1625849 w 2634807"/>
                  <a:gd name="connsiteY3" fmla="*/ 709756 h 1040366"/>
                  <a:gd name="connsiteX4" fmla="*/ 1534280 w 2634807"/>
                  <a:gd name="connsiteY4" fmla="*/ 429451 h 1040366"/>
                  <a:gd name="connsiteX5" fmla="*/ 1534257 w 2634807"/>
                  <a:gd name="connsiteY5" fmla="*/ 430063 h 1040366"/>
                  <a:gd name="connsiteX6" fmla="*/ 1535222 w 2634807"/>
                  <a:gd name="connsiteY6" fmla="*/ 429757 h 1040366"/>
                  <a:gd name="connsiteX7" fmla="*/ 1534280 w 2634807"/>
                  <a:gd name="connsiteY7" fmla="*/ 429451 h 1040366"/>
                  <a:gd name="connsiteX8" fmla="*/ 0 w 2634807"/>
                  <a:gd name="connsiteY8" fmla="*/ 701401 h 1040366"/>
                  <a:gd name="connsiteX9" fmla="*/ 197957 w 2634807"/>
                  <a:gd name="connsiteY9" fmla="*/ 0 h 1040366"/>
                  <a:gd name="connsiteX10" fmla="*/ 1087798 w 2634807"/>
                  <a:gd name="connsiteY10" fmla="*/ 375728 h 1040366"/>
                  <a:gd name="connsiteX11" fmla="*/ 1407142 w 2634807"/>
                  <a:gd name="connsiteY11" fmla="*/ 364430 h 1040366"/>
                  <a:gd name="connsiteX12" fmla="*/ 1576641 w 2634807"/>
                  <a:gd name="connsiteY12" fmla="*/ 441241 h 1040366"/>
                  <a:gd name="connsiteX13" fmla="*/ 1617706 w 2634807"/>
                  <a:gd name="connsiteY13" fmla="*/ 458208 h 1040366"/>
                  <a:gd name="connsiteX14" fmla="*/ 1663055 w 2634807"/>
                  <a:gd name="connsiteY14" fmla="*/ 476070 h 1040366"/>
                  <a:gd name="connsiteX15" fmla="*/ 1742221 w 2634807"/>
                  <a:gd name="connsiteY15" fmla="*/ 503227 h 1040366"/>
                  <a:gd name="connsiteX16" fmla="*/ 1878479 w 2634807"/>
                  <a:gd name="connsiteY16" fmla="*/ 535633 h 1040366"/>
                  <a:gd name="connsiteX17" fmla="*/ 1961857 w 2634807"/>
                  <a:gd name="connsiteY17" fmla="*/ 544905 h 1040366"/>
                  <a:gd name="connsiteX18" fmla="*/ 2101362 w 2634807"/>
                  <a:gd name="connsiteY18" fmla="*/ 566368 h 1040366"/>
                  <a:gd name="connsiteX19" fmla="*/ 2142663 w 2634807"/>
                  <a:gd name="connsiteY19" fmla="*/ 583029 h 1040366"/>
                  <a:gd name="connsiteX20" fmla="*/ 2167397 w 2634807"/>
                  <a:gd name="connsiteY20" fmla="*/ 629978 h 1040366"/>
                  <a:gd name="connsiteX21" fmla="*/ 2167491 w 2634807"/>
                  <a:gd name="connsiteY21" fmla="*/ 638403 h 1040366"/>
                  <a:gd name="connsiteX22" fmla="*/ 2133768 w 2634807"/>
                  <a:gd name="connsiteY22" fmla="*/ 711497 h 1040366"/>
                  <a:gd name="connsiteX23" fmla="*/ 2127555 w 2634807"/>
                  <a:gd name="connsiteY23" fmla="*/ 718040 h 1040366"/>
                  <a:gd name="connsiteX24" fmla="*/ 2111011 w 2634807"/>
                  <a:gd name="connsiteY24" fmla="*/ 728465 h 1040366"/>
                  <a:gd name="connsiteX25" fmla="*/ 2093785 w 2634807"/>
                  <a:gd name="connsiteY25" fmla="*/ 736490 h 1040366"/>
                  <a:gd name="connsiteX26" fmla="*/ 2034104 w 2634807"/>
                  <a:gd name="connsiteY26" fmla="*/ 752116 h 1040366"/>
                  <a:gd name="connsiteX27" fmla="*/ 1986190 w 2634807"/>
                  <a:gd name="connsiteY27" fmla="*/ 755599 h 1040366"/>
                  <a:gd name="connsiteX28" fmla="*/ 1915591 w 2634807"/>
                  <a:gd name="connsiteY28" fmla="*/ 749951 h 1040366"/>
                  <a:gd name="connsiteX29" fmla="*/ 1799830 w 2634807"/>
                  <a:gd name="connsiteY29" fmla="*/ 729406 h 1040366"/>
                  <a:gd name="connsiteX30" fmla="*/ 1719370 w 2634807"/>
                  <a:gd name="connsiteY30" fmla="*/ 715969 h 1040366"/>
                  <a:gd name="connsiteX31" fmla="*/ 1709274 w 2634807"/>
                  <a:gd name="connsiteY31" fmla="*/ 714580 h 1040366"/>
                  <a:gd name="connsiteX32" fmla="*/ 1699578 w 2634807"/>
                  <a:gd name="connsiteY32" fmla="*/ 713380 h 1040366"/>
                  <a:gd name="connsiteX33" fmla="*/ 1696001 w 2634807"/>
                  <a:gd name="connsiteY33" fmla="*/ 713356 h 1040366"/>
                  <a:gd name="connsiteX34" fmla="*/ 1658489 w 2634807"/>
                  <a:gd name="connsiteY34" fmla="*/ 710909 h 1040366"/>
                  <a:gd name="connsiteX35" fmla="*/ 1649664 w 2634807"/>
                  <a:gd name="connsiteY35" fmla="*/ 710062 h 1040366"/>
                  <a:gd name="connsiteX36" fmla="*/ 1646040 w 2634807"/>
                  <a:gd name="connsiteY36" fmla="*/ 710179 h 1040366"/>
                  <a:gd name="connsiteX37" fmla="*/ 1640086 w 2634807"/>
                  <a:gd name="connsiteY37" fmla="*/ 711027 h 1040366"/>
                  <a:gd name="connsiteX38" fmla="*/ 1637474 w 2634807"/>
                  <a:gd name="connsiteY38" fmla="*/ 710980 h 1040366"/>
                  <a:gd name="connsiteX39" fmla="*/ 1665949 w 2634807"/>
                  <a:gd name="connsiteY39" fmla="*/ 715992 h 1040366"/>
                  <a:gd name="connsiteX40" fmla="*/ 1805196 w 2634807"/>
                  <a:gd name="connsiteY40" fmla="*/ 749009 h 1040366"/>
                  <a:gd name="connsiteX41" fmla="*/ 1929687 w 2634807"/>
                  <a:gd name="connsiteY41" fmla="*/ 772425 h 1040366"/>
                  <a:gd name="connsiteX42" fmla="*/ 1994804 w 2634807"/>
                  <a:gd name="connsiteY42" fmla="*/ 774378 h 1040366"/>
                  <a:gd name="connsiteX43" fmla="*/ 2097220 w 2634807"/>
                  <a:gd name="connsiteY43" fmla="*/ 745174 h 1040366"/>
                  <a:gd name="connsiteX44" fmla="*/ 2118777 w 2634807"/>
                  <a:gd name="connsiteY44" fmla="*/ 727782 h 1040366"/>
                  <a:gd name="connsiteX45" fmla="*/ 2123389 w 2634807"/>
                  <a:gd name="connsiteY45" fmla="*/ 724417 h 1040366"/>
                  <a:gd name="connsiteX46" fmla="*/ 2198390 w 2634807"/>
                  <a:gd name="connsiteY46" fmla="*/ 683234 h 1040366"/>
                  <a:gd name="connsiteX47" fmla="*/ 2250658 w 2634807"/>
                  <a:gd name="connsiteY47" fmla="*/ 639556 h 1040366"/>
                  <a:gd name="connsiteX48" fmla="*/ 2308855 w 2634807"/>
                  <a:gd name="connsiteY48" fmla="*/ 568744 h 1040366"/>
                  <a:gd name="connsiteX49" fmla="*/ 2407531 w 2634807"/>
                  <a:gd name="connsiteY49" fmla="*/ 408977 h 1040366"/>
                  <a:gd name="connsiteX50" fmla="*/ 2487967 w 2634807"/>
                  <a:gd name="connsiteY50" fmla="*/ 285615 h 1040366"/>
                  <a:gd name="connsiteX51" fmla="*/ 2546118 w 2634807"/>
                  <a:gd name="connsiteY51" fmla="*/ 223864 h 1040366"/>
                  <a:gd name="connsiteX52" fmla="*/ 2549695 w 2634807"/>
                  <a:gd name="connsiteY52" fmla="*/ 217863 h 1040366"/>
                  <a:gd name="connsiteX53" fmla="*/ 2552896 w 2634807"/>
                  <a:gd name="connsiteY53" fmla="*/ 212591 h 1040366"/>
                  <a:gd name="connsiteX54" fmla="*/ 2553460 w 2634807"/>
                  <a:gd name="connsiteY54" fmla="*/ 213462 h 1040366"/>
                  <a:gd name="connsiteX55" fmla="*/ 2553249 w 2634807"/>
                  <a:gd name="connsiteY55" fmla="*/ 214027 h 1040366"/>
                  <a:gd name="connsiteX56" fmla="*/ 2557744 w 2634807"/>
                  <a:gd name="connsiteY56" fmla="*/ 217321 h 1040366"/>
                  <a:gd name="connsiteX57" fmla="*/ 2584595 w 2634807"/>
                  <a:gd name="connsiteY57" fmla="*/ 206731 h 1040366"/>
                  <a:gd name="connsiteX58" fmla="*/ 2602622 w 2634807"/>
                  <a:gd name="connsiteY58" fmla="*/ 206708 h 1040366"/>
                  <a:gd name="connsiteX59" fmla="*/ 2630744 w 2634807"/>
                  <a:gd name="connsiteY59" fmla="*/ 228053 h 1040366"/>
                  <a:gd name="connsiteX60" fmla="*/ 2634227 w 2634807"/>
                  <a:gd name="connsiteY60" fmla="*/ 241937 h 1040366"/>
                  <a:gd name="connsiteX61" fmla="*/ 2634274 w 2634807"/>
                  <a:gd name="connsiteY61" fmla="*/ 253798 h 1040366"/>
                  <a:gd name="connsiteX62" fmla="*/ 2634133 w 2634807"/>
                  <a:gd name="connsiteY62" fmla="*/ 257305 h 1040366"/>
                  <a:gd name="connsiteX63" fmla="*/ 2633121 w 2634807"/>
                  <a:gd name="connsiteY63" fmla="*/ 263470 h 1040366"/>
                  <a:gd name="connsiteX64" fmla="*/ 2616271 w 2634807"/>
                  <a:gd name="connsiteY64" fmla="*/ 323457 h 1040366"/>
                  <a:gd name="connsiteX65" fmla="*/ 2579394 w 2634807"/>
                  <a:gd name="connsiteY65" fmla="*/ 414225 h 1040366"/>
                  <a:gd name="connsiteX66" fmla="*/ 2508183 w 2634807"/>
                  <a:gd name="connsiteY66" fmla="*/ 566932 h 1040366"/>
                  <a:gd name="connsiteX67" fmla="*/ 2441066 w 2634807"/>
                  <a:gd name="connsiteY67" fmla="*/ 690670 h 1040366"/>
                  <a:gd name="connsiteX68" fmla="*/ 2400424 w 2634807"/>
                  <a:gd name="connsiteY68" fmla="*/ 741196 h 1040366"/>
                  <a:gd name="connsiteX69" fmla="*/ 2361758 w 2634807"/>
                  <a:gd name="connsiteY69" fmla="*/ 779203 h 1040366"/>
                  <a:gd name="connsiteX70" fmla="*/ 2307961 w 2634807"/>
                  <a:gd name="connsiteY70" fmla="*/ 826363 h 1040366"/>
                  <a:gd name="connsiteX71" fmla="*/ 2234702 w 2634807"/>
                  <a:gd name="connsiteY71" fmla="*/ 885715 h 1040366"/>
                  <a:gd name="connsiteX72" fmla="*/ 2171444 w 2634807"/>
                  <a:gd name="connsiteY72" fmla="*/ 932475 h 1040366"/>
                  <a:gd name="connsiteX73" fmla="*/ 2098892 w 2634807"/>
                  <a:gd name="connsiteY73" fmla="*/ 980507 h 1040366"/>
                  <a:gd name="connsiteX74" fmla="*/ 1987203 w 2634807"/>
                  <a:gd name="connsiteY74" fmla="*/ 1030209 h 1040366"/>
                  <a:gd name="connsiteX75" fmla="*/ 1966846 w 2634807"/>
                  <a:gd name="connsiteY75" fmla="*/ 1034868 h 1040366"/>
                  <a:gd name="connsiteX76" fmla="*/ 1960727 w 2634807"/>
                  <a:gd name="connsiteY76" fmla="*/ 1035998 h 1040366"/>
                  <a:gd name="connsiteX77" fmla="*/ 1960139 w 2634807"/>
                  <a:gd name="connsiteY77" fmla="*/ 1035975 h 1040366"/>
                  <a:gd name="connsiteX78" fmla="*/ 1959574 w 2634807"/>
                  <a:gd name="connsiteY78" fmla="*/ 1036069 h 1040366"/>
                  <a:gd name="connsiteX79" fmla="*/ 1953409 w 2634807"/>
                  <a:gd name="connsiteY79" fmla="*/ 1037175 h 1040366"/>
                  <a:gd name="connsiteX80" fmla="*/ 1951102 w 2634807"/>
                  <a:gd name="connsiteY80" fmla="*/ 1037292 h 1040366"/>
                  <a:gd name="connsiteX81" fmla="*/ 1943713 w 2634807"/>
                  <a:gd name="connsiteY81" fmla="*/ 1038375 h 1040366"/>
                  <a:gd name="connsiteX82" fmla="*/ 1940207 w 2634807"/>
                  <a:gd name="connsiteY82" fmla="*/ 1038516 h 1040366"/>
                  <a:gd name="connsiteX83" fmla="*/ 1926816 w 2634807"/>
                  <a:gd name="connsiteY83" fmla="*/ 1039599 h 1040366"/>
                  <a:gd name="connsiteX84" fmla="*/ 1920838 w 2634807"/>
                  <a:gd name="connsiteY84" fmla="*/ 1039763 h 1040366"/>
                  <a:gd name="connsiteX85" fmla="*/ 1893093 w 2634807"/>
                  <a:gd name="connsiteY85" fmla="*/ 1039716 h 1040366"/>
                  <a:gd name="connsiteX86" fmla="*/ 1887139 w 2634807"/>
                  <a:gd name="connsiteY86" fmla="*/ 1039599 h 1040366"/>
                  <a:gd name="connsiteX87" fmla="*/ 1871348 w 2634807"/>
                  <a:gd name="connsiteY87" fmla="*/ 1038563 h 1040366"/>
                  <a:gd name="connsiteX88" fmla="*/ 1867771 w 2634807"/>
                  <a:gd name="connsiteY88" fmla="*/ 1038399 h 1040366"/>
                  <a:gd name="connsiteX89" fmla="*/ 1856805 w 2634807"/>
                  <a:gd name="connsiteY89" fmla="*/ 1037292 h 1040366"/>
                  <a:gd name="connsiteX90" fmla="*/ 1854474 w 2634807"/>
                  <a:gd name="connsiteY90" fmla="*/ 1037198 h 1040366"/>
                  <a:gd name="connsiteX91" fmla="*/ 1845932 w 2634807"/>
                  <a:gd name="connsiteY91" fmla="*/ 1036163 h 1040366"/>
                  <a:gd name="connsiteX92" fmla="*/ 1843555 w 2634807"/>
                  <a:gd name="connsiteY92" fmla="*/ 1036022 h 1040366"/>
                  <a:gd name="connsiteX93" fmla="*/ 1836260 w 2634807"/>
                  <a:gd name="connsiteY93" fmla="*/ 1034986 h 1040366"/>
                  <a:gd name="connsiteX94" fmla="*/ 1833883 w 2634807"/>
                  <a:gd name="connsiteY94" fmla="*/ 1034821 h 1040366"/>
                  <a:gd name="connsiteX95" fmla="*/ 1827788 w 2634807"/>
                  <a:gd name="connsiteY95" fmla="*/ 1033786 h 1040366"/>
                  <a:gd name="connsiteX96" fmla="*/ 1825411 w 2634807"/>
                  <a:gd name="connsiteY96" fmla="*/ 1033621 h 1040366"/>
                  <a:gd name="connsiteX97" fmla="*/ 1819293 w 2634807"/>
                  <a:gd name="connsiteY97" fmla="*/ 1032562 h 1040366"/>
                  <a:gd name="connsiteX98" fmla="*/ 1803642 w 2634807"/>
                  <a:gd name="connsiteY98" fmla="*/ 1029997 h 1040366"/>
                  <a:gd name="connsiteX99" fmla="*/ 1797477 w 2634807"/>
                  <a:gd name="connsiteY99" fmla="*/ 1028820 h 1040366"/>
                  <a:gd name="connsiteX100" fmla="*/ 1744456 w 2634807"/>
                  <a:gd name="connsiteY100" fmla="*/ 1017383 h 1040366"/>
                  <a:gd name="connsiteX101" fmla="*/ 1558708 w 2634807"/>
                  <a:gd name="connsiteY101" fmla="*/ 960268 h 1040366"/>
                  <a:gd name="connsiteX102" fmla="*/ 1424585 w 2634807"/>
                  <a:gd name="connsiteY102" fmla="*/ 901720 h 1040366"/>
                  <a:gd name="connsiteX103" fmla="*/ 1057346 w 2634807"/>
                  <a:gd name="connsiteY103" fmla="*/ 785386 h 1040366"/>
                  <a:gd name="connsiteX104" fmla="*/ 0 w 2634807"/>
                  <a:gd name="connsiteY104" fmla="*/ 701401 h 1040366"/>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1625849 w 2634807"/>
                  <a:gd name="connsiteY0" fmla="*/ 672690 h 1003300"/>
                  <a:gd name="connsiteX1" fmla="*/ 1625802 w 2634807"/>
                  <a:gd name="connsiteY1" fmla="*/ 672902 h 1003300"/>
                  <a:gd name="connsiteX2" fmla="*/ 1626672 w 2634807"/>
                  <a:gd name="connsiteY2" fmla="*/ 672949 h 1003300"/>
                  <a:gd name="connsiteX3" fmla="*/ 1625849 w 2634807"/>
                  <a:gd name="connsiteY3" fmla="*/ 672690 h 1003300"/>
                  <a:gd name="connsiteX4" fmla="*/ 1534280 w 2634807"/>
                  <a:gd name="connsiteY4" fmla="*/ 392385 h 1003300"/>
                  <a:gd name="connsiteX5" fmla="*/ 1534257 w 2634807"/>
                  <a:gd name="connsiteY5" fmla="*/ 392997 h 1003300"/>
                  <a:gd name="connsiteX6" fmla="*/ 1535222 w 2634807"/>
                  <a:gd name="connsiteY6" fmla="*/ 392691 h 1003300"/>
                  <a:gd name="connsiteX7" fmla="*/ 1534280 w 2634807"/>
                  <a:gd name="connsiteY7" fmla="*/ 392385 h 1003300"/>
                  <a:gd name="connsiteX8" fmla="*/ 0 w 2634807"/>
                  <a:gd name="connsiteY8" fmla="*/ 664335 h 1003300"/>
                  <a:gd name="connsiteX9" fmla="*/ 181650 w 2634807"/>
                  <a:gd name="connsiteY9" fmla="*/ 0 h 1003300"/>
                  <a:gd name="connsiteX10" fmla="*/ 1087798 w 2634807"/>
                  <a:gd name="connsiteY10" fmla="*/ 338662 h 1003300"/>
                  <a:gd name="connsiteX11" fmla="*/ 1407142 w 2634807"/>
                  <a:gd name="connsiteY11" fmla="*/ 327364 h 1003300"/>
                  <a:gd name="connsiteX12" fmla="*/ 1576641 w 2634807"/>
                  <a:gd name="connsiteY12" fmla="*/ 404175 h 1003300"/>
                  <a:gd name="connsiteX13" fmla="*/ 1617706 w 2634807"/>
                  <a:gd name="connsiteY13" fmla="*/ 421142 h 1003300"/>
                  <a:gd name="connsiteX14" fmla="*/ 1663055 w 2634807"/>
                  <a:gd name="connsiteY14" fmla="*/ 439004 h 1003300"/>
                  <a:gd name="connsiteX15" fmla="*/ 1742221 w 2634807"/>
                  <a:gd name="connsiteY15" fmla="*/ 466161 h 1003300"/>
                  <a:gd name="connsiteX16" fmla="*/ 1878479 w 2634807"/>
                  <a:gd name="connsiteY16" fmla="*/ 498567 h 1003300"/>
                  <a:gd name="connsiteX17" fmla="*/ 1961857 w 2634807"/>
                  <a:gd name="connsiteY17" fmla="*/ 507839 h 1003300"/>
                  <a:gd name="connsiteX18" fmla="*/ 2101362 w 2634807"/>
                  <a:gd name="connsiteY18" fmla="*/ 529302 h 1003300"/>
                  <a:gd name="connsiteX19" fmla="*/ 2142663 w 2634807"/>
                  <a:gd name="connsiteY19" fmla="*/ 545963 h 1003300"/>
                  <a:gd name="connsiteX20" fmla="*/ 2167397 w 2634807"/>
                  <a:gd name="connsiteY20" fmla="*/ 592912 h 1003300"/>
                  <a:gd name="connsiteX21" fmla="*/ 2167491 w 2634807"/>
                  <a:gd name="connsiteY21" fmla="*/ 601337 h 1003300"/>
                  <a:gd name="connsiteX22" fmla="*/ 2133768 w 2634807"/>
                  <a:gd name="connsiteY22" fmla="*/ 674431 h 1003300"/>
                  <a:gd name="connsiteX23" fmla="*/ 2127555 w 2634807"/>
                  <a:gd name="connsiteY23" fmla="*/ 680974 h 1003300"/>
                  <a:gd name="connsiteX24" fmla="*/ 2111011 w 2634807"/>
                  <a:gd name="connsiteY24" fmla="*/ 691399 h 1003300"/>
                  <a:gd name="connsiteX25" fmla="*/ 2093785 w 2634807"/>
                  <a:gd name="connsiteY25" fmla="*/ 699424 h 1003300"/>
                  <a:gd name="connsiteX26" fmla="*/ 2034104 w 2634807"/>
                  <a:gd name="connsiteY26" fmla="*/ 715050 h 1003300"/>
                  <a:gd name="connsiteX27" fmla="*/ 1986190 w 2634807"/>
                  <a:gd name="connsiteY27" fmla="*/ 718533 h 1003300"/>
                  <a:gd name="connsiteX28" fmla="*/ 1915591 w 2634807"/>
                  <a:gd name="connsiteY28" fmla="*/ 712885 h 1003300"/>
                  <a:gd name="connsiteX29" fmla="*/ 1799830 w 2634807"/>
                  <a:gd name="connsiteY29" fmla="*/ 692340 h 1003300"/>
                  <a:gd name="connsiteX30" fmla="*/ 1719370 w 2634807"/>
                  <a:gd name="connsiteY30" fmla="*/ 678903 h 1003300"/>
                  <a:gd name="connsiteX31" fmla="*/ 1709274 w 2634807"/>
                  <a:gd name="connsiteY31" fmla="*/ 677514 h 1003300"/>
                  <a:gd name="connsiteX32" fmla="*/ 1699578 w 2634807"/>
                  <a:gd name="connsiteY32" fmla="*/ 676314 h 1003300"/>
                  <a:gd name="connsiteX33" fmla="*/ 1696001 w 2634807"/>
                  <a:gd name="connsiteY33" fmla="*/ 676290 h 1003300"/>
                  <a:gd name="connsiteX34" fmla="*/ 1658489 w 2634807"/>
                  <a:gd name="connsiteY34" fmla="*/ 673843 h 1003300"/>
                  <a:gd name="connsiteX35" fmla="*/ 1649664 w 2634807"/>
                  <a:gd name="connsiteY35" fmla="*/ 672996 h 1003300"/>
                  <a:gd name="connsiteX36" fmla="*/ 1646040 w 2634807"/>
                  <a:gd name="connsiteY36" fmla="*/ 673113 h 1003300"/>
                  <a:gd name="connsiteX37" fmla="*/ 1640086 w 2634807"/>
                  <a:gd name="connsiteY37" fmla="*/ 673961 h 1003300"/>
                  <a:gd name="connsiteX38" fmla="*/ 1637474 w 2634807"/>
                  <a:gd name="connsiteY38" fmla="*/ 673914 h 1003300"/>
                  <a:gd name="connsiteX39" fmla="*/ 1665949 w 2634807"/>
                  <a:gd name="connsiteY39" fmla="*/ 678926 h 1003300"/>
                  <a:gd name="connsiteX40" fmla="*/ 1805196 w 2634807"/>
                  <a:gd name="connsiteY40" fmla="*/ 711943 h 1003300"/>
                  <a:gd name="connsiteX41" fmla="*/ 1929687 w 2634807"/>
                  <a:gd name="connsiteY41" fmla="*/ 735359 h 1003300"/>
                  <a:gd name="connsiteX42" fmla="*/ 1994804 w 2634807"/>
                  <a:gd name="connsiteY42" fmla="*/ 737312 h 1003300"/>
                  <a:gd name="connsiteX43" fmla="*/ 2097220 w 2634807"/>
                  <a:gd name="connsiteY43" fmla="*/ 708108 h 1003300"/>
                  <a:gd name="connsiteX44" fmla="*/ 2118777 w 2634807"/>
                  <a:gd name="connsiteY44" fmla="*/ 690716 h 1003300"/>
                  <a:gd name="connsiteX45" fmla="*/ 2123389 w 2634807"/>
                  <a:gd name="connsiteY45" fmla="*/ 687351 h 1003300"/>
                  <a:gd name="connsiteX46" fmla="*/ 2198390 w 2634807"/>
                  <a:gd name="connsiteY46" fmla="*/ 646168 h 1003300"/>
                  <a:gd name="connsiteX47" fmla="*/ 2250658 w 2634807"/>
                  <a:gd name="connsiteY47" fmla="*/ 602490 h 1003300"/>
                  <a:gd name="connsiteX48" fmla="*/ 2308855 w 2634807"/>
                  <a:gd name="connsiteY48" fmla="*/ 531678 h 1003300"/>
                  <a:gd name="connsiteX49" fmla="*/ 2407531 w 2634807"/>
                  <a:gd name="connsiteY49" fmla="*/ 371911 h 1003300"/>
                  <a:gd name="connsiteX50" fmla="*/ 2487967 w 2634807"/>
                  <a:gd name="connsiteY50" fmla="*/ 248549 h 1003300"/>
                  <a:gd name="connsiteX51" fmla="*/ 2546118 w 2634807"/>
                  <a:gd name="connsiteY51" fmla="*/ 186798 h 1003300"/>
                  <a:gd name="connsiteX52" fmla="*/ 2549695 w 2634807"/>
                  <a:gd name="connsiteY52" fmla="*/ 180797 h 1003300"/>
                  <a:gd name="connsiteX53" fmla="*/ 2552896 w 2634807"/>
                  <a:gd name="connsiteY53" fmla="*/ 175525 h 1003300"/>
                  <a:gd name="connsiteX54" fmla="*/ 2553460 w 2634807"/>
                  <a:gd name="connsiteY54" fmla="*/ 176396 h 1003300"/>
                  <a:gd name="connsiteX55" fmla="*/ 2553249 w 2634807"/>
                  <a:gd name="connsiteY55" fmla="*/ 176961 h 1003300"/>
                  <a:gd name="connsiteX56" fmla="*/ 2557744 w 2634807"/>
                  <a:gd name="connsiteY56" fmla="*/ 180255 h 1003300"/>
                  <a:gd name="connsiteX57" fmla="*/ 2584595 w 2634807"/>
                  <a:gd name="connsiteY57" fmla="*/ 169665 h 1003300"/>
                  <a:gd name="connsiteX58" fmla="*/ 2602622 w 2634807"/>
                  <a:gd name="connsiteY58" fmla="*/ 169642 h 1003300"/>
                  <a:gd name="connsiteX59" fmla="*/ 2630744 w 2634807"/>
                  <a:gd name="connsiteY59" fmla="*/ 190987 h 1003300"/>
                  <a:gd name="connsiteX60" fmla="*/ 2634227 w 2634807"/>
                  <a:gd name="connsiteY60" fmla="*/ 204871 h 1003300"/>
                  <a:gd name="connsiteX61" fmla="*/ 2634274 w 2634807"/>
                  <a:gd name="connsiteY61" fmla="*/ 216732 h 1003300"/>
                  <a:gd name="connsiteX62" fmla="*/ 2634133 w 2634807"/>
                  <a:gd name="connsiteY62" fmla="*/ 220239 h 1003300"/>
                  <a:gd name="connsiteX63" fmla="*/ 2633121 w 2634807"/>
                  <a:gd name="connsiteY63" fmla="*/ 226404 h 1003300"/>
                  <a:gd name="connsiteX64" fmla="*/ 2616271 w 2634807"/>
                  <a:gd name="connsiteY64" fmla="*/ 286391 h 1003300"/>
                  <a:gd name="connsiteX65" fmla="*/ 2579394 w 2634807"/>
                  <a:gd name="connsiteY65" fmla="*/ 377159 h 1003300"/>
                  <a:gd name="connsiteX66" fmla="*/ 2508183 w 2634807"/>
                  <a:gd name="connsiteY66" fmla="*/ 529866 h 1003300"/>
                  <a:gd name="connsiteX67" fmla="*/ 2441066 w 2634807"/>
                  <a:gd name="connsiteY67" fmla="*/ 653604 h 1003300"/>
                  <a:gd name="connsiteX68" fmla="*/ 2400424 w 2634807"/>
                  <a:gd name="connsiteY68" fmla="*/ 704130 h 1003300"/>
                  <a:gd name="connsiteX69" fmla="*/ 2361758 w 2634807"/>
                  <a:gd name="connsiteY69" fmla="*/ 742137 h 1003300"/>
                  <a:gd name="connsiteX70" fmla="*/ 2307961 w 2634807"/>
                  <a:gd name="connsiteY70" fmla="*/ 789297 h 1003300"/>
                  <a:gd name="connsiteX71" fmla="*/ 2234702 w 2634807"/>
                  <a:gd name="connsiteY71" fmla="*/ 848649 h 1003300"/>
                  <a:gd name="connsiteX72" fmla="*/ 2171444 w 2634807"/>
                  <a:gd name="connsiteY72" fmla="*/ 895409 h 1003300"/>
                  <a:gd name="connsiteX73" fmla="*/ 2098892 w 2634807"/>
                  <a:gd name="connsiteY73" fmla="*/ 943441 h 1003300"/>
                  <a:gd name="connsiteX74" fmla="*/ 1987203 w 2634807"/>
                  <a:gd name="connsiteY74" fmla="*/ 993143 h 1003300"/>
                  <a:gd name="connsiteX75" fmla="*/ 1966846 w 2634807"/>
                  <a:gd name="connsiteY75" fmla="*/ 997802 h 1003300"/>
                  <a:gd name="connsiteX76" fmla="*/ 1960727 w 2634807"/>
                  <a:gd name="connsiteY76" fmla="*/ 998932 h 1003300"/>
                  <a:gd name="connsiteX77" fmla="*/ 1960139 w 2634807"/>
                  <a:gd name="connsiteY77" fmla="*/ 998909 h 1003300"/>
                  <a:gd name="connsiteX78" fmla="*/ 1959574 w 2634807"/>
                  <a:gd name="connsiteY78" fmla="*/ 999003 h 1003300"/>
                  <a:gd name="connsiteX79" fmla="*/ 1953409 w 2634807"/>
                  <a:gd name="connsiteY79" fmla="*/ 1000109 h 1003300"/>
                  <a:gd name="connsiteX80" fmla="*/ 1951102 w 2634807"/>
                  <a:gd name="connsiteY80" fmla="*/ 1000226 h 1003300"/>
                  <a:gd name="connsiteX81" fmla="*/ 1943713 w 2634807"/>
                  <a:gd name="connsiteY81" fmla="*/ 1001309 h 1003300"/>
                  <a:gd name="connsiteX82" fmla="*/ 1940207 w 2634807"/>
                  <a:gd name="connsiteY82" fmla="*/ 1001450 h 1003300"/>
                  <a:gd name="connsiteX83" fmla="*/ 1926816 w 2634807"/>
                  <a:gd name="connsiteY83" fmla="*/ 1002533 h 1003300"/>
                  <a:gd name="connsiteX84" fmla="*/ 1920838 w 2634807"/>
                  <a:gd name="connsiteY84" fmla="*/ 1002697 h 1003300"/>
                  <a:gd name="connsiteX85" fmla="*/ 1893093 w 2634807"/>
                  <a:gd name="connsiteY85" fmla="*/ 1002650 h 1003300"/>
                  <a:gd name="connsiteX86" fmla="*/ 1887139 w 2634807"/>
                  <a:gd name="connsiteY86" fmla="*/ 1002533 h 1003300"/>
                  <a:gd name="connsiteX87" fmla="*/ 1871348 w 2634807"/>
                  <a:gd name="connsiteY87" fmla="*/ 1001497 h 1003300"/>
                  <a:gd name="connsiteX88" fmla="*/ 1867771 w 2634807"/>
                  <a:gd name="connsiteY88" fmla="*/ 1001333 h 1003300"/>
                  <a:gd name="connsiteX89" fmla="*/ 1856805 w 2634807"/>
                  <a:gd name="connsiteY89" fmla="*/ 1000226 h 1003300"/>
                  <a:gd name="connsiteX90" fmla="*/ 1854474 w 2634807"/>
                  <a:gd name="connsiteY90" fmla="*/ 1000132 h 1003300"/>
                  <a:gd name="connsiteX91" fmla="*/ 1845932 w 2634807"/>
                  <a:gd name="connsiteY91" fmla="*/ 999097 h 1003300"/>
                  <a:gd name="connsiteX92" fmla="*/ 1843555 w 2634807"/>
                  <a:gd name="connsiteY92" fmla="*/ 998956 h 1003300"/>
                  <a:gd name="connsiteX93" fmla="*/ 1836260 w 2634807"/>
                  <a:gd name="connsiteY93" fmla="*/ 997920 h 1003300"/>
                  <a:gd name="connsiteX94" fmla="*/ 1833883 w 2634807"/>
                  <a:gd name="connsiteY94" fmla="*/ 997755 h 1003300"/>
                  <a:gd name="connsiteX95" fmla="*/ 1827788 w 2634807"/>
                  <a:gd name="connsiteY95" fmla="*/ 996720 h 1003300"/>
                  <a:gd name="connsiteX96" fmla="*/ 1825411 w 2634807"/>
                  <a:gd name="connsiteY96" fmla="*/ 996555 h 1003300"/>
                  <a:gd name="connsiteX97" fmla="*/ 1819293 w 2634807"/>
                  <a:gd name="connsiteY97" fmla="*/ 995496 h 1003300"/>
                  <a:gd name="connsiteX98" fmla="*/ 1803642 w 2634807"/>
                  <a:gd name="connsiteY98" fmla="*/ 992931 h 1003300"/>
                  <a:gd name="connsiteX99" fmla="*/ 1797477 w 2634807"/>
                  <a:gd name="connsiteY99" fmla="*/ 991754 h 1003300"/>
                  <a:gd name="connsiteX100" fmla="*/ 1744456 w 2634807"/>
                  <a:gd name="connsiteY100" fmla="*/ 980317 h 1003300"/>
                  <a:gd name="connsiteX101" fmla="*/ 1558708 w 2634807"/>
                  <a:gd name="connsiteY101" fmla="*/ 923202 h 1003300"/>
                  <a:gd name="connsiteX102" fmla="*/ 1424585 w 2634807"/>
                  <a:gd name="connsiteY102" fmla="*/ 864654 h 1003300"/>
                  <a:gd name="connsiteX103" fmla="*/ 1057346 w 2634807"/>
                  <a:gd name="connsiteY103" fmla="*/ 748320 h 1003300"/>
                  <a:gd name="connsiteX104" fmla="*/ 0 w 2634807"/>
                  <a:gd name="connsiteY104" fmla="*/ 664335 h 1003300"/>
                  <a:gd name="connsiteX0" fmla="*/ 1918559 w 2927517"/>
                  <a:gd name="connsiteY0" fmla="*/ 833648 h 1164258"/>
                  <a:gd name="connsiteX1" fmla="*/ 1918512 w 2927517"/>
                  <a:gd name="connsiteY1" fmla="*/ 833860 h 1164258"/>
                  <a:gd name="connsiteX2" fmla="*/ 1919382 w 2927517"/>
                  <a:gd name="connsiteY2" fmla="*/ 833907 h 1164258"/>
                  <a:gd name="connsiteX3" fmla="*/ 1918559 w 2927517"/>
                  <a:gd name="connsiteY3" fmla="*/ 833648 h 1164258"/>
                  <a:gd name="connsiteX4" fmla="*/ 1826990 w 2927517"/>
                  <a:gd name="connsiteY4" fmla="*/ 553343 h 1164258"/>
                  <a:gd name="connsiteX5" fmla="*/ 1826967 w 2927517"/>
                  <a:gd name="connsiteY5" fmla="*/ 553955 h 1164258"/>
                  <a:gd name="connsiteX6" fmla="*/ 1827932 w 2927517"/>
                  <a:gd name="connsiteY6" fmla="*/ 553649 h 1164258"/>
                  <a:gd name="connsiteX7" fmla="*/ 1826990 w 2927517"/>
                  <a:gd name="connsiteY7" fmla="*/ 553343 h 1164258"/>
                  <a:gd name="connsiteX8" fmla="*/ 292710 w 2927517"/>
                  <a:gd name="connsiteY8" fmla="*/ 825293 h 1164258"/>
                  <a:gd name="connsiteX9" fmla="*/ 0 w 2927517"/>
                  <a:gd name="connsiteY9" fmla="*/ 0 h 1164258"/>
                  <a:gd name="connsiteX10" fmla="*/ 1380508 w 2927517"/>
                  <a:gd name="connsiteY10" fmla="*/ 499620 h 1164258"/>
                  <a:gd name="connsiteX11" fmla="*/ 1699852 w 2927517"/>
                  <a:gd name="connsiteY11" fmla="*/ 488322 h 1164258"/>
                  <a:gd name="connsiteX12" fmla="*/ 1869351 w 2927517"/>
                  <a:gd name="connsiteY12" fmla="*/ 565133 h 1164258"/>
                  <a:gd name="connsiteX13" fmla="*/ 1910416 w 2927517"/>
                  <a:gd name="connsiteY13" fmla="*/ 582100 h 1164258"/>
                  <a:gd name="connsiteX14" fmla="*/ 1955765 w 2927517"/>
                  <a:gd name="connsiteY14" fmla="*/ 599962 h 1164258"/>
                  <a:gd name="connsiteX15" fmla="*/ 2034931 w 2927517"/>
                  <a:gd name="connsiteY15" fmla="*/ 627119 h 1164258"/>
                  <a:gd name="connsiteX16" fmla="*/ 2171189 w 2927517"/>
                  <a:gd name="connsiteY16" fmla="*/ 659525 h 1164258"/>
                  <a:gd name="connsiteX17" fmla="*/ 2254567 w 2927517"/>
                  <a:gd name="connsiteY17" fmla="*/ 668797 h 1164258"/>
                  <a:gd name="connsiteX18" fmla="*/ 2394072 w 2927517"/>
                  <a:gd name="connsiteY18" fmla="*/ 690260 h 1164258"/>
                  <a:gd name="connsiteX19" fmla="*/ 2435373 w 2927517"/>
                  <a:gd name="connsiteY19" fmla="*/ 706921 h 1164258"/>
                  <a:gd name="connsiteX20" fmla="*/ 2460107 w 2927517"/>
                  <a:gd name="connsiteY20" fmla="*/ 753870 h 1164258"/>
                  <a:gd name="connsiteX21" fmla="*/ 2460201 w 2927517"/>
                  <a:gd name="connsiteY21" fmla="*/ 762295 h 1164258"/>
                  <a:gd name="connsiteX22" fmla="*/ 2426478 w 2927517"/>
                  <a:gd name="connsiteY22" fmla="*/ 835389 h 1164258"/>
                  <a:gd name="connsiteX23" fmla="*/ 2420265 w 2927517"/>
                  <a:gd name="connsiteY23" fmla="*/ 841932 h 1164258"/>
                  <a:gd name="connsiteX24" fmla="*/ 2403721 w 2927517"/>
                  <a:gd name="connsiteY24" fmla="*/ 852357 h 1164258"/>
                  <a:gd name="connsiteX25" fmla="*/ 2386495 w 2927517"/>
                  <a:gd name="connsiteY25" fmla="*/ 860382 h 1164258"/>
                  <a:gd name="connsiteX26" fmla="*/ 2326814 w 2927517"/>
                  <a:gd name="connsiteY26" fmla="*/ 876008 h 1164258"/>
                  <a:gd name="connsiteX27" fmla="*/ 2278900 w 2927517"/>
                  <a:gd name="connsiteY27" fmla="*/ 879491 h 1164258"/>
                  <a:gd name="connsiteX28" fmla="*/ 2208301 w 2927517"/>
                  <a:gd name="connsiteY28" fmla="*/ 873843 h 1164258"/>
                  <a:gd name="connsiteX29" fmla="*/ 2092540 w 2927517"/>
                  <a:gd name="connsiteY29" fmla="*/ 853298 h 1164258"/>
                  <a:gd name="connsiteX30" fmla="*/ 2012080 w 2927517"/>
                  <a:gd name="connsiteY30" fmla="*/ 839861 h 1164258"/>
                  <a:gd name="connsiteX31" fmla="*/ 2001984 w 2927517"/>
                  <a:gd name="connsiteY31" fmla="*/ 838472 h 1164258"/>
                  <a:gd name="connsiteX32" fmla="*/ 1992288 w 2927517"/>
                  <a:gd name="connsiteY32" fmla="*/ 837272 h 1164258"/>
                  <a:gd name="connsiteX33" fmla="*/ 1988711 w 2927517"/>
                  <a:gd name="connsiteY33" fmla="*/ 837248 h 1164258"/>
                  <a:gd name="connsiteX34" fmla="*/ 1951199 w 2927517"/>
                  <a:gd name="connsiteY34" fmla="*/ 834801 h 1164258"/>
                  <a:gd name="connsiteX35" fmla="*/ 1942374 w 2927517"/>
                  <a:gd name="connsiteY35" fmla="*/ 833954 h 1164258"/>
                  <a:gd name="connsiteX36" fmla="*/ 1938750 w 2927517"/>
                  <a:gd name="connsiteY36" fmla="*/ 834071 h 1164258"/>
                  <a:gd name="connsiteX37" fmla="*/ 1932796 w 2927517"/>
                  <a:gd name="connsiteY37" fmla="*/ 834919 h 1164258"/>
                  <a:gd name="connsiteX38" fmla="*/ 1930184 w 2927517"/>
                  <a:gd name="connsiteY38" fmla="*/ 834872 h 1164258"/>
                  <a:gd name="connsiteX39" fmla="*/ 1958659 w 2927517"/>
                  <a:gd name="connsiteY39" fmla="*/ 839884 h 1164258"/>
                  <a:gd name="connsiteX40" fmla="*/ 2097906 w 2927517"/>
                  <a:gd name="connsiteY40" fmla="*/ 872901 h 1164258"/>
                  <a:gd name="connsiteX41" fmla="*/ 2222397 w 2927517"/>
                  <a:gd name="connsiteY41" fmla="*/ 896317 h 1164258"/>
                  <a:gd name="connsiteX42" fmla="*/ 2287514 w 2927517"/>
                  <a:gd name="connsiteY42" fmla="*/ 898270 h 1164258"/>
                  <a:gd name="connsiteX43" fmla="*/ 2389930 w 2927517"/>
                  <a:gd name="connsiteY43" fmla="*/ 869066 h 1164258"/>
                  <a:gd name="connsiteX44" fmla="*/ 2411487 w 2927517"/>
                  <a:gd name="connsiteY44" fmla="*/ 851674 h 1164258"/>
                  <a:gd name="connsiteX45" fmla="*/ 2416099 w 2927517"/>
                  <a:gd name="connsiteY45" fmla="*/ 848309 h 1164258"/>
                  <a:gd name="connsiteX46" fmla="*/ 2491100 w 2927517"/>
                  <a:gd name="connsiteY46" fmla="*/ 807126 h 1164258"/>
                  <a:gd name="connsiteX47" fmla="*/ 2543368 w 2927517"/>
                  <a:gd name="connsiteY47" fmla="*/ 763448 h 1164258"/>
                  <a:gd name="connsiteX48" fmla="*/ 2601565 w 2927517"/>
                  <a:gd name="connsiteY48" fmla="*/ 692636 h 1164258"/>
                  <a:gd name="connsiteX49" fmla="*/ 2700241 w 2927517"/>
                  <a:gd name="connsiteY49" fmla="*/ 532869 h 1164258"/>
                  <a:gd name="connsiteX50" fmla="*/ 2780677 w 2927517"/>
                  <a:gd name="connsiteY50" fmla="*/ 409507 h 1164258"/>
                  <a:gd name="connsiteX51" fmla="*/ 2838828 w 2927517"/>
                  <a:gd name="connsiteY51" fmla="*/ 347756 h 1164258"/>
                  <a:gd name="connsiteX52" fmla="*/ 2842405 w 2927517"/>
                  <a:gd name="connsiteY52" fmla="*/ 341755 h 1164258"/>
                  <a:gd name="connsiteX53" fmla="*/ 2845606 w 2927517"/>
                  <a:gd name="connsiteY53" fmla="*/ 336483 h 1164258"/>
                  <a:gd name="connsiteX54" fmla="*/ 2846170 w 2927517"/>
                  <a:gd name="connsiteY54" fmla="*/ 337354 h 1164258"/>
                  <a:gd name="connsiteX55" fmla="*/ 2845959 w 2927517"/>
                  <a:gd name="connsiteY55" fmla="*/ 337919 h 1164258"/>
                  <a:gd name="connsiteX56" fmla="*/ 2850454 w 2927517"/>
                  <a:gd name="connsiteY56" fmla="*/ 341213 h 1164258"/>
                  <a:gd name="connsiteX57" fmla="*/ 2877305 w 2927517"/>
                  <a:gd name="connsiteY57" fmla="*/ 330623 h 1164258"/>
                  <a:gd name="connsiteX58" fmla="*/ 2895332 w 2927517"/>
                  <a:gd name="connsiteY58" fmla="*/ 330600 h 1164258"/>
                  <a:gd name="connsiteX59" fmla="*/ 2923454 w 2927517"/>
                  <a:gd name="connsiteY59" fmla="*/ 351945 h 1164258"/>
                  <a:gd name="connsiteX60" fmla="*/ 2926937 w 2927517"/>
                  <a:gd name="connsiteY60" fmla="*/ 365829 h 1164258"/>
                  <a:gd name="connsiteX61" fmla="*/ 2926984 w 2927517"/>
                  <a:gd name="connsiteY61" fmla="*/ 377690 h 1164258"/>
                  <a:gd name="connsiteX62" fmla="*/ 2926843 w 2927517"/>
                  <a:gd name="connsiteY62" fmla="*/ 381197 h 1164258"/>
                  <a:gd name="connsiteX63" fmla="*/ 2925831 w 2927517"/>
                  <a:gd name="connsiteY63" fmla="*/ 387362 h 1164258"/>
                  <a:gd name="connsiteX64" fmla="*/ 2908981 w 2927517"/>
                  <a:gd name="connsiteY64" fmla="*/ 447349 h 1164258"/>
                  <a:gd name="connsiteX65" fmla="*/ 2872104 w 2927517"/>
                  <a:gd name="connsiteY65" fmla="*/ 538117 h 1164258"/>
                  <a:gd name="connsiteX66" fmla="*/ 2800893 w 2927517"/>
                  <a:gd name="connsiteY66" fmla="*/ 690824 h 1164258"/>
                  <a:gd name="connsiteX67" fmla="*/ 2733776 w 2927517"/>
                  <a:gd name="connsiteY67" fmla="*/ 814562 h 1164258"/>
                  <a:gd name="connsiteX68" fmla="*/ 2693134 w 2927517"/>
                  <a:gd name="connsiteY68" fmla="*/ 865088 h 1164258"/>
                  <a:gd name="connsiteX69" fmla="*/ 2654468 w 2927517"/>
                  <a:gd name="connsiteY69" fmla="*/ 903095 h 1164258"/>
                  <a:gd name="connsiteX70" fmla="*/ 2600671 w 2927517"/>
                  <a:gd name="connsiteY70" fmla="*/ 950255 h 1164258"/>
                  <a:gd name="connsiteX71" fmla="*/ 2527412 w 2927517"/>
                  <a:gd name="connsiteY71" fmla="*/ 1009607 h 1164258"/>
                  <a:gd name="connsiteX72" fmla="*/ 2464154 w 2927517"/>
                  <a:gd name="connsiteY72" fmla="*/ 1056367 h 1164258"/>
                  <a:gd name="connsiteX73" fmla="*/ 2391602 w 2927517"/>
                  <a:gd name="connsiteY73" fmla="*/ 1104399 h 1164258"/>
                  <a:gd name="connsiteX74" fmla="*/ 2279913 w 2927517"/>
                  <a:gd name="connsiteY74" fmla="*/ 1154101 h 1164258"/>
                  <a:gd name="connsiteX75" fmla="*/ 2259556 w 2927517"/>
                  <a:gd name="connsiteY75" fmla="*/ 1158760 h 1164258"/>
                  <a:gd name="connsiteX76" fmla="*/ 2253437 w 2927517"/>
                  <a:gd name="connsiteY76" fmla="*/ 1159890 h 1164258"/>
                  <a:gd name="connsiteX77" fmla="*/ 2252849 w 2927517"/>
                  <a:gd name="connsiteY77" fmla="*/ 1159867 h 1164258"/>
                  <a:gd name="connsiteX78" fmla="*/ 2252284 w 2927517"/>
                  <a:gd name="connsiteY78" fmla="*/ 1159961 h 1164258"/>
                  <a:gd name="connsiteX79" fmla="*/ 2246119 w 2927517"/>
                  <a:gd name="connsiteY79" fmla="*/ 1161067 h 1164258"/>
                  <a:gd name="connsiteX80" fmla="*/ 2243812 w 2927517"/>
                  <a:gd name="connsiteY80" fmla="*/ 1161184 h 1164258"/>
                  <a:gd name="connsiteX81" fmla="*/ 2236423 w 2927517"/>
                  <a:gd name="connsiteY81" fmla="*/ 1162267 h 1164258"/>
                  <a:gd name="connsiteX82" fmla="*/ 2232917 w 2927517"/>
                  <a:gd name="connsiteY82" fmla="*/ 1162408 h 1164258"/>
                  <a:gd name="connsiteX83" fmla="*/ 2219526 w 2927517"/>
                  <a:gd name="connsiteY83" fmla="*/ 1163491 h 1164258"/>
                  <a:gd name="connsiteX84" fmla="*/ 2213548 w 2927517"/>
                  <a:gd name="connsiteY84" fmla="*/ 1163655 h 1164258"/>
                  <a:gd name="connsiteX85" fmla="*/ 2185803 w 2927517"/>
                  <a:gd name="connsiteY85" fmla="*/ 1163608 h 1164258"/>
                  <a:gd name="connsiteX86" fmla="*/ 2179849 w 2927517"/>
                  <a:gd name="connsiteY86" fmla="*/ 1163491 h 1164258"/>
                  <a:gd name="connsiteX87" fmla="*/ 2164058 w 2927517"/>
                  <a:gd name="connsiteY87" fmla="*/ 1162455 h 1164258"/>
                  <a:gd name="connsiteX88" fmla="*/ 2160481 w 2927517"/>
                  <a:gd name="connsiteY88" fmla="*/ 1162291 h 1164258"/>
                  <a:gd name="connsiteX89" fmla="*/ 2149515 w 2927517"/>
                  <a:gd name="connsiteY89" fmla="*/ 1161184 h 1164258"/>
                  <a:gd name="connsiteX90" fmla="*/ 2147184 w 2927517"/>
                  <a:gd name="connsiteY90" fmla="*/ 1161090 h 1164258"/>
                  <a:gd name="connsiteX91" fmla="*/ 2138642 w 2927517"/>
                  <a:gd name="connsiteY91" fmla="*/ 1160055 h 1164258"/>
                  <a:gd name="connsiteX92" fmla="*/ 2136265 w 2927517"/>
                  <a:gd name="connsiteY92" fmla="*/ 1159914 h 1164258"/>
                  <a:gd name="connsiteX93" fmla="*/ 2128970 w 2927517"/>
                  <a:gd name="connsiteY93" fmla="*/ 1158878 h 1164258"/>
                  <a:gd name="connsiteX94" fmla="*/ 2126593 w 2927517"/>
                  <a:gd name="connsiteY94" fmla="*/ 1158713 h 1164258"/>
                  <a:gd name="connsiteX95" fmla="*/ 2120498 w 2927517"/>
                  <a:gd name="connsiteY95" fmla="*/ 1157678 h 1164258"/>
                  <a:gd name="connsiteX96" fmla="*/ 2118121 w 2927517"/>
                  <a:gd name="connsiteY96" fmla="*/ 1157513 h 1164258"/>
                  <a:gd name="connsiteX97" fmla="*/ 2112003 w 2927517"/>
                  <a:gd name="connsiteY97" fmla="*/ 1156454 h 1164258"/>
                  <a:gd name="connsiteX98" fmla="*/ 2096352 w 2927517"/>
                  <a:gd name="connsiteY98" fmla="*/ 1153889 h 1164258"/>
                  <a:gd name="connsiteX99" fmla="*/ 2090187 w 2927517"/>
                  <a:gd name="connsiteY99" fmla="*/ 1152712 h 1164258"/>
                  <a:gd name="connsiteX100" fmla="*/ 2037166 w 2927517"/>
                  <a:gd name="connsiteY100" fmla="*/ 1141275 h 1164258"/>
                  <a:gd name="connsiteX101" fmla="*/ 1851418 w 2927517"/>
                  <a:gd name="connsiteY101" fmla="*/ 1084160 h 1164258"/>
                  <a:gd name="connsiteX102" fmla="*/ 1717295 w 2927517"/>
                  <a:gd name="connsiteY102" fmla="*/ 1025612 h 1164258"/>
                  <a:gd name="connsiteX103" fmla="*/ 1350056 w 2927517"/>
                  <a:gd name="connsiteY103" fmla="*/ 909278 h 1164258"/>
                  <a:gd name="connsiteX104" fmla="*/ 292710 w 2927517"/>
                  <a:gd name="connsiteY104" fmla="*/ 825293 h 1164258"/>
                  <a:gd name="connsiteX0" fmla="*/ 2105456 w 3114414"/>
                  <a:gd name="connsiteY0" fmla="*/ 833648 h 1164258"/>
                  <a:gd name="connsiteX1" fmla="*/ 2105409 w 3114414"/>
                  <a:gd name="connsiteY1" fmla="*/ 833860 h 1164258"/>
                  <a:gd name="connsiteX2" fmla="*/ 2106279 w 3114414"/>
                  <a:gd name="connsiteY2" fmla="*/ 833907 h 1164258"/>
                  <a:gd name="connsiteX3" fmla="*/ 2105456 w 3114414"/>
                  <a:gd name="connsiteY3" fmla="*/ 833648 h 1164258"/>
                  <a:gd name="connsiteX4" fmla="*/ 2013887 w 3114414"/>
                  <a:gd name="connsiteY4" fmla="*/ 553343 h 1164258"/>
                  <a:gd name="connsiteX5" fmla="*/ 2013864 w 3114414"/>
                  <a:gd name="connsiteY5" fmla="*/ 553955 h 1164258"/>
                  <a:gd name="connsiteX6" fmla="*/ 2014829 w 3114414"/>
                  <a:gd name="connsiteY6" fmla="*/ 553649 h 1164258"/>
                  <a:gd name="connsiteX7" fmla="*/ 2013887 w 3114414"/>
                  <a:gd name="connsiteY7" fmla="*/ 553343 h 1164258"/>
                  <a:gd name="connsiteX8" fmla="*/ 0 w 3114414"/>
                  <a:gd name="connsiteY8" fmla="*/ 774164 h 1164258"/>
                  <a:gd name="connsiteX9" fmla="*/ 186897 w 3114414"/>
                  <a:gd name="connsiteY9" fmla="*/ 0 h 1164258"/>
                  <a:gd name="connsiteX10" fmla="*/ 1567405 w 3114414"/>
                  <a:gd name="connsiteY10" fmla="*/ 499620 h 1164258"/>
                  <a:gd name="connsiteX11" fmla="*/ 1886749 w 3114414"/>
                  <a:gd name="connsiteY11" fmla="*/ 488322 h 1164258"/>
                  <a:gd name="connsiteX12" fmla="*/ 2056248 w 3114414"/>
                  <a:gd name="connsiteY12" fmla="*/ 565133 h 1164258"/>
                  <a:gd name="connsiteX13" fmla="*/ 2097313 w 3114414"/>
                  <a:gd name="connsiteY13" fmla="*/ 582100 h 1164258"/>
                  <a:gd name="connsiteX14" fmla="*/ 2142662 w 3114414"/>
                  <a:gd name="connsiteY14" fmla="*/ 599962 h 1164258"/>
                  <a:gd name="connsiteX15" fmla="*/ 2221828 w 3114414"/>
                  <a:gd name="connsiteY15" fmla="*/ 627119 h 1164258"/>
                  <a:gd name="connsiteX16" fmla="*/ 2358086 w 3114414"/>
                  <a:gd name="connsiteY16" fmla="*/ 659525 h 1164258"/>
                  <a:gd name="connsiteX17" fmla="*/ 2441464 w 3114414"/>
                  <a:gd name="connsiteY17" fmla="*/ 668797 h 1164258"/>
                  <a:gd name="connsiteX18" fmla="*/ 2580969 w 3114414"/>
                  <a:gd name="connsiteY18" fmla="*/ 690260 h 1164258"/>
                  <a:gd name="connsiteX19" fmla="*/ 2622270 w 3114414"/>
                  <a:gd name="connsiteY19" fmla="*/ 706921 h 1164258"/>
                  <a:gd name="connsiteX20" fmla="*/ 2647004 w 3114414"/>
                  <a:gd name="connsiteY20" fmla="*/ 753870 h 1164258"/>
                  <a:gd name="connsiteX21" fmla="*/ 2647098 w 3114414"/>
                  <a:gd name="connsiteY21" fmla="*/ 762295 h 1164258"/>
                  <a:gd name="connsiteX22" fmla="*/ 2613375 w 3114414"/>
                  <a:gd name="connsiteY22" fmla="*/ 835389 h 1164258"/>
                  <a:gd name="connsiteX23" fmla="*/ 2607162 w 3114414"/>
                  <a:gd name="connsiteY23" fmla="*/ 841932 h 1164258"/>
                  <a:gd name="connsiteX24" fmla="*/ 2590618 w 3114414"/>
                  <a:gd name="connsiteY24" fmla="*/ 852357 h 1164258"/>
                  <a:gd name="connsiteX25" fmla="*/ 2573392 w 3114414"/>
                  <a:gd name="connsiteY25" fmla="*/ 860382 h 1164258"/>
                  <a:gd name="connsiteX26" fmla="*/ 2513711 w 3114414"/>
                  <a:gd name="connsiteY26" fmla="*/ 876008 h 1164258"/>
                  <a:gd name="connsiteX27" fmla="*/ 2465797 w 3114414"/>
                  <a:gd name="connsiteY27" fmla="*/ 879491 h 1164258"/>
                  <a:gd name="connsiteX28" fmla="*/ 2395198 w 3114414"/>
                  <a:gd name="connsiteY28" fmla="*/ 873843 h 1164258"/>
                  <a:gd name="connsiteX29" fmla="*/ 2279437 w 3114414"/>
                  <a:gd name="connsiteY29" fmla="*/ 853298 h 1164258"/>
                  <a:gd name="connsiteX30" fmla="*/ 2198977 w 3114414"/>
                  <a:gd name="connsiteY30" fmla="*/ 839861 h 1164258"/>
                  <a:gd name="connsiteX31" fmla="*/ 2188881 w 3114414"/>
                  <a:gd name="connsiteY31" fmla="*/ 838472 h 1164258"/>
                  <a:gd name="connsiteX32" fmla="*/ 2179185 w 3114414"/>
                  <a:gd name="connsiteY32" fmla="*/ 837272 h 1164258"/>
                  <a:gd name="connsiteX33" fmla="*/ 2175608 w 3114414"/>
                  <a:gd name="connsiteY33" fmla="*/ 837248 h 1164258"/>
                  <a:gd name="connsiteX34" fmla="*/ 2138096 w 3114414"/>
                  <a:gd name="connsiteY34" fmla="*/ 834801 h 1164258"/>
                  <a:gd name="connsiteX35" fmla="*/ 2129271 w 3114414"/>
                  <a:gd name="connsiteY35" fmla="*/ 833954 h 1164258"/>
                  <a:gd name="connsiteX36" fmla="*/ 2125647 w 3114414"/>
                  <a:gd name="connsiteY36" fmla="*/ 834071 h 1164258"/>
                  <a:gd name="connsiteX37" fmla="*/ 2119693 w 3114414"/>
                  <a:gd name="connsiteY37" fmla="*/ 834919 h 1164258"/>
                  <a:gd name="connsiteX38" fmla="*/ 2117081 w 3114414"/>
                  <a:gd name="connsiteY38" fmla="*/ 834872 h 1164258"/>
                  <a:gd name="connsiteX39" fmla="*/ 2145556 w 3114414"/>
                  <a:gd name="connsiteY39" fmla="*/ 839884 h 1164258"/>
                  <a:gd name="connsiteX40" fmla="*/ 2284803 w 3114414"/>
                  <a:gd name="connsiteY40" fmla="*/ 872901 h 1164258"/>
                  <a:gd name="connsiteX41" fmla="*/ 2409294 w 3114414"/>
                  <a:gd name="connsiteY41" fmla="*/ 896317 h 1164258"/>
                  <a:gd name="connsiteX42" fmla="*/ 2474411 w 3114414"/>
                  <a:gd name="connsiteY42" fmla="*/ 898270 h 1164258"/>
                  <a:gd name="connsiteX43" fmla="*/ 2576827 w 3114414"/>
                  <a:gd name="connsiteY43" fmla="*/ 869066 h 1164258"/>
                  <a:gd name="connsiteX44" fmla="*/ 2598384 w 3114414"/>
                  <a:gd name="connsiteY44" fmla="*/ 851674 h 1164258"/>
                  <a:gd name="connsiteX45" fmla="*/ 2602996 w 3114414"/>
                  <a:gd name="connsiteY45" fmla="*/ 848309 h 1164258"/>
                  <a:gd name="connsiteX46" fmla="*/ 2677997 w 3114414"/>
                  <a:gd name="connsiteY46" fmla="*/ 807126 h 1164258"/>
                  <a:gd name="connsiteX47" fmla="*/ 2730265 w 3114414"/>
                  <a:gd name="connsiteY47" fmla="*/ 763448 h 1164258"/>
                  <a:gd name="connsiteX48" fmla="*/ 2788462 w 3114414"/>
                  <a:gd name="connsiteY48" fmla="*/ 692636 h 1164258"/>
                  <a:gd name="connsiteX49" fmla="*/ 2887138 w 3114414"/>
                  <a:gd name="connsiteY49" fmla="*/ 532869 h 1164258"/>
                  <a:gd name="connsiteX50" fmla="*/ 2967574 w 3114414"/>
                  <a:gd name="connsiteY50" fmla="*/ 409507 h 1164258"/>
                  <a:gd name="connsiteX51" fmla="*/ 3025725 w 3114414"/>
                  <a:gd name="connsiteY51" fmla="*/ 347756 h 1164258"/>
                  <a:gd name="connsiteX52" fmla="*/ 3029302 w 3114414"/>
                  <a:gd name="connsiteY52" fmla="*/ 341755 h 1164258"/>
                  <a:gd name="connsiteX53" fmla="*/ 3032503 w 3114414"/>
                  <a:gd name="connsiteY53" fmla="*/ 336483 h 1164258"/>
                  <a:gd name="connsiteX54" fmla="*/ 3033067 w 3114414"/>
                  <a:gd name="connsiteY54" fmla="*/ 337354 h 1164258"/>
                  <a:gd name="connsiteX55" fmla="*/ 3032856 w 3114414"/>
                  <a:gd name="connsiteY55" fmla="*/ 337919 h 1164258"/>
                  <a:gd name="connsiteX56" fmla="*/ 3037351 w 3114414"/>
                  <a:gd name="connsiteY56" fmla="*/ 341213 h 1164258"/>
                  <a:gd name="connsiteX57" fmla="*/ 3064202 w 3114414"/>
                  <a:gd name="connsiteY57" fmla="*/ 330623 h 1164258"/>
                  <a:gd name="connsiteX58" fmla="*/ 3082229 w 3114414"/>
                  <a:gd name="connsiteY58" fmla="*/ 330600 h 1164258"/>
                  <a:gd name="connsiteX59" fmla="*/ 3110351 w 3114414"/>
                  <a:gd name="connsiteY59" fmla="*/ 351945 h 1164258"/>
                  <a:gd name="connsiteX60" fmla="*/ 3113834 w 3114414"/>
                  <a:gd name="connsiteY60" fmla="*/ 365829 h 1164258"/>
                  <a:gd name="connsiteX61" fmla="*/ 3113881 w 3114414"/>
                  <a:gd name="connsiteY61" fmla="*/ 377690 h 1164258"/>
                  <a:gd name="connsiteX62" fmla="*/ 3113740 w 3114414"/>
                  <a:gd name="connsiteY62" fmla="*/ 381197 h 1164258"/>
                  <a:gd name="connsiteX63" fmla="*/ 3112728 w 3114414"/>
                  <a:gd name="connsiteY63" fmla="*/ 387362 h 1164258"/>
                  <a:gd name="connsiteX64" fmla="*/ 3095878 w 3114414"/>
                  <a:gd name="connsiteY64" fmla="*/ 447349 h 1164258"/>
                  <a:gd name="connsiteX65" fmla="*/ 3059001 w 3114414"/>
                  <a:gd name="connsiteY65" fmla="*/ 538117 h 1164258"/>
                  <a:gd name="connsiteX66" fmla="*/ 2987790 w 3114414"/>
                  <a:gd name="connsiteY66" fmla="*/ 690824 h 1164258"/>
                  <a:gd name="connsiteX67" fmla="*/ 2920673 w 3114414"/>
                  <a:gd name="connsiteY67" fmla="*/ 814562 h 1164258"/>
                  <a:gd name="connsiteX68" fmla="*/ 2880031 w 3114414"/>
                  <a:gd name="connsiteY68" fmla="*/ 865088 h 1164258"/>
                  <a:gd name="connsiteX69" fmla="*/ 2841365 w 3114414"/>
                  <a:gd name="connsiteY69" fmla="*/ 903095 h 1164258"/>
                  <a:gd name="connsiteX70" fmla="*/ 2787568 w 3114414"/>
                  <a:gd name="connsiteY70" fmla="*/ 950255 h 1164258"/>
                  <a:gd name="connsiteX71" fmla="*/ 2714309 w 3114414"/>
                  <a:gd name="connsiteY71" fmla="*/ 1009607 h 1164258"/>
                  <a:gd name="connsiteX72" fmla="*/ 2651051 w 3114414"/>
                  <a:gd name="connsiteY72" fmla="*/ 1056367 h 1164258"/>
                  <a:gd name="connsiteX73" fmla="*/ 2578499 w 3114414"/>
                  <a:gd name="connsiteY73" fmla="*/ 1104399 h 1164258"/>
                  <a:gd name="connsiteX74" fmla="*/ 2466810 w 3114414"/>
                  <a:gd name="connsiteY74" fmla="*/ 1154101 h 1164258"/>
                  <a:gd name="connsiteX75" fmla="*/ 2446453 w 3114414"/>
                  <a:gd name="connsiteY75" fmla="*/ 1158760 h 1164258"/>
                  <a:gd name="connsiteX76" fmla="*/ 2440334 w 3114414"/>
                  <a:gd name="connsiteY76" fmla="*/ 1159890 h 1164258"/>
                  <a:gd name="connsiteX77" fmla="*/ 2439746 w 3114414"/>
                  <a:gd name="connsiteY77" fmla="*/ 1159867 h 1164258"/>
                  <a:gd name="connsiteX78" fmla="*/ 2439181 w 3114414"/>
                  <a:gd name="connsiteY78" fmla="*/ 1159961 h 1164258"/>
                  <a:gd name="connsiteX79" fmla="*/ 2433016 w 3114414"/>
                  <a:gd name="connsiteY79" fmla="*/ 1161067 h 1164258"/>
                  <a:gd name="connsiteX80" fmla="*/ 2430709 w 3114414"/>
                  <a:gd name="connsiteY80" fmla="*/ 1161184 h 1164258"/>
                  <a:gd name="connsiteX81" fmla="*/ 2423320 w 3114414"/>
                  <a:gd name="connsiteY81" fmla="*/ 1162267 h 1164258"/>
                  <a:gd name="connsiteX82" fmla="*/ 2419814 w 3114414"/>
                  <a:gd name="connsiteY82" fmla="*/ 1162408 h 1164258"/>
                  <a:gd name="connsiteX83" fmla="*/ 2406423 w 3114414"/>
                  <a:gd name="connsiteY83" fmla="*/ 1163491 h 1164258"/>
                  <a:gd name="connsiteX84" fmla="*/ 2400445 w 3114414"/>
                  <a:gd name="connsiteY84" fmla="*/ 1163655 h 1164258"/>
                  <a:gd name="connsiteX85" fmla="*/ 2372700 w 3114414"/>
                  <a:gd name="connsiteY85" fmla="*/ 1163608 h 1164258"/>
                  <a:gd name="connsiteX86" fmla="*/ 2366746 w 3114414"/>
                  <a:gd name="connsiteY86" fmla="*/ 1163491 h 1164258"/>
                  <a:gd name="connsiteX87" fmla="*/ 2350955 w 3114414"/>
                  <a:gd name="connsiteY87" fmla="*/ 1162455 h 1164258"/>
                  <a:gd name="connsiteX88" fmla="*/ 2347378 w 3114414"/>
                  <a:gd name="connsiteY88" fmla="*/ 1162291 h 1164258"/>
                  <a:gd name="connsiteX89" fmla="*/ 2336412 w 3114414"/>
                  <a:gd name="connsiteY89" fmla="*/ 1161184 h 1164258"/>
                  <a:gd name="connsiteX90" fmla="*/ 2334081 w 3114414"/>
                  <a:gd name="connsiteY90" fmla="*/ 1161090 h 1164258"/>
                  <a:gd name="connsiteX91" fmla="*/ 2325539 w 3114414"/>
                  <a:gd name="connsiteY91" fmla="*/ 1160055 h 1164258"/>
                  <a:gd name="connsiteX92" fmla="*/ 2323162 w 3114414"/>
                  <a:gd name="connsiteY92" fmla="*/ 1159914 h 1164258"/>
                  <a:gd name="connsiteX93" fmla="*/ 2315867 w 3114414"/>
                  <a:gd name="connsiteY93" fmla="*/ 1158878 h 1164258"/>
                  <a:gd name="connsiteX94" fmla="*/ 2313490 w 3114414"/>
                  <a:gd name="connsiteY94" fmla="*/ 1158713 h 1164258"/>
                  <a:gd name="connsiteX95" fmla="*/ 2307395 w 3114414"/>
                  <a:gd name="connsiteY95" fmla="*/ 1157678 h 1164258"/>
                  <a:gd name="connsiteX96" fmla="*/ 2305018 w 3114414"/>
                  <a:gd name="connsiteY96" fmla="*/ 1157513 h 1164258"/>
                  <a:gd name="connsiteX97" fmla="*/ 2298900 w 3114414"/>
                  <a:gd name="connsiteY97" fmla="*/ 1156454 h 1164258"/>
                  <a:gd name="connsiteX98" fmla="*/ 2283249 w 3114414"/>
                  <a:gd name="connsiteY98" fmla="*/ 1153889 h 1164258"/>
                  <a:gd name="connsiteX99" fmla="*/ 2277084 w 3114414"/>
                  <a:gd name="connsiteY99" fmla="*/ 1152712 h 1164258"/>
                  <a:gd name="connsiteX100" fmla="*/ 2224063 w 3114414"/>
                  <a:gd name="connsiteY100" fmla="*/ 1141275 h 1164258"/>
                  <a:gd name="connsiteX101" fmla="*/ 2038315 w 3114414"/>
                  <a:gd name="connsiteY101" fmla="*/ 1084160 h 1164258"/>
                  <a:gd name="connsiteX102" fmla="*/ 1904192 w 3114414"/>
                  <a:gd name="connsiteY102" fmla="*/ 1025612 h 1164258"/>
                  <a:gd name="connsiteX103" fmla="*/ 1536953 w 3114414"/>
                  <a:gd name="connsiteY103" fmla="*/ 909278 h 1164258"/>
                  <a:gd name="connsiteX104" fmla="*/ 0 w 3114414"/>
                  <a:gd name="connsiteY104" fmla="*/ 774164 h 1164258"/>
                  <a:gd name="connsiteX0" fmla="*/ 2105456 w 3114414"/>
                  <a:gd name="connsiteY0" fmla="*/ 830021 h 1160631"/>
                  <a:gd name="connsiteX1" fmla="*/ 2105409 w 3114414"/>
                  <a:gd name="connsiteY1" fmla="*/ 830233 h 1160631"/>
                  <a:gd name="connsiteX2" fmla="*/ 2106279 w 3114414"/>
                  <a:gd name="connsiteY2" fmla="*/ 830280 h 1160631"/>
                  <a:gd name="connsiteX3" fmla="*/ 2105456 w 3114414"/>
                  <a:gd name="connsiteY3" fmla="*/ 830021 h 1160631"/>
                  <a:gd name="connsiteX4" fmla="*/ 2013887 w 3114414"/>
                  <a:gd name="connsiteY4" fmla="*/ 549716 h 1160631"/>
                  <a:gd name="connsiteX5" fmla="*/ 2013864 w 3114414"/>
                  <a:gd name="connsiteY5" fmla="*/ 550328 h 1160631"/>
                  <a:gd name="connsiteX6" fmla="*/ 2014829 w 3114414"/>
                  <a:gd name="connsiteY6" fmla="*/ 550022 h 1160631"/>
                  <a:gd name="connsiteX7" fmla="*/ 2013887 w 3114414"/>
                  <a:gd name="connsiteY7" fmla="*/ 549716 h 1160631"/>
                  <a:gd name="connsiteX8" fmla="*/ 0 w 3114414"/>
                  <a:gd name="connsiteY8" fmla="*/ 770537 h 1160631"/>
                  <a:gd name="connsiteX9" fmla="*/ 200435 w 3114414"/>
                  <a:gd name="connsiteY9" fmla="*/ 0 h 1160631"/>
                  <a:gd name="connsiteX10" fmla="*/ 1567405 w 3114414"/>
                  <a:gd name="connsiteY10" fmla="*/ 495993 h 1160631"/>
                  <a:gd name="connsiteX11" fmla="*/ 1886749 w 3114414"/>
                  <a:gd name="connsiteY11" fmla="*/ 484695 h 1160631"/>
                  <a:gd name="connsiteX12" fmla="*/ 2056248 w 3114414"/>
                  <a:gd name="connsiteY12" fmla="*/ 561506 h 1160631"/>
                  <a:gd name="connsiteX13" fmla="*/ 2097313 w 3114414"/>
                  <a:gd name="connsiteY13" fmla="*/ 578473 h 1160631"/>
                  <a:gd name="connsiteX14" fmla="*/ 2142662 w 3114414"/>
                  <a:gd name="connsiteY14" fmla="*/ 596335 h 1160631"/>
                  <a:gd name="connsiteX15" fmla="*/ 2221828 w 3114414"/>
                  <a:gd name="connsiteY15" fmla="*/ 623492 h 1160631"/>
                  <a:gd name="connsiteX16" fmla="*/ 2358086 w 3114414"/>
                  <a:gd name="connsiteY16" fmla="*/ 655898 h 1160631"/>
                  <a:gd name="connsiteX17" fmla="*/ 2441464 w 3114414"/>
                  <a:gd name="connsiteY17" fmla="*/ 665170 h 1160631"/>
                  <a:gd name="connsiteX18" fmla="*/ 2580969 w 3114414"/>
                  <a:gd name="connsiteY18" fmla="*/ 686633 h 1160631"/>
                  <a:gd name="connsiteX19" fmla="*/ 2622270 w 3114414"/>
                  <a:gd name="connsiteY19" fmla="*/ 703294 h 1160631"/>
                  <a:gd name="connsiteX20" fmla="*/ 2647004 w 3114414"/>
                  <a:gd name="connsiteY20" fmla="*/ 750243 h 1160631"/>
                  <a:gd name="connsiteX21" fmla="*/ 2647098 w 3114414"/>
                  <a:gd name="connsiteY21" fmla="*/ 758668 h 1160631"/>
                  <a:gd name="connsiteX22" fmla="*/ 2613375 w 3114414"/>
                  <a:gd name="connsiteY22" fmla="*/ 831762 h 1160631"/>
                  <a:gd name="connsiteX23" fmla="*/ 2607162 w 3114414"/>
                  <a:gd name="connsiteY23" fmla="*/ 838305 h 1160631"/>
                  <a:gd name="connsiteX24" fmla="*/ 2590618 w 3114414"/>
                  <a:gd name="connsiteY24" fmla="*/ 848730 h 1160631"/>
                  <a:gd name="connsiteX25" fmla="*/ 2573392 w 3114414"/>
                  <a:gd name="connsiteY25" fmla="*/ 856755 h 1160631"/>
                  <a:gd name="connsiteX26" fmla="*/ 2513711 w 3114414"/>
                  <a:gd name="connsiteY26" fmla="*/ 872381 h 1160631"/>
                  <a:gd name="connsiteX27" fmla="*/ 2465797 w 3114414"/>
                  <a:gd name="connsiteY27" fmla="*/ 875864 h 1160631"/>
                  <a:gd name="connsiteX28" fmla="*/ 2395198 w 3114414"/>
                  <a:gd name="connsiteY28" fmla="*/ 870216 h 1160631"/>
                  <a:gd name="connsiteX29" fmla="*/ 2279437 w 3114414"/>
                  <a:gd name="connsiteY29" fmla="*/ 849671 h 1160631"/>
                  <a:gd name="connsiteX30" fmla="*/ 2198977 w 3114414"/>
                  <a:gd name="connsiteY30" fmla="*/ 836234 h 1160631"/>
                  <a:gd name="connsiteX31" fmla="*/ 2188881 w 3114414"/>
                  <a:gd name="connsiteY31" fmla="*/ 834845 h 1160631"/>
                  <a:gd name="connsiteX32" fmla="*/ 2179185 w 3114414"/>
                  <a:gd name="connsiteY32" fmla="*/ 833645 h 1160631"/>
                  <a:gd name="connsiteX33" fmla="*/ 2175608 w 3114414"/>
                  <a:gd name="connsiteY33" fmla="*/ 833621 h 1160631"/>
                  <a:gd name="connsiteX34" fmla="*/ 2138096 w 3114414"/>
                  <a:gd name="connsiteY34" fmla="*/ 831174 h 1160631"/>
                  <a:gd name="connsiteX35" fmla="*/ 2129271 w 3114414"/>
                  <a:gd name="connsiteY35" fmla="*/ 830327 h 1160631"/>
                  <a:gd name="connsiteX36" fmla="*/ 2125647 w 3114414"/>
                  <a:gd name="connsiteY36" fmla="*/ 830444 h 1160631"/>
                  <a:gd name="connsiteX37" fmla="*/ 2119693 w 3114414"/>
                  <a:gd name="connsiteY37" fmla="*/ 831292 h 1160631"/>
                  <a:gd name="connsiteX38" fmla="*/ 2117081 w 3114414"/>
                  <a:gd name="connsiteY38" fmla="*/ 831245 h 1160631"/>
                  <a:gd name="connsiteX39" fmla="*/ 2145556 w 3114414"/>
                  <a:gd name="connsiteY39" fmla="*/ 836257 h 1160631"/>
                  <a:gd name="connsiteX40" fmla="*/ 2284803 w 3114414"/>
                  <a:gd name="connsiteY40" fmla="*/ 869274 h 1160631"/>
                  <a:gd name="connsiteX41" fmla="*/ 2409294 w 3114414"/>
                  <a:gd name="connsiteY41" fmla="*/ 892690 h 1160631"/>
                  <a:gd name="connsiteX42" fmla="*/ 2474411 w 3114414"/>
                  <a:gd name="connsiteY42" fmla="*/ 894643 h 1160631"/>
                  <a:gd name="connsiteX43" fmla="*/ 2576827 w 3114414"/>
                  <a:gd name="connsiteY43" fmla="*/ 865439 h 1160631"/>
                  <a:gd name="connsiteX44" fmla="*/ 2598384 w 3114414"/>
                  <a:gd name="connsiteY44" fmla="*/ 848047 h 1160631"/>
                  <a:gd name="connsiteX45" fmla="*/ 2602996 w 3114414"/>
                  <a:gd name="connsiteY45" fmla="*/ 844682 h 1160631"/>
                  <a:gd name="connsiteX46" fmla="*/ 2677997 w 3114414"/>
                  <a:gd name="connsiteY46" fmla="*/ 803499 h 1160631"/>
                  <a:gd name="connsiteX47" fmla="*/ 2730265 w 3114414"/>
                  <a:gd name="connsiteY47" fmla="*/ 759821 h 1160631"/>
                  <a:gd name="connsiteX48" fmla="*/ 2788462 w 3114414"/>
                  <a:gd name="connsiteY48" fmla="*/ 689009 h 1160631"/>
                  <a:gd name="connsiteX49" fmla="*/ 2887138 w 3114414"/>
                  <a:gd name="connsiteY49" fmla="*/ 529242 h 1160631"/>
                  <a:gd name="connsiteX50" fmla="*/ 2967574 w 3114414"/>
                  <a:gd name="connsiteY50" fmla="*/ 405880 h 1160631"/>
                  <a:gd name="connsiteX51" fmla="*/ 3025725 w 3114414"/>
                  <a:gd name="connsiteY51" fmla="*/ 344129 h 1160631"/>
                  <a:gd name="connsiteX52" fmla="*/ 3029302 w 3114414"/>
                  <a:gd name="connsiteY52" fmla="*/ 338128 h 1160631"/>
                  <a:gd name="connsiteX53" fmla="*/ 3032503 w 3114414"/>
                  <a:gd name="connsiteY53" fmla="*/ 332856 h 1160631"/>
                  <a:gd name="connsiteX54" fmla="*/ 3033067 w 3114414"/>
                  <a:gd name="connsiteY54" fmla="*/ 333727 h 1160631"/>
                  <a:gd name="connsiteX55" fmla="*/ 3032856 w 3114414"/>
                  <a:gd name="connsiteY55" fmla="*/ 334292 h 1160631"/>
                  <a:gd name="connsiteX56" fmla="*/ 3037351 w 3114414"/>
                  <a:gd name="connsiteY56" fmla="*/ 337586 h 1160631"/>
                  <a:gd name="connsiteX57" fmla="*/ 3064202 w 3114414"/>
                  <a:gd name="connsiteY57" fmla="*/ 326996 h 1160631"/>
                  <a:gd name="connsiteX58" fmla="*/ 3082229 w 3114414"/>
                  <a:gd name="connsiteY58" fmla="*/ 326973 h 1160631"/>
                  <a:gd name="connsiteX59" fmla="*/ 3110351 w 3114414"/>
                  <a:gd name="connsiteY59" fmla="*/ 348318 h 1160631"/>
                  <a:gd name="connsiteX60" fmla="*/ 3113834 w 3114414"/>
                  <a:gd name="connsiteY60" fmla="*/ 362202 h 1160631"/>
                  <a:gd name="connsiteX61" fmla="*/ 3113881 w 3114414"/>
                  <a:gd name="connsiteY61" fmla="*/ 374063 h 1160631"/>
                  <a:gd name="connsiteX62" fmla="*/ 3113740 w 3114414"/>
                  <a:gd name="connsiteY62" fmla="*/ 377570 h 1160631"/>
                  <a:gd name="connsiteX63" fmla="*/ 3112728 w 3114414"/>
                  <a:gd name="connsiteY63" fmla="*/ 383735 h 1160631"/>
                  <a:gd name="connsiteX64" fmla="*/ 3095878 w 3114414"/>
                  <a:gd name="connsiteY64" fmla="*/ 443722 h 1160631"/>
                  <a:gd name="connsiteX65" fmla="*/ 3059001 w 3114414"/>
                  <a:gd name="connsiteY65" fmla="*/ 534490 h 1160631"/>
                  <a:gd name="connsiteX66" fmla="*/ 2987790 w 3114414"/>
                  <a:gd name="connsiteY66" fmla="*/ 687197 h 1160631"/>
                  <a:gd name="connsiteX67" fmla="*/ 2920673 w 3114414"/>
                  <a:gd name="connsiteY67" fmla="*/ 810935 h 1160631"/>
                  <a:gd name="connsiteX68" fmla="*/ 2880031 w 3114414"/>
                  <a:gd name="connsiteY68" fmla="*/ 861461 h 1160631"/>
                  <a:gd name="connsiteX69" fmla="*/ 2841365 w 3114414"/>
                  <a:gd name="connsiteY69" fmla="*/ 899468 h 1160631"/>
                  <a:gd name="connsiteX70" fmla="*/ 2787568 w 3114414"/>
                  <a:gd name="connsiteY70" fmla="*/ 946628 h 1160631"/>
                  <a:gd name="connsiteX71" fmla="*/ 2714309 w 3114414"/>
                  <a:gd name="connsiteY71" fmla="*/ 1005980 h 1160631"/>
                  <a:gd name="connsiteX72" fmla="*/ 2651051 w 3114414"/>
                  <a:gd name="connsiteY72" fmla="*/ 1052740 h 1160631"/>
                  <a:gd name="connsiteX73" fmla="*/ 2578499 w 3114414"/>
                  <a:gd name="connsiteY73" fmla="*/ 1100772 h 1160631"/>
                  <a:gd name="connsiteX74" fmla="*/ 2466810 w 3114414"/>
                  <a:gd name="connsiteY74" fmla="*/ 1150474 h 1160631"/>
                  <a:gd name="connsiteX75" fmla="*/ 2446453 w 3114414"/>
                  <a:gd name="connsiteY75" fmla="*/ 1155133 h 1160631"/>
                  <a:gd name="connsiteX76" fmla="*/ 2440334 w 3114414"/>
                  <a:gd name="connsiteY76" fmla="*/ 1156263 h 1160631"/>
                  <a:gd name="connsiteX77" fmla="*/ 2439746 w 3114414"/>
                  <a:gd name="connsiteY77" fmla="*/ 1156240 h 1160631"/>
                  <a:gd name="connsiteX78" fmla="*/ 2439181 w 3114414"/>
                  <a:gd name="connsiteY78" fmla="*/ 1156334 h 1160631"/>
                  <a:gd name="connsiteX79" fmla="*/ 2433016 w 3114414"/>
                  <a:gd name="connsiteY79" fmla="*/ 1157440 h 1160631"/>
                  <a:gd name="connsiteX80" fmla="*/ 2430709 w 3114414"/>
                  <a:gd name="connsiteY80" fmla="*/ 1157557 h 1160631"/>
                  <a:gd name="connsiteX81" fmla="*/ 2423320 w 3114414"/>
                  <a:gd name="connsiteY81" fmla="*/ 1158640 h 1160631"/>
                  <a:gd name="connsiteX82" fmla="*/ 2419814 w 3114414"/>
                  <a:gd name="connsiteY82" fmla="*/ 1158781 h 1160631"/>
                  <a:gd name="connsiteX83" fmla="*/ 2406423 w 3114414"/>
                  <a:gd name="connsiteY83" fmla="*/ 1159864 h 1160631"/>
                  <a:gd name="connsiteX84" fmla="*/ 2400445 w 3114414"/>
                  <a:gd name="connsiteY84" fmla="*/ 1160028 h 1160631"/>
                  <a:gd name="connsiteX85" fmla="*/ 2372700 w 3114414"/>
                  <a:gd name="connsiteY85" fmla="*/ 1159981 h 1160631"/>
                  <a:gd name="connsiteX86" fmla="*/ 2366746 w 3114414"/>
                  <a:gd name="connsiteY86" fmla="*/ 1159864 h 1160631"/>
                  <a:gd name="connsiteX87" fmla="*/ 2350955 w 3114414"/>
                  <a:gd name="connsiteY87" fmla="*/ 1158828 h 1160631"/>
                  <a:gd name="connsiteX88" fmla="*/ 2347378 w 3114414"/>
                  <a:gd name="connsiteY88" fmla="*/ 1158664 h 1160631"/>
                  <a:gd name="connsiteX89" fmla="*/ 2336412 w 3114414"/>
                  <a:gd name="connsiteY89" fmla="*/ 1157557 h 1160631"/>
                  <a:gd name="connsiteX90" fmla="*/ 2334081 w 3114414"/>
                  <a:gd name="connsiteY90" fmla="*/ 1157463 h 1160631"/>
                  <a:gd name="connsiteX91" fmla="*/ 2325539 w 3114414"/>
                  <a:gd name="connsiteY91" fmla="*/ 1156428 h 1160631"/>
                  <a:gd name="connsiteX92" fmla="*/ 2323162 w 3114414"/>
                  <a:gd name="connsiteY92" fmla="*/ 1156287 h 1160631"/>
                  <a:gd name="connsiteX93" fmla="*/ 2315867 w 3114414"/>
                  <a:gd name="connsiteY93" fmla="*/ 1155251 h 1160631"/>
                  <a:gd name="connsiteX94" fmla="*/ 2313490 w 3114414"/>
                  <a:gd name="connsiteY94" fmla="*/ 1155086 h 1160631"/>
                  <a:gd name="connsiteX95" fmla="*/ 2307395 w 3114414"/>
                  <a:gd name="connsiteY95" fmla="*/ 1154051 h 1160631"/>
                  <a:gd name="connsiteX96" fmla="*/ 2305018 w 3114414"/>
                  <a:gd name="connsiteY96" fmla="*/ 1153886 h 1160631"/>
                  <a:gd name="connsiteX97" fmla="*/ 2298900 w 3114414"/>
                  <a:gd name="connsiteY97" fmla="*/ 1152827 h 1160631"/>
                  <a:gd name="connsiteX98" fmla="*/ 2283249 w 3114414"/>
                  <a:gd name="connsiteY98" fmla="*/ 1150262 h 1160631"/>
                  <a:gd name="connsiteX99" fmla="*/ 2277084 w 3114414"/>
                  <a:gd name="connsiteY99" fmla="*/ 1149085 h 1160631"/>
                  <a:gd name="connsiteX100" fmla="*/ 2224063 w 3114414"/>
                  <a:gd name="connsiteY100" fmla="*/ 1137648 h 1160631"/>
                  <a:gd name="connsiteX101" fmla="*/ 2038315 w 3114414"/>
                  <a:gd name="connsiteY101" fmla="*/ 1080533 h 1160631"/>
                  <a:gd name="connsiteX102" fmla="*/ 1904192 w 3114414"/>
                  <a:gd name="connsiteY102" fmla="*/ 1021985 h 1160631"/>
                  <a:gd name="connsiteX103" fmla="*/ 1536953 w 3114414"/>
                  <a:gd name="connsiteY103" fmla="*/ 905651 h 1160631"/>
                  <a:gd name="connsiteX104" fmla="*/ 0 w 3114414"/>
                  <a:gd name="connsiteY104" fmla="*/ 770537 h 1160631"/>
                  <a:gd name="connsiteX0" fmla="*/ 2105456 w 3114414"/>
                  <a:gd name="connsiteY0" fmla="*/ 830021 h 1160631"/>
                  <a:gd name="connsiteX1" fmla="*/ 2105409 w 3114414"/>
                  <a:gd name="connsiteY1" fmla="*/ 830233 h 1160631"/>
                  <a:gd name="connsiteX2" fmla="*/ 2106279 w 3114414"/>
                  <a:gd name="connsiteY2" fmla="*/ 830280 h 1160631"/>
                  <a:gd name="connsiteX3" fmla="*/ 2105456 w 3114414"/>
                  <a:gd name="connsiteY3" fmla="*/ 830021 h 1160631"/>
                  <a:gd name="connsiteX4" fmla="*/ 2013887 w 3114414"/>
                  <a:gd name="connsiteY4" fmla="*/ 549716 h 1160631"/>
                  <a:gd name="connsiteX5" fmla="*/ 2013864 w 3114414"/>
                  <a:gd name="connsiteY5" fmla="*/ 550328 h 1160631"/>
                  <a:gd name="connsiteX6" fmla="*/ 2014829 w 3114414"/>
                  <a:gd name="connsiteY6" fmla="*/ 550022 h 1160631"/>
                  <a:gd name="connsiteX7" fmla="*/ 2013887 w 3114414"/>
                  <a:gd name="connsiteY7" fmla="*/ 549716 h 1160631"/>
                  <a:gd name="connsiteX8" fmla="*/ 0 w 3114414"/>
                  <a:gd name="connsiteY8" fmla="*/ 770537 h 1160631"/>
                  <a:gd name="connsiteX9" fmla="*/ 200435 w 3114414"/>
                  <a:gd name="connsiteY9" fmla="*/ 0 h 1160631"/>
                  <a:gd name="connsiteX10" fmla="*/ 1567405 w 3114414"/>
                  <a:gd name="connsiteY10" fmla="*/ 495993 h 1160631"/>
                  <a:gd name="connsiteX11" fmla="*/ 1886749 w 3114414"/>
                  <a:gd name="connsiteY11" fmla="*/ 484695 h 1160631"/>
                  <a:gd name="connsiteX12" fmla="*/ 2056248 w 3114414"/>
                  <a:gd name="connsiteY12" fmla="*/ 561506 h 1160631"/>
                  <a:gd name="connsiteX13" fmla="*/ 2097313 w 3114414"/>
                  <a:gd name="connsiteY13" fmla="*/ 578473 h 1160631"/>
                  <a:gd name="connsiteX14" fmla="*/ 2142662 w 3114414"/>
                  <a:gd name="connsiteY14" fmla="*/ 596335 h 1160631"/>
                  <a:gd name="connsiteX15" fmla="*/ 2221828 w 3114414"/>
                  <a:gd name="connsiteY15" fmla="*/ 623492 h 1160631"/>
                  <a:gd name="connsiteX16" fmla="*/ 2358086 w 3114414"/>
                  <a:gd name="connsiteY16" fmla="*/ 655898 h 1160631"/>
                  <a:gd name="connsiteX17" fmla="*/ 2441464 w 3114414"/>
                  <a:gd name="connsiteY17" fmla="*/ 665170 h 1160631"/>
                  <a:gd name="connsiteX18" fmla="*/ 2580969 w 3114414"/>
                  <a:gd name="connsiteY18" fmla="*/ 686633 h 1160631"/>
                  <a:gd name="connsiteX19" fmla="*/ 2622270 w 3114414"/>
                  <a:gd name="connsiteY19" fmla="*/ 703294 h 1160631"/>
                  <a:gd name="connsiteX20" fmla="*/ 2647004 w 3114414"/>
                  <a:gd name="connsiteY20" fmla="*/ 750243 h 1160631"/>
                  <a:gd name="connsiteX21" fmla="*/ 2647098 w 3114414"/>
                  <a:gd name="connsiteY21" fmla="*/ 758668 h 1160631"/>
                  <a:gd name="connsiteX22" fmla="*/ 2613375 w 3114414"/>
                  <a:gd name="connsiteY22" fmla="*/ 831762 h 1160631"/>
                  <a:gd name="connsiteX23" fmla="*/ 2607162 w 3114414"/>
                  <a:gd name="connsiteY23" fmla="*/ 838305 h 1160631"/>
                  <a:gd name="connsiteX24" fmla="*/ 2590618 w 3114414"/>
                  <a:gd name="connsiteY24" fmla="*/ 848730 h 1160631"/>
                  <a:gd name="connsiteX25" fmla="*/ 2573392 w 3114414"/>
                  <a:gd name="connsiteY25" fmla="*/ 856755 h 1160631"/>
                  <a:gd name="connsiteX26" fmla="*/ 2513711 w 3114414"/>
                  <a:gd name="connsiteY26" fmla="*/ 872381 h 1160631"/>
                  <a:gd name="connsiteX27" fmla="*/ 2465797 w 3114414"/>
                  <a:gd name="connsiteY27" fmla="*/ 875864 h 1160631"/>
                  <a:gd name="connsiteX28" fmla="*/ 2395198 w 3114414"/>
                  <a:gd name="connsiteY28" fmla="*/ 870216 h 1160631"/>
                  <a:gd name="connsiteX29" fmla="*/ 2279437 w 3114414"/>
                  <a:gd name="connsiteY29" fmla="*/ 849671 h 1160631"/>
                  <a:gd name="connsiteX30" fmla="*/ 2198977 w 3114414"/>
                  <a:gd name="connsiteY30" fmla="*/ 836234 h 1160631"/>
                  <a:gd name="connsiteX31" fmla="*/ 2188881 w 3114414"/>
                  <a:gd name="connsiteY31" fmla="*/ 834845 h 1160631"/>
                  <a:gd name="connsiteX32" fmla="*/ 2179185 w 3114414"/>
                  <a:gd name="connsiteY32" fmla="*/ 833645 h 1160631"/>
                  <a:gd name="connsiteX33" fmla="*/ 2175608 w 3114414"/>
                  <a:gd name="connsiteY33" fmla="*/ 833621 h 1160631"/>
                  <a:gd name="connsiteX34" fmla="*/ 2138096 w 3114414"/>
                  <a:gd name="connsiteY34" fmla="*/ 831174 h 1160631"/>
                  <a:gd name="connsiteX35" fmla="*/ 2129271 w 3114414"/>
                  <a:gd name="connsiteY35" fmla="*/ 830327 h 1160631"/>
                  <a:gd name="connsiteX36" fmla="*/ 2125647 w 3114414"/>
                  <a:gd name="connsiteY36" fmla="*/ 830444 h 1160631"/>
                  <a:gd name="connsiteX37" fmla="*/ 2119693 w 3114414"/>
                  <a:gd name="connsiteY37" fmla="*/ 831292 h 1160631"/>
                  <a:gd name="connsiteX38" fmla="*/ 2117081 w 3114414"/>
                  <a:gd name="connsiteY38" fmla="*/ 831245 h 1160631"/>
                  <a:gd name="connsiteX39" fmla="*/ 2145556 w 3114414"/>
                  <a:gd name="connsiteY39" fmla="*/ 836257 h 1160631"/>
                  <a:gd name="connsiteX40" fmla="*/ 2284803 w 3114414"/>
                  <a:gd name="connsiteY40" fmla="*/ 869274 h 1160631"/>
                  <a:gd name="connsiteX41" fmla="*/ 2409294 w 3114414"/>
                  <a:gd name="connsiteY41" fmla="*/ 892690 h 1160631"/>
                  <a:gd name="connsiteX42" fmla="*/ 2474411 w 3114414"/>
                  <a:gd name="connsiteY42" fmla="*/ 894643 h 1160631"/>
                  <a:gd name="connsiteX43" fmla="*/ 2576827 w 3114414"/>
                  <a:gd name="connsiteY43" fmla="*/ 865439 h 1160631"/>
                  <a:gd name="connsiteX44" fmla="*/ 2598384 w 3114414"/>
                  <a:gd name="connsiteY44" fmla="*/ 848047 h 1160631"/>
                  <a:gd name="connsiteX45" fmla="*/ 2602996 w 3114414"/>
                  <a:gd name="connsiteY45" fmla="*/ 844682 h 1160631"/>
                  <a:gd name="connsiteX46" fmla="*/ 2677997 w 3114414"/>
                  <a:gd name="connsiteY46" fmla="*/ 803499 h 1160631"/>
                  <a:gd name="connsiteX47" fmla="*/ 2730265 w 3114414"/>
                  <a:gd name="connsiteY47" fmla="*/ 759821 h 1160631"/>
                  <a:gd name="connsiteX48" fmla="*/ 2788462 w 3114414"/>
                  <a:gd name="connsiteY48" fmla="*/ 689009 h 1160631"/>
                  <a:gd name="connsiteX49" fmla="*/ 2887138 w 3114414"/>
                  <a:gd name="connsiteY49" fmla="*/ 529242 h 1160631"/>
                  <a:gd name="connsiteX50" fmla="*/ 2967574 w 3114414"/>
                  <a:gd name="connsiteY50" fmla="*/ 405880 h 1160631"/>
                  <a:gd name="connsiteX51" fmla="*/ 3025725 w 3114414"/>
                  <a:gd name="connsiteY51" fmla="*/ 344129 h 1160631"/>
                  <a:gd name="connsiteX52" fmla="*/ 3029302 w 3114414"/>
                  <a:gd name="connsiteY52" fmla="*/ 338128 h 1160631"/>
                  <a:gd name="connsiteX53" fmla="*/ 3032503 w 3114414"/>
                  <a:gd name="connsiteY53" fmla="*/ 332856 h 1160631"/>
                  <a:gd name="connsiteX54" fmla="*/ 3033067 w 3114414"/>
                  <a:gd name="connsiteY54" fmla="*/ 333727 h 1160631"/>
                  <a:gd name="connsiteX55" fmla="*/ 3032856 w 3114414"/>
                  <a:gd name="connsiteY55" fmla="*/ 334292 h 1160631"/>
                  <a:gd name="connsiteX56" fmla="*/ 3037351 w 3114414"/>
                  <a:gd name="connsiteY56" fmla="*/ 337586 h 1160631"/>
                  <a:gd name="connsiteX57" fmla="*/ 3064202 w 3114414"/>
                  <a:gd name="connsiteY57" fmla="*/ 326996 h 1160631"/>
                  <a:gd name="connsiteX58" fmla="*/ 3082229 w 3114414"/>
                  <a:gd name="connsiteY58" fmla="*/ 326973 h 1160631"/>
                  <a:gd name="connsiteX59" fmla="*/ 3110351 w 3114414"/>
                  <a:gd name="connsiteY59" fmla="*/ 348318 h 1160631"/>
                  <a:gd name="connsiteX60" fmla="*/ 3113834 w 3114414"/>
                  <a:gd name="connsiteY60" fmla="*/ 362202 h 1160631"/>
                  <a:gd name="connsiteX61" fmla="*/ 3113881 w 3114414"/>
                  <a:gd name="connsiteY61" fmla="*/ 374063 h 1160631"/>
                  <a:gd name="connsiteX62" fmla="*/ 3113740 w 3114414"/>
                  <a:gd name="connsiteY62" fmla="*/ 377570 h 1160631"/>
                  <a:gd name="connsiteX63" fmla="*/ 3112728 w 3114414"/>
                  <a:gd name="connsiteY63" fmla="*/ 383735 h 1160631"/>
                  <a:gd name="connsiteX64" fmla="*/ 3095878 w 3114414"/>
                  <a:gd name="connsiteY64" fmla="*/ 443722 h 1160631"/>
                  <a:gd name="connsiteX65" fmla="*/ 3059001 w 3114414"/>
                  <a:gd name="connsiteY65" fmla="*/ 534490 h 1160631"/>
                  <a:gd name="connsiteX66" fmla="*/ 2987790 w 3114414"/>
                  <a:gd name="connsiteY66" fmla="*/ 687197 h 1160631"/>
                  <a:gd name="connsiteX67" fmla="*/ 2920673 w 3114414"/>
                  <a:gd name="connsiteY67" fmla="*/ 810935 h 1160631"/>
                  <a:gd name="connsiteX68" fmla="*/ 2880031 w 3114414"/>
                  <a:gd name="connsiteY68" fmla="*/ 861461 h 1160631"/>
                  <a:gd name="connsiteX69" fmla="*/ 2841365 w 3114414"/>
                  <a:gd name="connsiteY69" fmla="*/ 899468 h 1160631"/>
                  <a:gd name="connsiteX70" fmla="*/ 2787568 w 3114414"/>
                  <a:gd name="connsiteY70" fmla="*/ 946628 h 1160631"/>
                  <a:gd name="connsiteX71" fmla="*/ 2714309 w 3114414"/>
                  <a:gd name="connsiteY71" fmla="*/ 1005980 h 1160631"/>
                  <a:gd name="connsiteX72" fmla="*/ 2651051 w 3114414"/>
                  <a:gd name="connsiteY72" fmla="*/ 1052740 h 1160631"/>
                  <a:gd name="connsiteX73" fmla="*/ 2578499 w 3114414"/>
                  <a:gd name="connsiteY73" fmla="*/ 1100772 h 1160631"/>
                  <a:gd name="connsiteX74" fmla="*/ 2466810 w 3114414"/>
                  <a:gd name="connsiteY74" fmla="*/ 1150474 h 1160631"/>
                  <a:gd name="connsiteX75" fmla="*/ 2446453 w 3114414"/>
                  <a:gd name="connsiteY75" fmla="*/ 1155133 h 1160631"/>
                  <a:gd name="connsiteX76" fmla="*/ 2440334 w 3114414"/>
                  <a:gd name="connsiteY76" fmla="*/ 1156263 h 1160631"/>
                  <a:gd name="connsiteX77" fmla="*/ 2439746 w 3114414"/>
                  <a:gd name="connsiteY77" fmla="*/ 1156240 h 1160631"/>
                  <a:gd name="connsiteX78" fmla="*/ 2439181 w 3114414"/>
                  <a:gd name="connsiteY78" fmla="*/ 1156334 h 1160631"/>
                  <a:gd name="connsiteX79" fmla="*/ 2433016 w 3114414"/>
                  <a:gd name="connsiteY79" fmla="*/ 1157440 h 1160631"/>
                  <a:gd name="connsiteX80" fmla="*/ 2430709 w 3114414"/>
                  <a:gd name="connsiteY80" fmla="*/ 1157557 h 1160631"/>
                  <a:gd name="connsiteX81" fmla="*/ 2423320 w 3114414"/>
                  <a:gd name="connsiteY81" fmla="*/ 1158640 h 1160631"/>
                  <a:gd name="connsiteX82" fmla="*/ 2419814 w 3114414"/>
                  <a:gd name="connsiteY82" fmla="*/ 1158781 h 1160631"/>
                  <a:gd name="connsiteX83" fmla="*/ 2406423 w 3114414"/>
                  <a:gd name="connsiteY83" fmla="*/ 1159864 h 1160631"/>
                  <a:gd name="connsiteX84" fmla="*/ 2400445 w 3114414"/>
                  <a:gd name="connsiteY84" fmla="*/ 1160028 h 1160631"/>
                  <a:gd name="connsiteX85" fmla="*/ 2372700 w 3114414"/>
                  <a:gd name="connsiteY85" fmla="*/ 1159981 h 1160631"/>
                  <a:gd name="connsiteX86" fmla="*/ 2366746 w 3114414"/>
                  <a:gd name="connsiteY86" fmla="*/ 1159864 h 1160631"/>
                  <a:gd name="connsiteX87" fmla="*/ 2350955 w 3114414"/>
                  <a:gd name="connsiteY87" fmla="*/ 1158828 h 1160631"/>
                  <a:gd name="connsiteX88" fmla="*/ 2347378 w 3114414"/>
                  <a:gd name="connsiteY88" fmla="*/ 1158664 h 1160631"/>
                  <a:gd name="connsiteX89" fmla="*/ 2336412 w 3114414"/>
                  <a:gd name="connsiteY89" fmla="*/ 1157557 h 1160631"/>
                  <a:gd name="connsiteX90" fmla="*/ 2334081 w 3114414"/>
                  <a:gd name="connsiteY90" fmla="*/ 1157463 h 1160631"/>
                  <a:gd name="connsiteX91" fmla="*/ 2325539 w 3114414"/>
                  <a:gd name="connsiteY91" fmla="*/ 1156428 h 1160631"/>
                  <a:gd name="connsiteX92" fmla="*/ 2323162 w 3114414"/>
                  <a:gd name="connsiteY92" fmla="*/ 1156287 h 1160631"/>
                  <a:gd name="connsiteX93" fmla="*/ 2315867 w 3114414"/>
                  <a:gd name="connsiteY93" fmla="*/ 1155251 h 1160631"/>
                  <a:gd name="connsiteX94" fmla="*/ 2313490 w 3114414"/>
                  <a:gd name="connsiteY94" fmla="*/ 1155086 h 1160631"/>
                  <a:gd name="connsiteX95" fmla="*/ 2307395 w 3114414"/>
                  <a:gd name="connsiteY95" fmla="*/ 1154051 h 1160631"/>
                  <a:gd name="connsiteX96" fmla="*/ 2305018 w 3114414"/>
                  <a:gd name="connsiteY96" fmla="*/ 1153886 h 1160631"/>
                  <a:gd name="connsiteX97" fmla="*/ 2298900 w 3114414"/>
                  <a:gd name="connsiteY97" fmla="*/ 1152827 h 1160631"/>
                  <a:gd name="connsiteX98" fmla="*/ 2283249 w 3114414"/>
                  <a:gd name="connsiteY98" fmla="*/ 1150262 h 1160631"/>
                  <a:gd name="connsiteX99" fmla="*/ 2277084 w 3114414"/>
                  <a:gd name="connsiteY99" fmla="*/ 1149085 h 1160631"/>
                  <a:gd name="connsiteX100" fmla="*/ 2224063 w 3114414"/>
                  <a:gd name="connsiteY100" fmla="*/ 1137648 h 1160631"/>
                  <a:gd name="connsiteX101" fmla="*/ 2038315 w 3114414"/>
                  <a:gd name="connsiteY101" fmla="*/ 1080533 h 1160631"/>
                  <a:gd name="connsiteX102" fmla="*/ 1904192 w 3114414"/>
                  <a:gd name="connsiteY102" fmla="*/ 1021985 h 1160631"/>
                  <a:gd name="connsiteX103" fmla="*/ 1536953 w 3114414"/>
                  <a:gd name="connsiteY103" fmla="*/ 905651 h 1160631"/>
                  <a:gd name="connsiteX104" fmla="*/ 0 w 3114414"/>
                  <a:gd name="connsiteY104" fmla="*/ 770537 h 116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14414" h="1160631">
                    <a:moveTo>
                      <a:pt x="2105456" y="830021"/>
                    </a:moveTo>
                    <a:lnTo>
                      <a:pt x="2105409" y="830233"/>
                    </a:lnTo>
                    <a:cubicBezTo>
                      <a:pt x="2105691" y="830233"/>
                      <a:pt x="2105997" y="830256"/>
                      <a:pt x="2106279" y="830280"/>
                    </a:cubicBezTo>
                    <a:cubicBezTo>
                      <a:pt x="2105997" y="830186"/>
                      <a:pt x="2105738" y="830115"/>
                      <a:pt x="2105456" y="830021"/>
                    </a:cubicBezTo>
                    <a:close/>
                    <a:moveTo>
                      <a:pt x="2013887" y="549716"/>
                    </a:moveTo>
                    <a:cubicBezTo>
                      <a:pt x="2013887" y="549904"/>
                      <a:pt x="2013887" y="550092"/>
                      <a:pt x="2013864" y="550328"/>
                    </a:cubicBezTo>
                    <a:cubicBezTo>
                      <a:pt x="2014170" y="550210"/>
                      <a:pt x="2014452" y="550092"/>
                      <a:pt x="2014829" y="550022"/>
                    </a:cubicBezTo>
                    <a:cubicBezTo>
                      <a:pt x="2014499" y="549904"/>
                      <a:pt x="2014193" y="549833"/>
                      <a:pt x="2013887" y="549716"/>
                    </a:cubicBezTo>
                    <a:close/>
                    <a:moveTo>
                      <a:pt x="0" y="770537"/>
                    </a:moveTo>
                    <a:lnTo>
                      <a:pt x="200435" y="0"/>
                    </a:lnTo>
                    <a:cubicBezTo>
                      <a:pt x="848211" y="297686"/>
                      <a:pt x="1459034" y="491615"/>
                      <a:pt x="1567405" y="495993"/>
                    </a:cubicBezTo>
                    <a:cubicBezTo>
                      <a:pt x="1679880" y="489352"/>
                      <a:pt x="1805275" y="473776"/>
                      <a:pt x="1886749" y="484695"/>
                    </a:cubicBezTo>
                    <a:cubicBezTo>
                      <a:pt x="1968223" y="495614"/>
                      <a:pt x="2021154" y="545876"/>
                      <a:pt x="2056248" y="561506"/>
                    </a:cubicBezTo>
                    <a:cubicBezTo>
                      <a:pt x="2091342" y="577136"/>
                      <a:pt x="2083625" y="572817"/>
                      <a:pt x="2097313" y="578473"/>
                    </a:cubicBezTo>
                    <a:cubicBezTo>
                      <a:pt x="2098748" y="579109"/>
                      <a:pt x="2130354" y="591629"/>
                      <a:pt x="2142662" y="596335"/>
                    </a:cubicBezTo>
                    <a:cubicBezTo>
                      <a:pt x="2144568" y="597065"/>
                      <a:pt x="2212814" y="620810"/>
                      <a:pt x="2221828" y="623492"/>
                    </a:cubicBezTo>
                    <a:cubicBezTo>
                      <a:pt x="2266658" y="636813"/>
                      <a:pt x="2311819" y="648673"/>
                      <a:pt x="2358086" y="655898"/>
                    </a:cubicBezTo>
                    <a:cubicBezTo>
                      <a:pt x="2385737" y="660228"/>
                      <a:pt x="2413601" y="662628"/>
                      <a:pt x="2441464" y="665170"/>
                    </a:cubicBezTo>
                    <a:cubicBezTo>
                      <a:pt x="2488389" y="669453"/>
                      <a:pt x="2535268" y="674395"/>
                      <a:pt x="2580969" y="686633"/>
                    </a:cubicBezTo>
                    <a:cubicBezTo>
                      <a:pt x="2595372" y="690492"/>
                      <a:pt x="2609774" y="694775"/>
                      <a:pt x="2622270" y="703294"/>
                    </a:cubicBezTo>
                    <a:cubicBezTo>
                      <a:pt x="2644321" y="718308"/>
                      <a:pt x="2645592" y="734264"/>
                      <a:pt x="2647004" y="750243"/>
                    </a:cubicBezTo>
                    <a:cubicBezTo>
                      <a:pt x="2647239" y="753043"/>
                      <a:pt x="2647075" y="755867"/>
                      <a:pt x="2647098" y="758668"/>
                    </a:cubicBezTo>
                    <a:cubicBezTo>
                      <a:pt x="2644203" y="786884"/>
                      <a:pt x="2634390" y="811900"/>
                      <a:pt x="2613375" y="831762"/>
                    </a:cubicBezTo>
                    <a:cubicBezTo>
                      <a:pt x="2611186" y="833833"/>
                      <a:pt x="2609233" y="836116"/>
                      <a:pt x="2607162" y="838305"/>
                    </a:cubicBezTo>
                    <a:cubicBezTo>
                      <a:pt x="2601632" y="841764"/>
                      <a:pt x="2596054" y="845129"/>
                      <a:pt x="2590618" y="848730"/>
                    </a:cubicBezTo>
                    <a:cubicBezTo>
                      <a:pt x="2585276" y="852284"/>
                      <a:pt x="2579369" y="854566"/>
                      <a:pt x="2573392" y="856755"/>
                    </a:cubicBezTo>
                    <a:cubicBezTo>
                      <a:pt x="2554330" y="865133"/>
                      <a:pt x="2534256" y="869604"/>
                      <a:pt x="2513711" y="872381"/>
                    </a:cubicBezTo>
                    <a:cubicBezTo>
                      <a:pt x="2497803" y="874522"/>
                      <a:pt x="2481847" y="876311"/>
                      <a:pt x="2465797" y="875864"/>
                    </a:cubicBezTo>
                    <a:cubicBezTo>
                      <a:pt x="2442194" y="875205"/>
                      <a:pt x="2418684" y="873275"/>
                      <a:pt x="2395198" y="870216"/>
                    </a:cubicBezTo>
                    <a:cubicBezTo>
                      <a:pt x="2356273" y="865109"/>
                      <a:pt x="2317937" y="857037"/>
                      <a:pt x="2279437" y="849671"/>
                    </a:cubicBezTo>
                    <a:cubicBezTo>
                      <a:pt x="2252727" y="844565"/>
                      <a:pt x="2225828" y="840564"/>
                      <a:pt x="2198977" y="836234"/>
                    </a:cubicBezTo>
                    <a:cubicBezTo>
                      <a:pt x="2195635" y="835692"/>
                      <a:pt x="2192176" y="835928"/>
                      <a:pt x="2188881" y="834845"/>
                    </a:cubicBezTo>
                    <a:cubicBezTo>
                      <a:pt x="2185657" y="834351"/>
                      <a:pt x="2182174" y="835975"/>
                      <a:pt x="2179185" y="833645"/>
                    </a:cubicBezTo>
                    <a:cubicBezTo>
                      <a:pt x="2178009" y="832515"/>
                      <a:pt x="2176809" y="832915"/>
                      <a:pt x="2175608" y="833621"/>
                    </a:cubicBezTo>
                    <a:cubicBezTo>
                      <a:pt x="2163042" y="833833"/>
                      <a:pt x="2150686" y="830774"/>
                      <a:pt x="2138096" y="831174"/>
                    </a:cubicBezTo>
                    <a:cubicBezTo>
                      <a:pt x="2135296" y="829739"/>
                      <a:pt x="2132142" y="831221"/>
                      <a:pt x="2129271" y="830327"/>
                    </a:cubicBezTo>
                    <a:cubicBezTo>
                      <a:pt x="2128235" y="830374"/>
                      <a:pt x="2127035" y="830397"/>
                      <a:pt x="2125647" y="830444"/>
                    </a:cubicBezTo>
                    <a:cubicBezTo>
                      <a:pt x="2123623" y="830515"/>
                      <a:pt x="2121646" y="830774"/>
                      <a:pt x="2119693" y="831292"/>
                    </a:cubicBezTo>
                    <a:cubicBezTo>
                      <a:pt x="2118822" y="831245"/>
                      <a:pt x="2117952" y="831245"/>
                      <a:pt x="2117081" y="831245"/>
                    </a:cubicBezTo>
                    <a:cubicBezTo>
                      <a:pt x="2126330" y="832516"/>
                      <a:pt x="2135908" y="834610"/>
                      <a:pt x="2145556" y="836257"/>
                    </a:cubicBezTo>
                    <a:cubicBezTo>
                      <a:pt x="2192670" y="844305"/>
                      <a:pt x="2238678" y="857061"/>
                      <a:pt x="2284803" y="869274"/>
                    </a:cubicBezTo>
                    <a:cubicBezTo>
                      <a:pt x="2325727" y="880123"/>
                      <a:pt x="2367051" y="888666"/>
                      <a:pt x="2409294" y="892690"/>
                    </a:cubicBezTo>
                    <a:cubicBezTo>
                      <a:pt x="2431015" y="894761"/>
                      <a:pt x="2452713" y="895561"/>
                      <a:pt x="2474411" y="894643"/>
                    </a:cubicBezTo>
                    <a:cubicBezTo>
                      <a:pt x="2510769" y="893114"/>
                      <a:pt x="2545105" y="883583"/>
                      <a:pt x="2576827" y="865439"/>
                    </a:cubicBezTo>
                    <a:cubicBezTo>
                      <a:pt x="2584923" y="860826"/>
                      <a:pt x="2592007" y="854825"/>
                      <a:pt x="2598384" y="848047"/>
                    </a:cubicBezTo>
                    <a:cubicBezTo>
                      <a:pt x="2599749" y="846706"/>
                      <a:pt x="2601255" y="845506"/>
                      <a:pt x="2602996" y="844682"/>
                    </a:cubicBezTo>
                    <a:cubicBezTo>
                      <a:pt x="2629542" y="833763"/>
                      <a:pt x="2654393" y="819784"/>
                      <a:pt x="2677997" y="803499"/>
                    </a:cubicBezTo>
                    <a:cubicBezTo>
                      <a:pt x="2696753" y="790556"/>
                      <a:pt x="2714168" y="775941"/>
                      <a:pt x="2730265" y="759821"/>
                    </a:cubicBezTo>
                    <a:cubicBezTo>
                      <a:pt x="2751939" y="738100"/>
                      <a:pt x="2770931" y="714119"/>
                      <a:pt x="2788462" y="689009"/>
                    </a:cubicBezTo>
                    <a:cubicBezTo>
                      <a:pt x="2824327" y="637589"/>
                      <a:pt x="2855015" y="582968"/>
                      <a:pt x="2887138" y="529242"/>
                    </a:cubicBezTo>
                    <a:cubicBezTo>
                      <a:pt x="2912342" y="487070"/>
                      <a:pt x="2937570" y="444922"/>
                      <a:pt x="2967574" y="405880"/>
                    </a:cubicBezTo>
                    <a:cubicBezTo>
                      <a:pt x="2984872" y="383359"/>
                      <a:pt x="3002733" y="361331"/>
                      <a:pt x="3025725" y="344129"/>
                    </a:cubicBezTo>
                    <a:cubicBezTo>
                      <a:pt x="3027796" y="342575"/>
                      <a:pt x="3028902" y="340693"/>
                      <a:pt x="3029302" y="338128"/>
                    </a:cubicBezTo>
                    <a:cubicBezTo>
                      <a:pt x="3029608" y="336033"/>
                      <a:pt x="3029773" y="333609"/>
                      <a:pt x="3032503" y="332856"/>
                    </a:cubicBezTo>
                    <a:cubicBezTo>
                      <a:pt x="3032903" y="333092"/>
                      <a:pt x="3033091" y="333374"/>
                      <a:pt x="3033067" y="333727"/>
                    </a:cubicBezTo>
                    <a:cubicBezTo>
                      <a:pt x="3033044" y="334104"/>
                      <a:pt x="3032974" y="334292"/>
                      <a:pt x="3032856" y="334292"/>
                    </a:cubicBezTo>
                    <a:cubicBezTo>
                      <a:pt x="3032103" y="338481"/>
                      <a:pt x="3033162" y="340128"/>
                      <a:pt x="3037351" y="337586"/>
                    </a:cubicBezTo>
                    <a:cubicBezTo>
                      <a:pt x="3045705" y="332527"/>
                      <a:pt x="3054695" y="329138"/>
                      <a:pt x="3064202" y="326996"/>
                    </a:cubicBezTo>
                    <a:cubicBezTo>
                      <a:pt x="3070203" y="326196"/>
                      <a:pt x="3076204" y="326243"/>
                      <a:pt x="3082229" y="326973"/>
                    </a:cubicBezTo>
                    <a:cubicBezTo>
                      <a:pt x="3094254" y="330597"/>
                      <a:pt x="3105009" y="335798"/>
                      <a:pt x="3110351" y="348318"/>
                    </a:cubicBezTo>
                    <a:cubicBezTo>
                      <a:pt x="3112257" y="352789"/>
                      <a:pt x="3112563" y="357590"/>
                      <a:pt x="3113834" y="362202"/>
                    </a:cubicBezTo>
                    <a:cubicBezTo>
                      <a:pt x="3114563" y="366203"/>
                      <a:pt x="3114634" y="370204"/>
                      <a:pt x="3113881" y="374063"/>
                    </a:cubicBezTo>
                    <a:cubicBezTo>
                      <a:pt x="3113834" y="375240"/>
                      <a:pt x="3113787" y="376393"/>
                      <a:pt x="3113740" y="377570"/>
                    </a:cubicBezTo>
                    <a:cubicBezTo>
                      <a:pt x="3112469" y="379476"/>
                      <a:pt x="3113857" y="381806"/>
                      <a:pt x="3112728" y="383735"/>
                    </a:cubicBezTo>
                    <a:cubicBezTo>
                      <a:pt x="3108610" y="404162"/>
                      <a:pt x="3103009" y="424142"/>
                      <a:pt x="3095878" y="443722"/>
                    </a:cubicBezTo>
                    <a:cubicBezTo>
                      <a:pt x="3084700" y="474432"/>
                      <a:pt x="3072086" y="504555"/>
                      <a:pt x="3059001" y="534490"/>
                    </a:cubicBezTo>
                    <a:cubicBezTo>
                      <a:pt x="3036504" y="585981"/>
                      <a:pt x="3012523" y="636765"/>
                      <a:pt x="2987790" y="687197"/>
                    </a:cubicBezTo>
                    <a:cubicBezTo>
                      <a:pt x="2967128" y="729345"/>
                      <a:pt x="2946865" y="771776"/>
                      <a:pt x="2920673" y="810935"/>
                    </a:cubicBezTo>
                    <a:cubicBezTo>
                      <a:pt x="2908600" y="828938"/>
                      <a:pt x="2894598" y="845388"/>
                      <a:pt x="2880031" y="861461"/>
                    </a:cubicBezTo>
                    <a:cubicBezTo>
                      <a:pt x="2867840" y="874899"/>
                      <a:pt x="2854520" y="887112"/>
                      <a:pt x="2841365" y="899468"/>
                    </a:cubicBezTo>
                    <a:cubicBezTo>
                      <a:pt x="2823974" y="915776"/>
                      <a:pt x="2805689" y="931120"/>
                      <a:pt x="2787568" y="946628"/>
                    </a:cubicBezTo>
                    <a:cubicBezTo>
                      <a:pt x="2763682" y="967079"/>
                      <a:pt x="2739066" y="986611"/>
                      <a:pt x="2714309" y="1005980"/>
                    </a:cubicBezTo>
                    <a:cubicBezTo>
                      <a:pt x="2693670" y="1022147"/>
                      <a:pt x="2672208" y="1037255"/>
                      <a:pt x="2651051" y="1052740"/>
                    </a:cubicBezTo>
                    <a:cubicBezTo>
                      <a:pt x="2627613" y="1069872"/>
                      <a:pt x="2603420" y="1085922"/>
                      <a:pt x="2578499" y="1100772"/>
                    </a:cubicBezTo>
                    <a:cubicBezTo>
                      <a:pt x="2543269" y="1121763"/>
                      <a:pt x="2506839" y="1140143"/>
                      <a:pt x="2466810" y="1150474"/>
                    </a:cubicBezTo>
                    <a:cubicBezTo>
                      <a:pt x="2460055" y="1152215"/>
                      <a:pt x="2453277" y="1153722"/>
                      <a:pt x="2446453" y="1155133"/>
                    </a:cubicBezTo>
                    <a:cubicBezTo>
                      <a:pt x="2444594" y="1156475"/>
                      <a:pt x="2442194" y="1154875"/>
                      <a:pt x="2440334" y="1156263"/>
                    </a:cubicBezTo>
                    <a:lnTo>
                      <a:pt x="2439746" y="1156240"/>
                    </a:lnTo>
                    <a:lnTo>
                      <a:pt x="2439181" y="1156334"/>
                    </a:lnTo>
                    <a:cubicBezTo>
                      <a:pt x="2437298" y="1157652"/>
                      <a:pt x="2434898" y="1156122"/>
                      <a:pt x="2433016" y="1157440"/>
                    </a:cubicBezTo>
                    <a:lnTo>
                      <a:pt x="2430709" y="1157557"/>
                    </a:lnTo>
                    <a:cubicBezTo>
                      <a:pt x="2428379" y="1158899"/>
                      <a:pt x="2425626" y="1157275"/>
                      <a:pt x="2423320" y="1158640"/>
                    </a:cubicBezTo>
                    <a:lnTo>
                      <a:pt x="2419814" y="1158781"/>
                    </a:lnTo>
                    <a:cubicBezTo>
                      <a:pt x="2415436" y="1160217"/>
                      <a:pt x="2410800" y="1158334"/>
                      <a:pt x="2406423" y="1159864"/>
                    </a:cubicBezTo>
                    <a:lnTo>
                      <a:pt x="2400445" y="1160028"/>
                    </a:lnTo>
                    <a:cubicBezTo>
                      <a:pt x="2391197" y="1160805"/>
                      <a:pt x="2381948" y="1160876"/>
                      <a:pt x="2372700" y="1159981"/>
                    </a:cubicBezTo>
                    <a:lnTo>
                      <a:pt x="2366746" y="1159864"/>
                    </a:lnTo>
                    <a:cubicBezTo>
                      <a:pt x="2361569" y="1158334"/>
                      <a:pt x="2356156" y="1160193"/>
                      <a:pt x="2350955" y="1158828"/>
                    </a:cubicBezTo>
                    <a:lnTo>
                      <a:pt x="2347378" y="1158664"/>
                    </a:lnTo>
                    <a:cubicBezTo>
                      <a:pt x="2343847" y="1157157"/>
                      <a:pt x="2339965" y="1158993"/>
                      <a:pt x="2336412" y="1157557"/>
                    </a:cubicBezTo>
                    <a:cubicBezTo>
                      <a:pt x="2335635" y="1157534"/>
                      <a:pt x="2334858" y="1157487"/>
                      <a:pt x="2334081" y="1157463"/>
                    </a:cubicBezTo>
                    <a:cubicBezTo>
                      <a:pt x="2331352" y="1156028"/>
                      <a:pt x="2328269" y="1157722"/>
                      <a:pt x="2325539" y="1156428"/>
                    </a:cubicBezTo>
                    <a:lnTo>
                      <a:pt x="2323162" y="1156287"/>
                    </a:lnTo>
                    <a:cubicBezTo>
                      <a:pt x="2320880" y="1154875"/>
                      <a:pt x="2318173" y="1156475"/>
                      <a:pt x="2315867" y="1155251"/>
                    </a:cubicBezTo>
                    <a:cubicBezTo>
                      <a:pt x="2315067" y="1155204"/>
                      <a:pt x="2314290" y="1155134"/>
                      <a:pt x="2313490" y="1155086"/>
                    </a:cubicBezTo>
                    <a:cubicBezTo>
                      <a:pt x="2311631" y="1153768"/>
                      <a:pt x="2309278" y="1155204"/>
                      <a:pt x="2307395" y="1154051"/>
                    </a:cubicBezTo>
                    <a:cubicBezTo>
                      <a:pt x="2306595" y="1154004"/>
                      <a:pt x="2305818" y="1153933"/>
                      <a:pt x="2305018" y="1153886"/>
                    </a:cubicBezTo>
                    <a:cubicBezTo>
                      <a:pt x="2303135" y="1152545"/>
                      <a:pt x="2300782" y="1154051"/>
                      <a:pt x="2298900" y="1152827"/>
                    </a:cubicBezTo>
                    <a:cubicBezTo>
                      <a:pt x="2293604" y="1152427"/>
                      <a:pt x="2288309" y="1152074"/>
                      <a:pt x="2283249" y="1150262"/>
                    </a:cubicBezTo>
                    <a:cubicBezTo>
                      <a:pt x="2281390" y="1148874"/>
                      <a:pt x="2278943" y="1150521"/>
                      <a:pt x="2277084" y="1149085"/>
                    </a:cubicBezTo>
                    <a:cubicBezTo>
                      <a:pt x="2259175" y="1146379"/>
                      <a:pt x="2241596" y="1142096"/>
                      <a:pt x="2224063" y="1137648"/>
                    </a:cubicBezTo>
                    <a:cubicBezTo>
                      <a:pt x="2161206" y="1121716"/>
                      <a:pt x="2091627" y="1099810"/>
                      <a:pt x="2038315" y="1080533"/>
                    </a:cubicBezTo>
                    <a:cubicBezTo>
                      <a:pt x="1985003" y="1061256"/>
                      <a:pt x="1987752" y="1051132"/>
                      <a:pt x="1904192" y="1021985"/>
                    </a:cubicBezTo>
                    <a:cubicBezTo>
                      <a:pt x="1820632" y="992838"/>
                      <a:pt x="1777189" y="942445"/>
                      <a:pt x="1536953" y="905651"/>
                    </a:cubicBezTo>
                    <a:lnTo>
                      <a:pt x="0" y="770537"/>
                    </a:lnTo>
                    <a:close/>
                  </a:path>
                </a:pathLst>
              </a:custGeom>
              <a:solidFill>
                <a:srgbClr val="F9C9A9"/>
              </a:solidFill>
              <a:ln w="8182" cap="flat">
                <a:noFill/>
                <a:prstDash val="solid"/>
                <a:miter/>
              </a:ln>
            </p:spPr>
            <p:txBody>
              <a:bodyPr wrap="square" rtlCol="0" anchor="ctr">
                <a:noAutofit/>
              </a:bodyPr>
              <a:lstStyle/>
              <a:p>
                <a:endParaRPr lang="en-US" dirty="0"/>
              </a:p>
            </p:txBody>
          </p:sp>
          <p:sp>
            <p:nvSpPr>
              <p:cNvPr id="29" name="Freeform: Shape 28">
                <a:extLst>
                  <a:ext uri="{FF2B5EF4-FFF2-40B4-BE49-F238E27FC236}">
                    <a16:creationId xmlns:a16="http://schemas.microsoft.com/office/drawing/2014/main" id="{52F39106-CF1C-43C1-8E90-624F41E5C7F3}"/>
                  </a:ext>
                </a:extLst>
              </p:cNvPr>
              <p:cNvSpPr/>
              <p:nvPr/>
            </p:nvSpPr>
            <p:spPr>
              <a:xfrm rot="17100000" flipH="1">
                <a:off x="4808967" y="4542529"/>
                <a:ext cx="938822" cy="124439"/>
              </a:xfrm>
              <a:custGeom>
                <a:avLst/>
                <a:gdLst>
                  <a:gd name="connsiteX0" fmla="*/ 12930 w 1745843"/>
                  <a:gd name="connsiteY0" fmla="*/ 20 h 231410"/>
                  <a:gd name="connsiteX1" fmla="*/ 304518 w 1745843"/>
                  <a:gd name="connsiteY1" fmla="*/ 11641 h 231410"/>
                  <a:gd name="connsiteX2" fmla="*/ 959956 w 1745843"/>
                  <a:gd name="connsiteY2" fmla="*/ 125478 h 231410"/>
                  <a:gd name="connsiteX3" fmla="*/ 1207516 w 1745843"/>
                  <a:gd name="connsiteY3" fmla="*/ 154612 h 231410"/>
                  <a:gd name="connsiteX4" fmla="*/ 1581923 w 1745843"/>
                  <a:gd name="connsiteY4" fmla="*/ 115739 h 231410"/>
                  <a:gd name="connsiteX5" fmla="*/ 1729804 w 1745843"/>
                  <a:gd name="connsiteY5" fmla="*/ 47323 h 231410"/>
                  <a:gd name="connsiteX6" fmla="*/ 1745844 w 1745843"/>
                  <a:gd name="connsiteY6" fmla="*/ 49860 h 231410"/>
                  <a:gd name="connsiteX7" fmla="*/ 1647066 w 1745843"/>
                  <a:gd name="connsiteY7" fmla="*/ 132843 h 231410"/>
                  <a:gd name="connsiteX8" fmla="*/ 1440262 w 1745843"/>
                  <a:gd name="connsiteY8" fmla="*/ 211325 h 231410"/>
                  <a:gd name="connsiteX9" fmla="*/ 1272822 w 1745843"/>
                  <a:gd name="connsiteY9" fmla="*/ 231294 h 231410"/>
                  <a:gd name="connsiteX10" fmla="*/ 1092697 w 1745843"/>
                  <a:gd name="connsiteY10" fmla="*/ 226956 h 231410"/>
                  <a:gd name="connsiteX11" fmla="*/ 802419 w 1745843"/>
                  <a:gd name="connsiteY11" fmla="*/ 182764 h 231410"/>
                  <a:gd name="connsiteX12" fmla="*/ 338563 w 1745843"/>
                  <a:gd name="connsiteY12" fmla="*/ 66063 h 231410"/>
                  <a:gd name="connsiteX13" fmla="*/ 0 w 1745843"/>
                  <a:gd name="connsiteY13" fmla="*/ 3785 h 231410"/>
                  <a:gd name="connsiteX14" fmla="*/ 12930 w 1745843"/>
                  <a:gd name="connsiteY14" fmla="*/ 20 h 23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5843" h="231410">
                    <a:moveTo>
                      <a:pt x="12930" y="20"/>
                    </a:moveTo>
                    <a:cubicBezTo>
                      <a:pt x="29707" y="20"/>
                      <a:pt x="292733" y="10086"/>
                      <a:pt x="304518" y="11641"/>
                    </a:cubicBezTo>
                    <a:cubicBezTo>
                      <a:pt x="525152" y="37502"/>
                      <a:pt x="740713" y="92252"/>
                      <a:pt x="959956" y="125478"/>
                    </a:cubicBezTo>
                    <a:cubicBezTo>
                      <a:pt x="1041548" y="137835"/>
                      <a:pt x="1124941" y="149865"/>
                      <a:pt x="1207516" y="154612"/>
                    </a:cubicBezTo>
                    <a:cubicBezTo>
                      <a:pt x="1333954" y="161814"/>
                      <a:pt x="1460394" y="150111"/>
                      <a:pt x="1581923" y="115739"/>
                    </a:cubicBezTo>
                    <a:cubicBezTo>
                      <a:pt x="1597636" y="111320"/>
                      <a:pt x="1683893" y="75720"/>
                      <a:pt x="1729804" y="47323"/>
                    </a:cubicBezTo>
                    <a:cubicBezTo>
                      <a:pt x="1737415" y="50678"/>
                      <a:pt x="1743225" y="49778"/>
                      <a:pt x="1745844" y="49860"/>
                    </a:cubicBezTo>
                    <a:cubicBezTo>
                      <a:pt x="1726039" y="82431"/>
                      <a:pt x="1679637" y="115002"/>
                      <a:pt x="1647066" y="132843"/>
                    </a:cubicBezTo>
                    <a:cubicBezTo>
                      <a:pt x="1581841" y="168606"/>
                      <a:pt x="1513179" y="195858"/>
                      <a:pt x="1440262" y="211325"/>
                    </a:cubicBezTo>
                    <a:cubicBezTo>
                      <a:pt x="1385103" y="223028"/>
                      <a:pt x="1329453" y="231539"/>
                      <a:pt x="1272822" y="231294"/>
                    </a:cubicBezTo>
                    <a:cubicBezTo>
                      <a:pt x="1212753" y="231048"/>
                      <a:pt x="1152602" y="233013"/>
                      <a:pt x="1092697" y="226956"/>
                    </a:cubicBezTo>
                    <a:cubicBezTo>
                      <a:pt x="995229" y="217054"/>
                      <a:pt x="898332" y="203305"/>
                      <a:pt x="802419" y="182764"/>
                    </a:cubicBezTo>
                    <a:cubicBezTo>
                      <a:pt x="646436" y="149374"/>
                      <a:pt x="493972" y="101745"/>
                      <a:pt x="338563" y="66063"/>
                    </a:cubicBezTo>
                    <a:cubicBezTo>
                      <a:pt x="237657" y="42903"/>
                      <a:pt x="11703" y="3785"/>
                      <a:pt x="0" y="3785"/>
                    </a:cubicBezTo>
                    <a:cubicBezTo>
                      <a:pt x="3437" y="-2517"/>
                      <a:pt x="8838" y="1248"/>
                      <a:pt x="12930" y="20"/>
                    </a:cubicBezTo>
                    <a:close/>
                  </a:path>
                </a:pathLst>
              </a:custGeom>
              <a:solidFill>
                <a:srgbClr val="DAB299"/>
              </a:solidFill>
              <a:ln w="8182"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7DE902F-46A9-4093-A684-FE7ACBF8B4BB}"/>
                  </a:ext>
                </a:extLst>
              </p:cNvPr>
              <p:cNvSpPr/>
              <p:nvPr/>
            </p:nvSpPr>
            <p:spPr>
              <a:xfrm rot="17100000" flipH="1">
                <a:off x="4841998" y="4741609"/>
                <a:ext cx="345626" cy="292667"/>
              </a:xfrm>
              <a:custGeom>
                <a:avLst/>
                <a:gdLst>
                  <a:gd name="connsiteX0" fmla="*/ 642220 w 642730"/>
                  <a:gd name="connsiteY0" fmla="*/ 230627 h 544248"/>
                  <a:gd name="connsiteX1" fmla="*/ 573313 w 642730"/>
                  <a:gd name="connsiteY1" fmla="*/ 400686 h 544248"/>
                  <a:gd name="connsiteX2" fmla="*/ 303658 w 642730"/>
                  <a:gd name="connsiteY2" fmla="*/ 536864 h 544248"/>
                  <a:gd name="connsiteX3" fmla="*/ 132617 w 642730"/>
                  <a:gd name="connsiteY3" fmla="*/ 528762 h 544248"/>
                  <a:gd name="connsiteX4" fmla="*/ 41204 w 642730"/>
                  <a:gd name="connsiteY4" fmla="*/ 439886 h 544248"/>
                  <a:gd name="connsiteX5" fmla="*/ 1513 w 642730"/>
                  <a:gd name="connsiteY5" fmla="*/ 258861 h 544248"/>
                  <a:gd name="connsiteX6" fmla="*/ 24755 w 642730"/>
                  <a:gd name="connsiteY6" fmla="*/ 48293 h 544248"/>
                  <a:gd name="connsiteX7" fmla="*/ 87279 w 642730"/>
                  <a:gd name="connsiteY7" fmla="*/ 6392 h 544248"/>
                  <a:gd name="connsiteX8" fmla="*/ 225093 w 642730"/>
                  <a:gd name="connsiteY8" fmla="*/ 8 h 544248"/>
                  <a:gd name="connsiteX9" fmla="*/ 494503 w 642730"/>
                  <a:gd name="connsiteY9" fmla="*/ 50666 h 544248"/>
                  <a:gd name="connsiteX10" fmla="*/ 581333 w 642730"/>
                  <a:gd name="connsiteY10" fmla="*/ 100424 h 544248"/>
                  <a:gd name="connsiteX11" fmla="*/ 642220 w 642730"/>
                  <a:gd name="connsiteY11" fmla="*/ 230627 h 544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730" h="544248">
                    <a:moveTo>
                      <a:pt x="642220" y="230627"/>
                    </a:moveTo>
                    <a:cubicBezTo>
                      <a:pt x="643939" y="301744"/>
                      <a:pt x="614477" y="354448"/>
                      <a:pt x="573313" y="400686"/>
                    </a:cubicBezTo>
                    <a:cubicBezTo>
                      <a:pt x="501705" y="481214"/>
                      <a:pt x="406773" y="517468"/>
                      <a:pt x="303658" y="536864"/>
                    </a:cubicBezTo>
                    <a:cubicBezTo>
                      <a:pt x="245962" y="547748"/>
                      <a:pt x="188921" y="547830"/>
                      <a:pt x="132617" y="528762"/>
                    </a:cubicBezTo>
                    <a:cubicBezTo>
                      <a:pt x="87934" y="513622"/>
                      <a:pt x="56917" y="483915"/>
                      <a:pt x="41204" y="439886"/>
                    </a:cubicBezTo>
                    <a:cubicBezTo>
                      <a:pt x="20336" y="381291"/>
                      <a:pt x="7078" y="321303"/>
                      <a:pt x="1513" y="258861"/>
                    </a:cubicBezTo>
                    <a:cubicBezTo>
                      <a:pt x="-4871" y="186516"/>
                      <a:pt x="10106" y="117609"/>
                      <a:pt x="24755" y="48293"/>
                    </a:cubicBezTo>
                    <a:cubicBezTo>
                      <a:pt x="31547" y="15885"/>
                      <a:pt x="43823" y="10484"/>
                      <a:pt x="87279" y="6392"/>
                    </a:cubicBezTo>
                    <a:cubicBezTo>
                      <a:pt x="133190" y="2054"/>
                      <a:pt x="179428" y="-155"/>
                      <a:pt x="225093" y="8"/>
                    </a:cubicBezTo>
                    <a:cubicBezTo>
                      <a:pt x="317406" y="254"/>
                      <a:pt x="408165" y="14903"/>
                      <a:pt x="494503" y="50666"/>
                    </a:cubicBezTo>
                    <a:cubicBezTo>
                      <a:pt x="525683" y="63597"/>
                      <a:pt x="556045" y="78163"/>
                      <a:pt x="581333" y="100424"/>
                    </a:cubicBezTo>
                    <a:cubicBezTo>
                      <a:pt x="622006" y="136268"/>
                      <a:pt x="646639" y="180215"/>
                      <a:pt x="642220" y="230627"/>
                    </a:cubicBezTo>
                    <a:close/>
                  </a:path>
                </a:pathLst>
              </a:custGeom>
              <a:solidFill>
                <a:srgbClr val="FEE5D5"/>
              </a:solidFill>
              <a:ln w="8182" cap="flat">
                <a:noFill/>
                <a:prstDash val="solid"/>
                <a:miter/>
              </a:ln>
            </p:spPr>
            <p:txBody>
              <a:bodyPr rtlCol="0" anchor="ctr"/>
              <a:lstStyle/>
              <a:p>
                <a:endParaRPr lang="en-US"/>
              </a:p>
            </p:txBody>
          </p:sp>
        </p:grpSp>
      </p:grpSp>
      <p:sp>
        <p:nvSpPr>
          <p:cNvPr id="38" name="Block Arc 37">
            <a:extLst>
              <a:ext uri="{FF2B5EF4-FFF2-40B4-BE49-F238E27FC236}">
                <a16:creationId xmlns:a16="http://schemas.microsoft.com/office/drawing/2014/main" id="{F4CDE952-CA95-4359-BAC5-10C23618CFED}"/>
              </a:ext>
            </a:extLst>
          </p:cNvPr>
          <p:cNvSpPr/>
          <p:nvPr/>
        </p:nvSpPr>
        <p:spPr>
          <a:xfrm rot="21228883" flipH="1">
            <a:off x="3293923" y="2090608"/>
            <a:ext cx="1024259" cy="541224"/>
          </a:xfrm>
          <a:custGeom>
            <a:avLst/>
            <a:gdLst>
              <a:gd name="connsiteX0" fmla="*/ 1776926 w 4779331"/>
              <a:gd name="connsiteY0" fmla="*/ 79892 h 4779331"/>
              <a:gd name="connsiteX1" fmla="*/ 3915605 w 4779331"/>
              <a:gd name="connsiteY1" fmla="*/ 550640 h 4779331"/>
              <a:gd name="connsiteX2" fmla="*/ 3865401 w 4779331"/>
              <a:gd name="connsiteY2" fmla="*/ 611145 h 4779331"/>
              <a:gd name="connsiteX3" fmla="*/ 1797085 w 4779331"/>
              <a:gd name="connsiteY3" fmla="*/ 155884 h 4779331"/>
              <a:gd name="connsiteX4" fmla="*/ 1776926 w 4779331"/>
              <a:gd name="connsiteY4" fmla="*/ 79892 h 4779331"/>
              <a:gd name="connsiteX0" fmla="*/ 0 w 2138679"/>
              <a:gd name="connsiteY0" fmla="*/ 79920 h 611173"/>
              <a:gd name="connsiteX1" fmla="*/ 2138679 w 2138679"/>
              <a:gd name="connsiteY1" fmla="*/ 550668 h 611173"/>
              <a:gd name="connsiteX2" fmla="*/ 2062837 w 2138679"/>
              <a:gd name="connsiteY2" fmla="*/ 611173 h 611173"/>
              <a:gd name="connsiteX3" fmla="*/ 20159 w 2138679"/>
              <a:gd name="connsiteY3" fmla="*/ 155912 h 611173"/>
              <a:gd name="connsiteX4" fmla="*/ 0 w 2138679"/>
              <a:gd name="connsiteY4" fmla="*/ 79920 h 611173"/>
              <a:gd name="connsiteX0" fmla="*/ 0 w 2287402"/>
              <a:gd name="connsiteY0" fmla="*/ 79920 h 639087"/>
              <a:gd name="connsiteX1" fmla="*/ 2138679 w 2287402"/>
              <a:gd name="connsiteY1" fmla="*/ 550668 h 639087"/>
              <a:gd name="connsiteX2" fmla="*/ 2100144 w 2287402"/>
              <a:gd name="connsiteY2" fmla="*/ 585238 h 639087"/>
              <a:gd name="connsiteX3" fmla="*/ 2062837 w 2287402"/>
              <a:gd name="connsiteY3" fmla="*/ 611173 h 639087"/>
              <a:gd name="connsiteX4" fmla="*/ 20159 w 2287402"/>
              <a:gd name="connsiteY4" fmla="*/ 155912 h 639087"/>
              <a:gd name="connsiteX5" fmla="*/ 0 w 2287402"/>
              <a:gd name="connsiteY5" fmla="*/ 79920 h 639087"/>
              <a:gd name="connsiteX0" fmla="*/ 0 w 2467780"/>
              <a:gd name="connsiteY0" fmla="*/ 79920 h 893007"/>
              <a:gd name="connsiteX1" fmla="*/ 2138679 w 2467780"/>
              <a:gd name="connsiteY1" fmla="*/ 550668 h 893007"/>
              <a:gd name="connsiteX2" fmla="*/ 2463024 w 2467780"/>
              <a:gd name="connsiteY2" fmla="*/ 892672 h 893007"/>
              <a:gd name="connsiteX3" fmla="*/ 2062837 w 2467780"/>
              <a:gd name="connsiteY3" fmla="*/ 611173 h 893007"/>
              <a:gd name="connsiteX4" fmla="*/ 20159 w 2467780"/>
              <a:gd name="connsiteY4" fmla="*/ 155912 h 893007"/>
              <a:gd name="connsiteX5" fmla="*/ 0 w 2467780"/>
              <a:gd name="connsiteY5" fmla="*/ 79920 h 893007"/>
              <a:gd name="connsiteX0" fmla="*/ 0 w 2480028"/>
              <a:gd name="connsiteY0" fmla="*/ 79920 h 902123"/>
              <a:gd name="connsiteX1" fmla="*/ 2138679 w 2480028"/>
              <a:gd name="connsiteY1" fmla="*/ 550668 h 902123"/>
              <a:gd name="connsiteX2" fmla="*/ 2463024 w 2480028"/>
              <a:gd name="connsiteY2" fmla="*/ 892672 h 902123"/>
              <a:gd name="connsiteX3" fmla="*/ 2395434 w 2480028"/>
              <a:gd name="connsiteY3" fmla="*/ 789605 h 902123"/>
              <a:gd name="connsiteX4" fmla="*/ 2062837 w 2480028"/>
              <a:gd name="connsiteY4" fmla="*/ 611173 h 902123"/>
              <a:gd name="connsiteX5" fmla="*/ 20159 w 2480028"/>
              <a:gd name="connsiteY5" fmla="*/ 155912 h 902123"/>
              <a:gd name="connsiteX6" fmla="*/ 0 w 2480028"/>
              <a:gd name="connsiteY6" fmla="*/ 79920 h 902123"/>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38325"/>
              <a:gd name="connsiteY0" fmla="*/ 79920 h 962729"/>
              <a:gd name="connsiteX1" fmla="*/ 2138679 w 2438325"/>
              <a:gd name="connsiteY1" fmla="*/ 550668 h 962729"/>
              <a:gd name="connsiteX2" fmla="*/ 2358079 w 2438325"/>
              <a:gd name="connsiteY2" fmla="*/ 814224 h 962729"/>
              <a:gd name="connsiteX3" fmla="*/ 2412431 w 2438325"/>
              <a:gd name="connsiteY3" fmla="*/ 953561 h 962729"/>
              <a:gd name="connsiteX4" fmla="*/ 2062837 w 2438325"/>
              <a:gd name="connsiteY4" fmla="*/ 611173 h 962729"/>
              <a:gd name="connsiteX5" fmla="*/ 20159 w 2438325"/>
              <a:gd name="connsiteY5" fmla="*/ 155912 h 962729"/>
              <a:gd name="connsiteX6" fmla="*/ 0 w 2438325"/>
              <a:gd name="connsiteY6" fmla="*/ 79920 h 962729"/>
              <a:gd name="connsiteX0" fmla="*/ 0 w 2462564"/>
              <a:gd name="connsiteY0" fmla="*/ 79920 h 967083"/>
              <a:gd name="connsiteX1" fmla="*/ 2138679 w 2462564"/>
              <a:gd name="connsiteY1" fmla="*/ 550668 h 967083"/>
              <a:gd name="connsiteX2" fmla="*/ 2430335 w 2462564"/>
              <a:gd name="connsiteY2" fmla="*/ 873569 h 967083"/>
              <a:gd name="connsiteX3" fmla="*/ 2412431 w 2462564"/>
              <a:gd name="connsiteY3" fmla="*/ 953561 h 967083"/>
              <a:gd name="connsiteX4" fmla="*/ 2062837 w 2462564"/>
              <a:gd name="connsiteY4" fmla="*/ 611173 h 967083"/>
              <a:gd name="connsiteX5" fmla="*/ 20159 w 2462564"/>
              <a:gd name="connsiteY5" fmla="*/ 155912 h 967083"/>
              <a:gd name="connsiteX6" fmla="*/ 0 w 2462564"/>
              <a:gd name="connsiteY6" fmla="*/ 79920 h 967083"/>
              <a:gd name="connsiteX0" fmla="*/ 0 w 2462564"/>
              <a:gd name="connsiteY0" fmla="*/ 79920 h 967083"/>
              <a:gd name="connsiteX1" fmla="*/ 2138679 w 2462564"/>
              <a:gd name="connsiteY1" fmla="*/ 550668 h 967083"/>
              <a:gd name="connsiteX2" fmla="*/ 2430335 w 2462564"/>
              <a:gd name="connsiteY2" fmla="*/ 873569 h 967083"/>
              <a:gd name="connsiteX3" fmla="*/ 2412431 w 2462564"/>
              <a:gd name="connsiteY3" fmla="*/ 953561 h 967083"/>
              <a:gd name="connsiteX4" fmla="*/ 2062837 w 2462564"/>
              <a:gd name="connsiteY4" fmla="*/ 611173 h 967083"/>
              <a:gd name="connsiteX5" fmla="*/ 20159 w 2462564"/>
              <a:gd name="connsiteY5" fmla="*/ 155912 h 967083"/>
              <a:gd name="connsiteX6" fmla="*/ 0 w 2462564"/>
              <a:gd name="connsiteY6" fmla="*/ 79920 h 967083"/>
              <a:gd name="connsiteX0" fmla="*/ 0 w 2477565"/>
              <a:gd name="connsiteY0" fmla="*/ 79920 h 968447"/>
              <a:gd name="connsiteX1" fmla="*/ 2138679 w 2477565"/>
              <a:gd name="connsiteY1" fmla="*/ 550668 h 968447"/>
              <a:gd name="connsiteX2" fmla="*/ 2454451 w 2477565"/>
              <a:gd name="connsiteY2" fmla="*/ 885219 h 968447"/>
              <a:gd name="connsiteX3" fmla="*/ 2412431 w 2477565"/>
              <a:gd name="connsiteY3" fmla="*/ 953561 h 968447"/>
              <a:gd name="connsiteX4" fmla="*/ 2062837 w 2477565"/>
              <a:gd name="connsiteY4" fmla="*/ 611173 h 968447"/>
              <a:gd name="connsiteX5" fmla="*/ 20159 w 2477565"/>
              <a:gd name="connsiteY5" fmla="*/ 155912 h 968447"/>
              <a:gd name="connsiteX6" fmla="*/ 0 w 2477565"/>
              <a:gd name="connsiteY6" fmla="*/ 79920 h 968447"/>
              <a:gd name="connsiteX0" fmla="*/ 0 w 2486217"/>
              <a:gd name="connsiteY0" fmla="*/ 79920 h 969044"/>
              <a:gd name="connsiteX1" fmla="*/ 2138679 w 2486217"/>
              <a:gd name="connsiteY1" fmla="*/ 550668 h 969044"/>
              <a:gd name="connsiteX2" fmla="*/ 2466309 w 2486217"/>
              <a:gd name="connsiteY2" fmla="*/ 889705 h 969044"/>
              <a:gd name="connsiteX3" fmla="*/ 2412431 w 2486217"/>
              <a:gd name="connsiteY3" fmla="*/ 953561 h 969044"/>
              <a:gd name="connsiteX4" fmla="*/ 2062837 w 2486217"/>
              <a:gd name="connsiteY4" fmla="*/ 611173 h 969044"/>
              <a:gd name="connsiteX5" fmla="*/ 20159 w 2486217"/>
              <a:gd name="connsiteY5" fmla="*/ 155912 h 969044"/>
              <a:gd name="connsiteX6" fmla="*/ 0 w 2486217"/>
              <a:gd name="connsiteY6" fmla="*/ 79920 h 969044"/>
              <a:gd name="connsiteX0" fmla="*/ 0 w 2466309"/>
              <a:gd name="connsiteY0" fmla="*/ 79920 h 967430"/>
              <a:gd name="connsiteX1" fmla="*/ 2138679 w 2466309"/>
              <a:gd name="connsiteY1" fmla="*/ 550668 h 967430"/>
              <a:gd name="connsiteX2" fmla="*/ 2466309 w 2466309"/>
              <a:gd name="connsiteY2" fmla="*/ 889705 h 967430"/>
              <a:gd name="connsiteX3" fmla="*/ 2412431 w 2466309"/>
              <a:gd name="connsiteY3" fmla="*/ 953561 h 967430"/>
              <a:gd name="connsiteX4" fmla="*/ 2062837 w 2466309"/>
              <a:gd name="connsiteY4" fmla="*/ 611173 h 967430"/>
              <a:gd name="connsiteX5" fmla="*/ 20159 w 2466309"/>
              <a:gd name="connsiteY5" fmla="*/ 155912 h 967430"/>
              <a:gd name="connsiteX6" fmla="*/ 0 w 2466309"/>
              <a:gd name="connsiteY6" fmla="*/ 79920 h 967430"/>
              <a:gd name="connsiteX0" fmla="*/ 0 w 2466309"/>
              <a:gd name="connsiteY0" fmla="*/ 79920 h 953561"/>
              <a:gd name="connsiteX1" fmla="*/ 2138679 w 2466309"/>
              <a:gd name="connsiteY1" fmla="*/ 550668 h 953561"/>
              <a:gd name="connsiteX2" fmla="*/ 2466309 w 2466309"/>
              <a:gd name="connsiteY2" fmla="*/ 889705 h 953561"/>
              <a:gd name="connsiteX3" fmla="*/ 2412431 w 2466309"/>
              <a:gd name="connsiteY3" fmla="*/ 953561 h 953561"/>
              <a:gd name="connsiteX4" fmla="*/ 2062837 w 2466309"/>
              <a:gd name="connsiteY4" fmla="*/ 611173 h 953561"/>
              <a:gd name="connsiteX5" fmla="*/ 20159 w 2466309"/>
              <a:gd name="connsiteY5" fmla="*/ 155912 h 953561"/>
              <a:gd name="connsiteX6" fmla="*/ 0 w 2466309"/>
              <a:gd name="connsiteY6" fmla="*/ 79920 h 953561"/>
              <a:gd name="connsiteX0" fmla="*/ 0 w 2483853"/>
              <a:gd name="connsiteY0" fmla="*/ 79920 h 953561"/>
              <a:gd name="connsiteX1" fmla="*/ 2138679 w 2483853"/>
              <a:gd name="connsiteY1" fmla="*/ 550668 h 953561"/>
              <a:gd name="connsiteX2" fmla="*/ 2483852 w 2483853"/>
              <a:gd name="connsiteY2" fmla="*/ 907292 h 953561"/>
              <a:gd name="connsiteX3" fmla="*/ 2412431 w 2483853"/>
              <a:gd name="connsiteY3" fmla="*/ 953561 h 953561"/>
              <a:gd name="connsiteX4" fmla="*/ 2062837 w 2483853"/>
              <a:gd name="connsiteY4" fmla="*/ 611173 h 953561"/>
              <a:gd name="connsiteX5" fmla="*/ 20159 w 2483853"/>
              <a:gd name="connsiteY5" fmla="*/ 155912 h 953561"/>
              <a:gd name="connsiteX6" fmla="*/ 0 w 2483853"/>
              <a:gd name="connsiteY6" fmla="*/ 79920 h 953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3853" h="953561">
                <a:moveTo>
                  <a:pt x="0" y="79920"/>
                </a:moveTo>
                <a:cubicBezTo>
                  <a:pt x="747072" y="-118264"/>
                  <a:pt x="1543865" y="57119"/>
                  <a:pt x="2138679" y="550668"/>
                </a:cubicBezTo>
                <a:cubicBezTo>
                  <a:pt x="2321346" y="713099"/>
                  <a:pt x="2403896" y="801529"/>
                  <a:pt x="2483852" y="907292"/>
                </a:cubicBezTo>
                <a:cubicBezTo>
                  <a:pt x="2464866" y="933012"/>
                  <a:pt x="2465455" y="933811"/>
                  <a:pt x="2412431" y="953561"/>
                </a:cubicBezTo>
                <a:cubicBezTo>
                  <a:pt x="2345733" y="906644"/>
                  <a:pt x="2386749" y="909426"/>
                  <a:pt x="2062837" y="611173"/>
                </a:cubicBezTo>
                <a:cubicBezTo>
                  <a:pt x="1487593" y="133862"/>
                  <a:pt x="742652" y="-35752"/>
                  <a:pt x="20159" y="155912"/>
                </a:cubicBezTo>
                <a:lnTo>
                  <a:pt x="0" y="799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51" name="Group 50">
            <a:extLst>
              <a:ext uri="{FF2B5EF4-FFF2-40B4-BE49-F238E27FC236}">
                <a16:creationId xmlns:a16="http://schemas.microsoft.com/office/drawing/2014/main" id="{FAB75747-25F9-4304-990B-7C8F7030E2B1}"/>
              </a:ext>
            </a:extLst>
          </p:cNvPr>
          <p:cNvGrpSpPr/>
          <p:nvPr/>
        </p:nvGrpSpPr>
        <p:grpSpPr>
          <a:xfrm rot="6090736" flipH="1">
            <a:off x="1821270" y="2726031"/>
            <a:ext cx="1746100" cy="1207813"/>
            <a:chOff x="1880168" y="2647066"/>
            <a:chExt cx="1746100" cy="1207813"/>
          </a:xfrm>
          <a:solidFill>
            <a:schemeClr val="accent5"/>
          </a:solidFill>
        </p:grpSpPr>
        <p:sp>
          <p:nvSpPr>
            <p:cNvPr id="39" name="Freeform: Shape 38">
              <a:extLst>
                <a:ext uri="{FF2B5EF4-FFF2-40B4-BE49-F238E27FC236}">
                  <a16:creationId xmlns:a16="http://schemas.microsoft.com/office/drawing/2014/main" id="{3280601E-96C3-4398-8B61-8CA7C6E4F4D8}"/>
                </a:ext>
              </a:extLst>
            </p:cNvPr>
            <p:cNvSpPr/>
            <p:nvPr/>
          </p:nvSpPr>
          <p:spPr>
            <a:xfrm flipH="1">
              <a:off x="2049736" y="2647066"/>
              <a:ext cx="1576532" cy="1207813"/>
            </a:xfrm>
            <a:custGeom>
              <a:avLst/>
              <a:gdLst>
                <a:gd name="connsiteX0" fmla="*/ 576044 w 1844463"/>
                <a:gd name="connsiteY0" fmla="*/ 0 h 1887562"/>
                <a:gd name="connsiteX1" fmla="*/ 664782 w 1844463"/>
                <a:gd name="connsiteY1" fmla="*/ 0 h 1887562"/>
                <a:gd name="connsiteX2" fmla="*/ 664434 w 1844463"/>
                <a:gd name="connsiteY2" fmla="*/ 30808 h 1887562"/>
                <a:gd name="connsiteX3" fmla="*/ 623283 w 1844463"/>
                <a:gd name="connsiteY3" fmla="*/ 282867 h 1887562"/>
                <a:gd name="connsiteX4" fmla="*/ 462236 w 1844463"/>
                <a:gd name="connsiteY4" fmla="*/ 611535 h 1887562"/>
                <a:gd name="connsiteX5" fmla="*/ 282200 w 1844463"/>
                <a:gd name="connsiteY5" fmla="*/ 884328 h 1887562"/>
                <a:gd name="connsiteX6" fmla="*/ 98511 w 1844463"/>
                <a:gd name="connsiteY6" fmla="*/ 1288588 h 1887562"/>
                <a:gd name="connsiteX7" fmla="*/ 112754 w 1844463"/>
                <a:gd name="connsiteY7" fmla="*/ 1598266 h 1887562"/>
                <a:gd name="connsiteX8" fmla="*/ 243490 w 1844463"/>
                <a:gd name="connsiteY8" fmla="*/ 1765885 h 1887562"/>
                <a:gd name="connsiteX9" fmla="*/ 450186 w 1844463"/>
                <a:gd name="connsiteY9" fmla="*/ 1770998 h 1887562"/>
                <a:gd name="connsiteX10" fmla="*/ 584573 w 1844463"/>
                <a:gd name="connsiteY10" fmla="*/ 1652678 h 1887562"/>
                <a:gd name="connsiteX11" fmla="*/ 723709 w 1844463"/>
                <a:gd name="connsiteY11" fmla="*/ 1488710 h 1887562"/>
                <a:gd name="connsiteX12" fmla="*/ 879278 w 1844463"/>
                <a:gd name="connsiteY12" fmla="*/ 1368929 h 1887562"/>
                <a:gd name="connsiteX13" fmla="*/ 1147690 w 1844463"/>
                <a:gd name="connsiteY13" fmla="*/ 1386458 h 1887562"/>
                <a:gd name="connsiteX14" fmla="*/ 1277330 w 1844463"/>
                <a:gd name="connsiteY14" fmla="*/ 1494553 h 1887562"/>
                <a:gd name="connsiteX15" fmla="*/ 1401129 w 1844463"/>
                <a:gd name="connsiteY15" fmla="*/ 1645009 h 1887562"/>
                <a:gd name="connsiteX16" fmla="*/ 1548663 w 1844463"/>
                <a:gd name="connsiteY16" fmla="*/ 1773189 h 1887562"/>
                <a:gd name="connsiteX17" fmla="*/ 1608188 w 1844463"/>
                <a:gd name="connsiteY17" fmla="*/ 1792909 h 1887562"/>
                <a:gd name="connsiteX18" fmla="*/ 1719935 w 1844463"/>
                <a:gd name="connsiteY18" fmla="*/ 1745070 h 1887562"/>
                <a:gd name="connsiteX19" fmla="*/ 1758645 w 1844463"/>
                <a:gd name="connsiteY19" fmla="*/ 1649026 h 1887562"/>
                <a:gd name="connsiteX20" fmla="*/ 1775809 w 1844463"/>
                <a:gd name="connsiteY20" fmla="*/ 1639166 h 1887562"/>
                <a:gd name="connsiteX21" fmla="*/ 1844463 w 1844463"/>
                <a:gd name="connsiteY21" fmla="*/ 1637705 h 1887562"/>
                <a:gd name="connsiteX22" fmla="*/ 1750611 w 1844463"/>
                <a:gd name="connsiteY22" fmla="*/ 1834541 h 1887562"/>
                <a:gd name="connsiteX23" fmla="*/ 1535516 w 1844463"/>
                <a:gd name="connsiteY23" fmla="*/ 1860468 h 1887562"/>
                <a:gd name="connsiteX24" fmla="*/ 1374469 w 1844463"/>
                <a:gd name="connsiteY24" fmla="*/ 1741418 h 1887562"/>
                <a:gd name="connsiteX25" fmla="*/ 1231317 w 1844463"/>
                <a:gd name="connsiteY25" fmla="*/ 1573433 h 1887562"/>
                <a:gd name="connsiteX26" fmla="*/ 1123222 w 1844463"/>
                <a:gd name="connsiteY26" fmla="*/ 1474833 h 1887562"/>
                <a:gd name="connsiteX27" fmla="*/ 864671 w 1844463"/>
                <a:gd name="connsiteY27" fmla="*/ 1486154 h 1887562"/>
                <a:gd name="connsiteX28" fmla="*/ 729187 w 1844463"/>
                <a:gd name="connsiteY28" fmla="*/ 1627845 h 1887562"/>
                <a:gd name="connsiteX29" fmla="*/ 597355 w 1844463"/>
                <a:gd name="connsiteY29" fmla="*/ 1777206 h 1887562"/>
                <a:gd name="connsiteX30" fmla="*/ 375322 w 1844463"/>
                <a:gd name="connsiteY30" fmla="*/ 1885666 h 1887562"/>
                <a:gd name="connsiteX31" fmla="*/ 94130 w 1844463"/>
                <a:gd name="connsiteY31" fmla="*/ 1756391 h 1887562"/>
                <a:gd name="connsiteX32" fmla="*/ 5024 w 1844463"/>
                <a:gd name="connsiteY32" fmla="*/ 1513908 h 1887562"/>
                <a:gd name="connsiteX33" fmla="*/ 57246 w 1844463"/>
                <a:gd name="connsiteY33" fmla="*/ 1155295 h 1887562"/>
                <a:gd name="connsiteX34" fmla="*/ 251889 w 1844463"/>
                <a:gd name="connsiteY34" fmla="*/ 778424 h 1887562"/>
                <a:gd name="connsiteX35" fmla="*/ 437038 w 1844463"/>
                <a:gd name="connsiteY35" fmla="*/ 486276 h 1887562"/>
                <a:gd name="connsiteX36" fmla="*/ 569236 w 1844463"/>
                <a:gd name="connsiteY36" fmla="*/ 168199 h 1887562"/>
                <a:gd name="connsiteX37" fmla="*/ 578320 w 1844463"/>
                <a:gd name="connsiteY37" fmla="*/ 44401 h 1887562"/>
                <a:gd name="connsiteX0" fmla="*/ 576044 w 1844463"/>
                <a:gd name="connsiteY0" fmla="*/ 131003 h 2018565"/>
                <a:gd name="connsiteX1" fmla="*/ 580940 w 1844463"/>
                <a:gd name="connsiteY1" fmla="*/ 0 h 2018565"/>
                <a:gd name="connsiteX2" fmla="*/ 664434 w 1844463"/>
                <a:gd name="connsiteY2" fmla="*/ 161811 h 2018565"/>
                <a:gd name="connsiteX3" fmla="*/ 623283 w 1844463"/>
                <a:gd name="connsiteY3" fmla="*/ 413870 h 2018565"/>
                <a:gd name="connsiteX4" fmla="*/ 462236 w 1844463"/>
                <a:gd name="connsiteY4" fmla="*/ 742538 h 2018565"/>
                <a:gd name="connsiteX5" fmla="*/ 282200 w 1844463"/>
                <a:gd name="connsiteY5" fmla="*/ 1015331 h 2018565"/>
                <a:gd name="connsiteX6" fmla="*/ 98511 w 1844463"/>
                <a:gd name="connsiteY6" fmla="*/ 1419591 h 2018565"/>
                <a:gd name="connsiteX7" fmla="*/ 112754 w 1844463"/>
                <a:gd name="connsiteY7" fmla="*/ 1729269 h 2018565"/>
                <a:gd name="connsiteX8" fmla="*/ 243490 w 1844463"/>
                <a:gd name="connsiteY8" fmla="*/ 1896888 h 2018565"/>
                <a:gd name="connsiteX9" fmla="*/ 450186 w 1844463"/>
                <a:gd name="connsiteY9" fmla="*/ 1902001 h 2018565"/>
                <a:gd name="connsiteX10" fmla="*/ 584573 w 1844463"/>
                <a:gd name="connsiteY10" fmla="*/ 1783681 h 2018565"/>
                <a:gd name="connsiteX11" fmla="*/ 723709 w 1844463"/>
                <a:gd name="connsiteY11" fmla="*/ 1619713 h 2018565"/>
                <a:gd name="connsiteX12" fmla="*/ 879278 w 1844463"/>
                <a:gd name="connsiteY12" fmla="*/ 1499932 h 2018565"/>
                <a:gd name="connsiteX13" fmla="*/ 1147690 w 1844463"/>
                <a:gd name="connsiteY13" fmla="*/ 1517461 h 2018565"/>
                <a:gd name="connsiteX14" fmla="*/ 1277330 w 1844463"/>
                <a:gd name="connsiteY14" fmla="*/ 1625556 h 2018565"/>
                <a:gd name="connsiteX15" fmla="*/ 1401129 w 1844463"/>
                <a:gd name="connsiteY15" fmla="*/ 1776012 h 2018565"/>
                <a:gd name="connsiteX16" fmla="*/ 1548663 w 1844463"/>
                <a:gd name="connsiteY16" fmla="*/ 1904192 h 2018565"/>
                <a:gd name="connsiteX17" fmla="*/ 1608188 w 1844463"/>
                <a:gd name="connsiteY17" fmla="*/ 1923912 h 2018565"/>
                <a:gd name="connsiteX18" fmla="*/ 1719935 w 1844463"/>
                <a:gd name="connsiteY18" fmla="*/ 1876073 h 2018565"/>
                <a:gd name="connsiteX19" fmla="*/ 1758645 w 1844463"/>
                <a:gd name="connsiteY19" fmla="*/ 1780029 h 2018565"/>
                <a:gd name="connsiteX20" fmla="*/ 1775809 w 1844463"/>
                <a:gd name="connsiteY20" fmla="*/ 1770169 h 2018565"/>
                <a:gd name="connsiteX21" fmla="*/ 1844463 w 1844463"/>
                <a:gd name="connsiteY21" fmla="*/ 1768708 h 2018565"/>
                <a:gd name="connsiteX22" fmla="*/ 1750611 w 1844463"/>
                <a:gd name="connsiteY22" fmla="*/ 1965544 h 2018565"/>
                <a:gd name="connsiteX23" fmla="*/ 1535516 w 1844463"/>
                <a:gd name="connsiteY23" fmla="*/ 1991471 h 2018565"/>
                <a:gd name="connsiteX24" fmla="*/ 1374469 w 1844463"/>
                <a:gd name="connsiteY24" fmla="*/ 1872421 h 2018565"/>
                <a:gd name="connsiteX25" fmla="*/ 1231317 w 1844463"/>
                <a:gd name="connsiteY25" fmla="*/ 1704436 h 2018565"/>
                <a:gd name="connsiteX26" fmla="*/ 1123222 w 1844463"/>
                <a:gd name="connsiteY26" fmla="*/ 1605836 h 2018565"/>
                <a:gd name="connsiteX27" fmla="*/ 864671 w 1844463"/>
                <a:gd name="connsiteY27" fmla="*/ 1617157 h 2018565"/>
                <a:gd name="connsiteX28" fmla="*/ 729187 w 1844463"/>
                <a:gd name="connsiteY28" fmla="*/ 1758848 h 2018565"/>
                <a:gd name="connsiteX29" fmla="*/ 597355 w 1844463"/>
                <a:gd name="connsiteY29" fmla="*/ 1908209 h 2018565"/>
                <a:gd name="connsiteX30" fmla="*/ 375322 w 1844463"/>
                <a:gd name="connsiteY30" fmla="*/ 2016669 h 2018565"/>
                <a:gd name="connsiteX31" fmla="*/ 94130 w 1844463"/>
                <a:gd name="connsiteY31" fmla="*/ 1887394 h 2018565"/>
                <a:gd name="connsiteX32" fmla="*/ 5024 w 1844463"/>
                <a:gd name="connsiteY32" fmla="*/ 1644911 h 2018565"/>
                <a:gd name="connsiteX33" fmla="*/ 57246 w 1844463"/>
                <a:gd name="connsiteY33" fmla="*/ 1286298 h 2018565"/>
                <a:gd name="connsiteX34" fmla="*/ 251889 w 1844463"/>
                <a:gd name="connsiteY34" fmla="*/ 909427 h 2018565"/>
                <a:gd name="connsiteX35" fmla="*/ 437038 w 1844463"/>
                <a:gd name="connsiteY35" fmla="*/ 617279 h 2018565"/>
                <a:gd name="connsiteX36" fmla="*/ 569236 w 1844463"/>
                <a:gd name="connsiteY36" fmla="*/ 299202 h 2018565"/>
                <a:gd name="connsiteX37" fmla="*/ 578320 w 1844463"/>
                <a:gd name="connsiteY37" fmla="*/ 175404 h 2018565"/>
                <a:gd name="connsiteX38" fmla="*/ 576044 w 1844463"/>
                <a:gd name="connsiteY38" fmla="*/ 131003 h 2018565"/>
                <a:gd name="connsiteX0" fmla="*/ 576044 w 1844463"/>
                <a:gd name="connsiteY0" fmla="*/ 117902 h 2005464"/>
                <a:gd name="connsiteX1" fmla="*/ 680502 w 1844463"/>
                <a:gd name="connsiteY1" fmla="*/ 0 h 2005464"/>
                <a:gd name="connsiteX2" fmla="*/ 664434 w 1844463"/>
                <a:gd name="connsiteY2" fmla="*/ 148710 h 2005464"/>
                <a:gd name="connsiteX3" fmla="*/ 623283 w 1844463"/>
                <a:gd name="connsiteY3" fmla="*/ 400769 h 2005464"/>
                <a:gd name="connsiteX4" fmla="*/ 462236 w 1844463"/>
                <a:gd name="connsiteY4" fmla="*/ 729437 h 2005464"/>
                <a:gd name="connsiteX5" fmla="*/ 282200 w 1844463"/>
                <a:gd name="connsiteY5" fmla="*/ 1002230 h 2005464"/>
                <a:gd name="connsiteX6" fmla="*/ 98511 w 1844463"/>
                <a:gd name="connsiteY6" fmla="*/ 1406490 h 2005464"/>
                <a:gd name="connsiteX7" fmla="*/ 112754 w 1844463"/>
                <a:gd name="connsiteY7" fmla="*/ 1716168 h 2005464"/>
                <a:gd name="connsiteX8" fmla="*/ 243490 w 1844463"/>
                <a:gd name="connsiteY8" fmla="*/ 1883787 h 2005464"/>
                <a:gd name="connsiteX9" fmla="*/ 450186 w 1844463"/>
                <a:gd name="connsiteY9" fmla="*/ 1888900 h 2005464"/>
                <a:gd name="connsiteX10" fmla="*/ 584573 w 1844463"/>
                <a:gd name="connsiteY10" fmla="*/ 1770580 h 2005464"/>
                <a:gd name="connsiteX11" fmla="*/ 723709 w 1844463"/>
                <a:gd name="connsiteY11" fmla="*/ 1606612 h 2005464"/>
                <a:gd name="connsiteX12" fmla="*/ 879278 w 1844463"/>
                <a:gd name="connsiteY12" fmla="*/ 1486831 h 2005464"/>
                <a:gd name="connsiteX13" fmla="*/ 1147690 w 1844463"/>
                <a:gd name="connsiteY13" fmla="*/ 1504360 h 2005464"/>
                <a:gd name="connsiteX14" fmla="*/ 1277330 w 1844463"/>
                <a:gd name="connsiteY14" fmla="*/ 1612455 h 2005464"/>
                <a:gd name="connsiteX15" fmla="*/ 1401129 w 1844463"/>
                <a:gd name="connsiteY15" fmla="*/ 1762911 h 2005464"/>
                <a:gd name="connsiteX16" fmla="*/ 1548663 w 1844463"/>
                <a:gd name="connsiteY16" fmla="*/ 1891091 h 2005464"/>
                <a:gd name="connsiteX17" fmla="*/ 1608188 w 1844463"/>
                <a:gd name="connsiteY17" fmla="*/ 1910811 h 2005464"/>
                <a:gd name="connsiteX18" fmla="*/ 1719935 w 1844463"/>
                <a:gd name="connsiteY18" fmla="*/ 1862972 h 2005464"/>
                <a:gd name="connsiteX19" fmla="*/ 1758645 w 1844463"/>
                <a:gd name="connsiteY19" fmla="*/ 1766928 h 2005464"/>
                <a:gd name="connsiteX20" fmla="*/ 1775809 w 1844463"/>
                <a:gd name="connsiteY20" fmla="*/ 1757068 h 2005464"/>
                <a:gd name="connsiteX21" fmla="*/ 1844463 w 1844463"/>
                <a:gd name="connsiteY21" fmla="*/ 1755607 h 2005464"/>
                <a:gd name="connsiteX22" fmla="*/ 1750611 w 1844463"/>
                <a:gd name="connsiteY22" fmla="*/ 1952443 h 2005464"/>
                <a:gd name="connsiteX23" fmla="*/ 1535516 w 1844463"/>
                <a:gd name="connsiteY23" fmla="*/ 1978370 h 2005464"/>
                <a:gd name="connsiteX24" fmla="*/ 1374469 w 1844463"/>
                <a:gd name="connsiteY24" fmla="*/ 1859320 h 2005464"/>
                <a:gd name="connsiteX25" fmla="*/ 1231317 w 1844463"/>
                <a:gd name="connsiteY25" fmla="*/ 1691335 h 2005464"/>
                <a:gd name="connsiteX26" fmla="*/ 1123222 w 1844463"/>
                <a:gd name="connsiteY26" fmla="*/ 1592735 h 2005464"/>
                <a:gd name="connsiteX27" fmla="*/ 864671 w 1844463"/>
                <a:gd name="connsiteY27" fmla="*/ 1604056 h 2005464"/>
                <a:gd name="connsiteX28" fmla="*/ 729187 w 1844463"/>
                <a:gd name="connsiteY28" fmla="*/ 1745747 h 2005464"/>
                <a:gd name="connsiteX29" fmla="*/ 597355 w 1844463"/>
                <a:gd name="connsiteY29" fmla="*/ 1895108 h 2005464"/>
                <a:gd name="connsiteX30" fmla="*/ 375322 w 1844463"/>
                <a:gd name="connsiteY30" fmla="*/ 2003568 h 2005464"/>
                <a:gd name="connsiteX31" fmla="*/ 94130 w 1844463"/>
                <a:gd name="connsiteY31" fmla="*/ 1874293 h 2005464"/>
                <a:gd name="connsiteX32" fmla="*/ 5024 w 1844463"/>
                <a:gd name="connsiteY32" fmla="*/ 1631810 h 2005464"/>
                <a:gd name="connsiteX33" fmla="*/ 57246 w 1844463"/>
                <a:gd name="connsiteY33" fmla="*/ 1273197 h 2005464"/>
                <a:gd name="connsiteX34" fmla="*/ 251889 w 1844463"/>
                <a:gd name="connsiteY34" fmla="*/ 896326 h 2005464"/>
                <a:gd name="connsiteX35" fmla="*/ 437038 w 1844463"/>
                <a:gd name="connsiteY35" fmla="*/ 604178 h 2005464"/>
                <a:gd name="connsiteX36" fmla="*/ 569236 w 1844463"/>
                <a:gd name="connsiteY36" fmla="*/ 286101 h 2005464"/>
                <a:gd name="connsiteX37" fmla="*/ 578320 w 1844463"/>
                <a:gd name="connsiteY37" fmla="*/ 162303 h 2005464"/>
                <a:gd name="connsiteX38" fmla="*/ 576044 w 1844463"/>
                <a:gd name="connsiteY38" fmla="*/ 117902 h 2005464"/>
                <a:gd name="connsiteX0" fmla="*/ 576044 w 1844463"/>
                <a:gd name="connsiteY0" fmla="*/ 138862 h 2026424"/>
                <a:gd name="connsiteX1" fmla="*/ 580940 w 1844463"/>
                <a:gd name="connsiteY1" fmla="*/ 0 h 2026424"/>
                <a:gd name="connsiteX2" fmla="*/ 664434 w 1844463"/>
                <a:gd name="connsiteY2" fmla="*/ 169670 h 2026424"/>
                <a:gd name="connsiteX3" fmla="*/ 623283 w 1844463"/>
                <a:gd name="connsiteY3" fmla="*/ 421729 h 2026424"/>
                <a:gd name="connsiteX4" fmla="*/ 462236 w 1844463"/>
                <a:gd name="connsiteY4" fmla="*/ 750397 h 2026424"/>
                <a:gd name="connsiteX5" fmla="*/ 282200 w 1844463"/>
                <a:gd name="connsiteY5" fmla="*/ 1023190 h 2026424"/>
                <a:gd name="connsiteX6" fmla="*/ 98511 w 1844463"/>
                <a:gd name="connsiteY6" fmla="*/ 1427450 h 2026424"/>
                <a:gd name="connsiteX7" fmla="*/ 112754 w 1844463"/>
                <a:gd name="connsiteY7" fmla="*/ 1737128 h 2026424"/>
                <a:gd name="connsiteX8" fmla="*/ 243490 w 1844463"/>
                <a:gd name="connsiteY8" fmla="*/ 1904747 h 2026424"/>
                <a:gd name="connsiteX9" fmla="*/ 450186 w 1844463"/>
                <a:gd name="connsiteY9" fmla="*/ 1909860 h 2026424"/>
                <a:gd name="connsiteX10" fmla="*/ 584573 w 1844463"/>
                <a:gd name="connsiteY10" fmla="*/ 1791540 h 2026424"/>
                <a:gd name="connsiteX11" fmla="*/ 723709 w 1844463"/>
                <a:gd name="connsiteY11" fmla="*/ 1627572 h 2026424"/>
                <a:gd name="connsiteX12" fmla="*/ 879278 w 1844463"/>
                <a:gd name="connsiteY12" fmla="*/ 1507791 h 2026424"/>
                <a:gd name="connsiteX13" fmla="*/ 1147690 w 1844463"/>
                <a:gd name="connsiteY13" fmla="*/ 1525320 h 2026424"/>
                <a:gd name="connsiteX14" fmla="*/ 1277330 w 1844463"/>
                <a:gd name="connsiteY14" fmla="*/ 1633415 h 2026424"/>
                <a:gd name="connsiteX15" fmla="*/ 1401129 w 1844463"/>
                <a:gd name="connsiteY15" fmla="*/ 1783871 h 2026424"/>
                <a:gd name="connsiteX16" fmla="*/ 1548663 w 1844463"/>
                <a:gd name="connsiteY16" fmla="*/ 1912051 h 2026424"/>
                <a:gd name="connsiteX17" fmla="*/ 1608188 w 1844463"/>
                <a:gd name="connsiteY17" fmla="*/ 1931771 h 2026424"/>
                <a:gd name="connsiteX18" fmla="*/ 1719935 w 1844463"/>
                <a:gd name="connsiteY18" fmla="*/ 1883932 h 2026424"/>
                <a:gd name="connsiteX19" fmla="*/ 1758645 w 1844463"/>
                <a:gd name="connsiteY19" fmla="*/ 1787888 h 2026424"/>
                <a:gd name="connsiteX20" fmla="*/ 1775809 w 1844463"/>
                <a:gd name="connsiteY20" fmla="*/ 1778028 h 2026424"/>
                <a:gd name="connsiteX21" fmla="*/ 1844463 w 1844463"/>
                <a:gd name="connsiteY21" fmla="*/ 1776567 h 2026424"/>
                <a:gd name="connsiteX22" fmla="*/ 1750611 w 1844463"/>
                <a:gd name="connsiteY22" fmla="*/ 1973403 h 2026424"/>
                <a:gd name="connsiteX23" fmla="*/ 1535516 w 1844463"/>
                <a:gd name="connsiteY23" fmla="*/ 1999330 h 2026424"/>
                <a:gd name="connsiteX24" fmla="*/ 1374469 w 1844463"/>
                <a:gd name="connsiteY24" fmla="*/ 1880280 h 2026424"/>
                <a:gd name="connsiteX25" fmla="*/ 1231317 w 1844463"/>
                <a:gd name="connsiteY25" fmla="*/ 1712295 h 2026424"/>
                <a:gd name="connsiteX26" fmla="*/ 1123222 w 1844463"/>
                <a:gd name="connsiteY26" fmla="*/ 1613695 h 2026424"/>
                <a:gd name="connsiteX27" fmla="*/ 864671 w 1844463"/>
                <a:gd name="connsiteY27" fmla="*/ 1625016 h 2026424"/>
                <a:gd name="connsiteX28" fmla="*/ 729187 w 1844463"/>
                <a:gd name="connsiteY28" fmla="*/ 1766707 h 2026424"/>
                <a:gd name="connsiteX29" fmla="*/ 597355 w 1844463"/>
                <a:gd name="connsiteY29" fmla="*/ 1916068 h 2026424"/>
                <a:gd name="connsiteX30" fmla="*/ 375322 w 1844463"/>
                <a:gd name="connsiteY30" fmla="*/ 2024528 h 2026424"/>
                <a:gd name="connsiteX31" fmla="*/ 94130 w 1844463"/>
                <a:gd name="connsiteY31" fmla="*/ 1895253 h 2026424"/>
                <a:gd name="connsiteX32" fmla="*/ 5024 w 1844463"/>
                <a:gd name="connsiteY32" fmla="*/ 1652770 h 2026424"/>
                <a:gd name="connsiteX33" fmla="*/ 57246 w 1844463"/>
                <a:gd name="connsiteY33" fmla="*/ 1294157 h 2026424"/>
                <a:gd name="connsiteX34" fmla="*/ 251889 w 1844463"/>
                <a:gd name="connsiteY34" fmla="*/ 917286 h 2026424"/>
                <a:gd name="connsiteX35" fmla="*/ 437038 w 1844463"/>
                <a:gd name="connsiteY35" fmla="*/ 625138 h 2026424"/>
                <a:gd name="connsiteX36" fmla="*/ 569236 w 1844463"/>
                <a:gd name="connsiteY36" fmla="*/ 307061 h 2026424"/>
                <a:gd name="connsiteX37" fmla="*/ 578320 w 1844463"/>
                <a:gd name="connsiteY37" fmla="*/ 183263 h 2026424"/>
                <a:gd name="connsiteX38" fmla="*/ 576044 w 1844463"/>
                <a:gd name="connsiteY38" fmla="*/ 138862 h 2026424"/>
                <a:gd name="connsiteX0" fmla="*/ 576044 w 1844463"/>
                <a:gd name="connsiteY0" fmla="*/ 138862 h 2026424"/>
                <a:gd name="connsiteX1" fmla="*/ 580940 w 1844463"/>
                <a:gd name="connsiteY1" fmla="*/ 0 h 2026424"/>
                <a:gd name="connsiteX2" fmla="*/ 664434 w 1844463"/>
                <a:gd name="connsiteY2" fmla="*/ 169670 h 2026424"/>
                <a:gd name="connsiteX3" fmla="*/ 623283 w 1844463"/>
                <a:gd name="connsiteY3" fmla="*/ 421729 h 2026424"/>
                <a:gd name="connsiteX4" fmla="*/ 462236 w 1844463"/>
                <a:gd name="connsiteY4" fmla="*/ 750397 h 2026424"/>
                <a:gd name="connsiteX5" fmla="*/ 282200 w 1844463"/>
                <a:gd name="connsiteY5" fmla="*/ 1023190 h 2026424"/>
                <a:gd name="connsiteX6" fmla="*/ 98511 w 1844463"/>
                <a:gd name="connsiteY6" fmla="*/ 1427450 h 2026424"/>
                <a:gd name="connsiteX7" fmla="*/ 112754 w 1844463"/>
                <a:gd name="connsiteY7" fmla="*/ 1737128 h 2026424"/>
                <a:gd name="connsiteX8" fmla="*/ 243490 w 1844463"/>
                <a:gd name="connsiteY8" fmla="*/ 1904747 h 2026424"/>
                <a:gd name="connsiteX9" fmla="*/ 450186 w 1844463"/>
                <a:gd name="connsiteY9" fmla="*/ 1909860 h 2026424"/>
                <a:gd name="connsiteX10" fmla="*/ 584573 w 1844463"/>
                <a:gd name="connsiteY10" fmla="*/ 1791540 h 2026424"/>
                <a:gd name="connsiteX11" fmla="*/ 723709 w 1844463"/>
                <a:gd name="connsiteY11" fmla="*/ 1627572 h 2026424"/>
                <a:gd name="connsiteX12" fmla="*/ 879278 w 1844463"/>
                <a:gd name="connsiteY12" fmla="*/ 1507791 h 2026424"/>
                <a:gd name="connsiteX13" fmla="*/ 1147690 w 1844463"/>
                <a:gd name="connsiteY13" fmla="*/ 1525320 h 2026424"/>
                <a:gd name="connsiteX14" fmla="*/ 1277330 w 1844463"/>
                <a:gd name="connsiteY14" fmla="*/ 1633415 h 2026424"/>
                <a:gd name="connsiteX15" fmla="*/ 1401129 w 1844463"/>
                <a:gd name="connsiteY15" fmla="*/ 1783871 h 2026424"/>
                <a:gd name="connsiteX16" fmla="*/ 1548663 w 1844463"/>
                <a:gd name="connsiteY16" fmla="*/ 1912051 h 2026424"/>
                <a:gd name="connsiteX17" fmla="*/ 1608188 w 1844463"/>
                <a:gd name="connsiteY17" fmla="*/ 1931771 h 2026424"/>
                <a:gd name="connsiteX18" fmla="*/ 1719935 w 1844463"/>
                <a:gd name="connsiteY18" fmla="*/ 1883932 h 2026424"/>
                <a:gd name="connsiteX19" fmla="*/ 1758645 w 1844463"/>
                <a:gd name="connsiteY19" fmla="*/ 1787888 h 2026424"/>
                <a:gd name="connsiteX20" fmla="*/ 1775809 w 1844463"/>
                <a:gd name="connsiteY20" fmla="*/ 1778028 h 2026424"/>
                <a:gd name="connsiteX21" fmla="*/ 1844463 w 1844463"/>
                <a:gd name="connsiteY21" fmla="*/ 1776567 h 2026424"/>
                <a:gd name="connsiteX22" fmla="*/ 1750611 w 1844463"/>
                <a:gd name="connsiteY22" fmla="*/ 1973403 h 2026424"/>
                <a:gd name="connsiteX23" fmla="*/ 1535516 w 1844463"/>
                <a:gd name="connsiteY23" fmla="*/ 1999330 h 2026424"/>
                <a:gd name="connsiteX24" fmla="*/ 1374469 w 1844463"/>
                <a:gd name="connsiteY24" fmla="*/ 1880280 h 2026424"/>
                <a:gd name="connsiteX25" fmla="*/ 1231317 w 1844463"/>
                <a:gd name="connsiteY25" fmla="*/ 1712295 h 2026424"/>
                <a:gd name="connsiteX26" fmla="*/ 1123222 w 1844463"/>
                <a:gd name="connsiteY26" fmla="*/ 1613695 h 2026424"/>
                <a:gd name="connsiteX27" fmla="*/ 864671 w 1844463"/>
                <a:gd name="connsiteY27" fmla="*/ 1625016 h 2026424"/>
                <a:gd name="connsiteX28" fmla="*/ 729187 w 1844463"/>
                <a:gd name="connsiteY28" fmla="*/ 1766707 h 2026424"/>
                <a:gd name="connsiteX29" fmla="*/ 597355 w 1844463"/>
                <a:gd name="connsiteY29" fmla="*/ 1916068 h 2026424"/>
                <a:gd name="connsiteX30" fmla="*/ 375322 w 1844463"/>
                <a:gd name="connsiteY30" fmla="*/ 2024528 h 2026424"/>
                <a:gd name="connsiteX31" fmla="*/ 94130 w 1844463"/>
                <a:gd name="connsiteY31" fmla="*/ 1895253 h 2026424"/>
                <a:gd name="connsiteX32" fmla="*/ 5024 w 1844463"/>
                <a:gd name="connsiteY32" fmla="*/ 1652770 h 2026424"/>
                <a:gd name="connsiteX33" fmla="*/ 57246 w 1844463"/>
                <a:gd name="connsiteY33" fmla="*/ 1294157 h 2026424"/>
                <a:gd name="connsiteX34" fmla="*/ 251889 w 1844463"/>
                <a:gd name="connsiteY34" fmla="*/ 917286 h 2026424"/>
                <a:gd name="connsiteX35" fmla="*/ 437038 w 1844463"/>
                <a:gd name="connsiteY35" fmla="*/ 625138 h 2026424"/>
                <a:gd name="connsiteX36" fmla="*/ 569236 w 1844463"/>
                <a:gd name="connsiteY36" fmla="*/ 307061 h 2026424"/>
                <a:gd name="connsiteX37" fmla="*/ 578320 w 1844463"/>
                <a:gd name="connsiteY37" fmla="*/ 183263 h 2026424"/>
                <a:gd name="connsiteX38" fmla="*/ 576044 w 1844463"/>
                <a:gd name="connsiteY38" fmla="*/ 138862 h 2026424"/>
                <a:gd name="connsiteX0" fmla="*/ 576044 w 1844463"/>
                <a:gd name="connsiteY0" fmla="*/ 161722 h 2049284"/>
                <a:gd name="connsiteX1" fmla="*/ 492766 w 1844463"/>
                <a:gd name="connsiteY1" fmla="*/ 0 h 2049284"/>
                <a:gd name="connsiteX2" fmla="*/ 664434 w 1844463"/>
                <a:gd name="connsiteY2" fmla="*/ 192530 h 2049284"/>
                <a:gd name="connsiteX3" fmla="*/ 623283 w 1844463"/>
                <a:gd name="connsiteY3" fmla="*/ 444589 h 2049284"/>
                <a:gd name="connsiteX4" fmla="*/ 462236 w 1844463"/>
                <a:gd name="connsiteY4" fmla="*/ 773257 h 2049284"/>
                <a:gd name="connsiteX5" fmla="*/ 282200 w 1844463"/>
                <a:gd name="connsiteY5" fmla="*/ 1046050 h 2049284"/>
                <a:gd name="connsiteX6" fmla="*/ 98511 w 1844463"/>
                <a:gd name="connsiteY6" fmla="*/ 1450310 h 2049284"/>
                <a:gd name="connsiteX7" fmla="*/ 112754 w 1844463"/>
                <a:gd name="connsiteY7" fmla="*/ 1759988 h 2049284"/>
                <a:gd name="connsiteX8" fmla="*/ 243490 w 1844463"/>
                <a:gd name="connsiteY8" fmla="*/ 1927607 h 2049284"/>
                <a:gd name="connsiteX9" fmla="*/ 450186 w 1844463"/>
                <a:gd name="connsiteY9" fmla="*/ 1932720 h 2049284"/>
                <a:gd name="connsiteX10" fmla="*/ 584573 w 1844463"/>
                <a:gd name="connsiteY10" fmla="*/ 1814400 h 2049284"/>
                <a:gd name="connsiteX11" fmla="*/ 723709 w 1844463"/>
                <a:gd name="connsiteY11" fmla="*/ 1650432 h 2049284"/>
                <a:gd name="connsiteX12" fmla="*/ 879278 w 1844463"/>
                <a:gd name="connsiteY12" fmla="*/ 1530651 h 2049284"/>
                <a:gd name="connsiteX13" fmla="*/ 1147690 w 1844463"/>
                <a:gd name="connsiteY13" fmla="*/ 1548180 h 2049284"/>
                <a:gd name="connsiteX14" fmla="*/ 1277330 w 1844463"/>
                <a:gd name="connsiteY14" fmla="*/ 1656275 h 2049284"/>
                <a:gd name="connsiteX15" fmla="*/ 1401129 w 1844463"/>
                <a:gd name="connsiteY15" fmla="*/ 1806731 h 2049284"/>
                <a:gd name="connsiteX16" fmla="*/ 1548663 w 1844463"/>
                <a:gd name="connsiteY16" fmla="*/ 1934911 h 2049284"/>
                <a:gd name="connsiteX17" fmla="*/ 1608188 w 1844463"/>
                <a:gd name="connsiteY17" fmla="*/ 1954631 h 2049284"/>
                <a:gd name="connsiteX18" fmla="*/ 1719935 w 1844463"/>
                <a:gd name="connsiteY18" fmla="*/ 1906792 h 2049284"/>
                <a:gd name="connsiteX19" fmla="*/ 1758645 w 1844463"/>
                <a:gd name="connsiteY19" fmla="*/ 1810748 h 2049284"/>
                <a:gd name="connsiteX20" fmla="*/ 1775809 w 1844463"/>
                <a:gd name="connsiteY20" fmla="*/ 1800888 h 2049284"/>
                <a:gd name="connsiteX21" fmla="*/ 1844463 w 1844463"/>
                <a:gd name="connsiteY21" fmla="*/ 1799427 h 2049284"/>
                <a:gd name="connsiteX22" fmla="*/ 1750611 w 1844463"/>
                <a:gd name="connsiteY22" fmla="*/ 1996263 h 2049284"/>
                <a:gd name="connsiteX23" fmla="*/ 1535516 w 1844463"/>
                <a:gd name="connsiteY23" fmla="*/ 2022190 h 2049284"/>
                <a:gd name="connsiteX24" fmla="*/ 1374469 w 1844463"/>
                <a:gd name="connsiteY24" fmla="*/ 1903140 h 2049284"/>
                <a:gd name="connsiteX25" fmla="*/ 1231317 w 1844463"/>
                <a:gd name="connsiteY25" fmla="*/ 1735155 h 2049284"/>
                <a:gd name="connsiteX26" fmla="*/ 1123222 w 1844463"/>
                <a:gd name="connsiteY26" fmla="*/ 1636555 h 2049284"/>
                <a:gd name="connsiteX27" fmla="*/ 864671 w 1844463"/>
                <a:gd name="connsiteY27" fmla="*/ 1647876 h 2049284"/>
                <a:gd name="connsiteX28" fmla="*/ 729187 w 1844463"/>
                <a:gd name="connsiteY28" fmla="*/ 1789567 h 2049284"/>
                <a:gd name="connsiteX29" fmla="*/ 597355 w 1844463"/>
                <a:gd name="connsiteY29" fmla="*/ 1938928 h 2049284"/>
                <a:gd name="connsiteX30" fmla="*/ 375322 w 1844463"/>
                <a:gd name="connsiteY30" fmla="*/ 2047388 h 2049284"/>
                <a:gd name="connsiteX31" fmla="*/ 94130 w 1844463"/>
                <a:gd name="connsiteY31" fmla="*/ 1918113 h 2049284"/>
                <a:gd name="connsiteX32" fmla="*/ 5024 w 1844463"/>
                <a:gd name="connsiteY32" fmla="*/ 1675630 h 2049284"/>
                <a:gd name="connsiteX33" fmla="*/ 57246 w 1844463"/>
                <a:gd name="connsiteY33" fmla="*/ 1317017 h 2049284"/>
                <a:gd name="connsiteX34" fmla="*/ 251889 w 1844463"/>
                <a:gd name="connsiteY34" fmla="*/ 940146 h 2049284"/>
                <a:gd name="connsiteX35" fmla="*/ 437038 w 1844463"/>
                <a:gd name="connsiteY35" fmla="*/ 647998 h 2049284"/>
                <a:gd name="connsiteX36" fmla="*/ 569236 w 1844463"/>
                <a:gd name="connsiteY36" fmla="*/ 329921 h 2049284"/>
                <a:gd name="connsiteX37" fmla="*/ 578320 w 1844463"/>
                <a:gd name="connsiteY37" fmla="*/ 206123 h 2049284"/>
                <a:gd name="connsiteX38" fmla="*/ 576044 w 1844463"/>
                <a:gd name="connsiteY38" fmla="*/ 161722 h 2049284"/>
                <a:gd name="connsiteX0" fmla="*/ 576044 w 1844463"/>
                <a:gd name="connsiteY0" fmla="*/ 161724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76044 w 1844463"/>
                <a:gd name="connsiteY38" fmla="*/ 161724 h 2049286"/>
                <a:gd name="connsiteX0" fmla="*/ 576044 w 1844463"/>
                <a:gd name="connsiteY0" fmla="*/ 161724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76044 w 1844463"/>
                <a:gd name="connsiteY38" fmla="*/ 161724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494402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494402 w 1844463"/>
                <a:gd name="connsiteY38" fmla="*/ 119270 h 2049286"/>
                <a:gd name="connsiteX0" fmla="*/ 494402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494402 w 1844463"/>
                <a:gd name="connsiteY38" fmla="*/ 119270 h 2049286"/>
                <a:gd name="connsiteX0" fmla="*/ 500933 w 1844463"/>
                <a:gd name="connsiteY0" fmla="*/ 99676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0933 w 1844463"/>
                <a:gd name="connsiteY38" fmla="*/ 99676 h 2049286"/>
                <a:gd name="connsiteX0" fmla="*/ 500933 w 1844463"/>
                <a:gd name="connsiteY0" fmla="*/ 99676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0933 w 1844463"/>
                <a:gd name="connsiteY38" fmla="*/ 99676 h 2049286"/>
                <a:gd name="connsiteX0" fmla="*/ 500933 w 1844463"/>
                <a:gd name="connsiteY0" fmla="*/ 99677 h 2049287"/>
                <a:gd name="connsiteX1" fmla="*/ 492766 w 1844463"/>
                <a:gd name="connsiteY1" fmla="*/ 3 h 2049287"/>
                <a:gd name="connsiteX2" fmla="*/ 664434 w 1844463"/>
                <a:gd name="connsiteY2" fmla="*/ 192533 h 2049287"/>
                <a:gd name="connsiteX3" fmla="*/ 623283 w 1844463"/>
                <a:gd name="connsiteY3" fmla="*/ 444592 h 2049287"/>
                <a:gd name="connsiteX4" fmla="*/ 462236 w 1844463"/>
                <a:gd name="connsiteY4" fmla="*/ 773260 h 2049287"/>
                <a:gd name="connsiteX5" fmla="*/ 282200 w 1844463"/>
                <a:gd name="connsiteY5" fmla="*/ 1046053 h 2049287"/>
                <a:gd name="connsiteX6" fmla="*/ 98511 w 1844463"/>
                <a:gd name="connsiteY6" fmla="*/ 1450313 h 2049287"/>
                <a:gd name="connsiteX7" fmla="*/ 112754 w 1844463"/>
                <a:gd name="connsiteY7" fmla="*/ 1759991 h 2049287"/>
                <a:gd name="connsiteX8" fmla="*/ 243490 w 1844463"/>
                <a:gd name="connsiteY8" fmla="*/ 1927610 h 2049287"/>
                <a:gd name="connsiteX9" fmla="*/ 450186 w 1844463"/>
                <a:gd name="connsiteY9" fmla="*/ 1932723 h 2049287"/>
                <a:gd name="connsiteX10" fmla="*/ 584573 w 1844463"/>
                <a:gd name="connsiteY10" fmla="*/ 1814403 h 2049287"/>
                <a:gd name="connsiteX11" fmla="*/ 723709 w 1844463"/>
                <a:gd name="connsiteY11" fmla="*/ 1650435 h 2049287"/>
                <a:gd name="connsiteX12" fmla="*/ 879278 w 1844463"/>
                <a:gd name="connsiteY12" fmla="*/ 1530654 h 2049287"/>
                <a:gd name="connsiteX13" fmla="*/ 1147690 w 1844463"/>
                <a:gd name="connsiteY13" fmla="*/ 1548183 h 2049287"/>
                <a:gd name="connsiteX14" fmla="*/ 1277330 w 1844463"/>
                <a:gd name="connsiteY14" fmla="*/ 1656278 h 2049287"/>
                <a:gd name="connsiteX15" fmla="*/ 1401129 w 1844463"/>
                <a:gd name="connsiteY15" fmla="*/ 1806734 h 2049287"/>
                <a:gd name="connsiteX16" fmla="*/ 1548663 w 1844463"/>
                <a:gd name="connsiteY16" fmla="*/ 1934914 h 2049287"/>
                <a:gd name="connsiteX17" fmla="*/ 1608188 w 1844463"/>
                <a:gd name="connsiteY17" fmla="*/ 1954634 h 2049287"/>
                <a:gd name="connsiteX18" fmla="*/ 1719935 w 1844463"/>
                <a:gd name="connsiteY18" fmla="*/ 1906795 h 2049287"/>
                <a:gd name="connsiteX19" fmla="*/ 1758645 w 1844463"/>
                <a:gd name="connsiteY19" fmla="*/ 1810751 h 2049287"/>
                <a:gd name="connsiteX20" fmla="*/ 1775809 w 1844463"/>
                <a:gd name="connsiteY20" fmla="*/ 1800891 h 2049287"/>
                <a:gd name="connsiteX21" fmla="*/ 1844463 w 1844463"/>
                <a:gd name="connsiteY21" fmla="*/ 1799430 h 2049287"/>
                <a:gd name="connsiteX22" fmla="*/ 1750611 w 1844463"/>
                <a:gd name="connsiteY22" fmla="*/ 1996266 h 2049287"/>
                <a:gd name="connsiteX23" fmla="*/ 1535516 w 1844463"/>
                <a:gd name="connsiteY23" fmla="*/ 2022193 h 2049287"/>
                <a:gd name="connsiteX24" fmla="*/ 1374469 w 1844463"/>
                <a:gd name="connsiteY24" fmla="*/ 1903143 h 2049287"/>
                <a:gd name="connsiteX25" fmla="*/ 1231317 w 1844463"/>
                <a:gd name="connsiteY25" fmla="*/ 1735158 h 2049287"/>
                <a:gd name="connsiteX26" fmla="*/ 1123222 w 1844463"/>
                <a:gd name="connsiteY26" fmla="*/ 1636558 h 2049287"/>
                <a:gd name="connsiteX27" fmla="*/ 864671 w 1844463"/>
                <a:gd name="connsiteY27" fmla="*/ 1647879 h 2049287"/>
                <a:gd name="connsiteX28" fmla="*/ 729187 w 1844463"/>
                <a:gd name="connsiteY28" fmla="*/ 1789570 h 2049287"/>
                <a:gd name="connsiteX29" fmla="*/ 597355 w 1844463"/>
                <a:gd name="connsiteY29" fmla="*/ 1938931 h 2049287"/>
                <a:gd name="connsiteX30" fmla="*/ 375322 w 1844463"/>
                <a:gd name="connsiteY30" fmla="*/ 2047391 h 2049287"/>
                <a:gd name="connsiteX31" fmla="*/ 94130 w 1844463"/>
                <a:gd name="connsiteY31" fmla="*/ 1918116 h 2049287"/>
                <a:gd name="connsiteX32" fmla="*/ 5024 w 1844463"/>
                <a:gd name="connsiteY32" fmla="*/ 1675633 h 2049287"/>
                <a:gd name="connsiteX33" fmla="*/ 57246 w 1844463"/>
                <a:gd name="connsiteY33" fmla="*/ 1317020 h 2049287"/>
                <a:gd name="connsiteX34" fmla="*/ 251889 w 1844463"/>
                <a:gd name="connsiteY34" fmla="*/ 940149 h 2049287"/>
                <a:gd name="connsiteX35" fmla="*/ 437038 w 1844463"/>
                <a:gd name="connsiteY35" fmla="*/ 648001 h 2049287"/>
                <a:gd name="connsiteX36" fmla="*/ 569236 w 1844463"/>
                <a:gd name="connsiteY36" fmla="*/ 329924 h 2049287"/>
                <a:gd name="connsiteX37" fmla="*/ 578320 w 1844463"/>
                <a:gd name="connsiteY37" fmla="*/ 206126 h 2049287"/>
                <a:gd name="connsiteX38" fmla="*/ 500933 w 1844463"/>
                <a:gd name="connsiteY38" fmla="*/ 99677 h 2049287"/>
                <a:gd name="connsiteX0" fmla="*/ 494402 w 1844463"/>
                <a:gd name="connsiteY0" fmla="*/ 89880 h 2049287"/>
                <a:gd name="connsiteX1" fmla="*/ 492766 w 1844463"/>
                <a:gd name="connsiteY1" fmla="*/ 3 h 2049287"/>
                <a:gd name="connsiteX2" fmla="*/ 664434 w 1844463"/>
                <a:gd name="connsiteY2" fmla="*/ 192533 h 2049287"/>
                <a:gd name="connsiteX3" fmla="*/ 623283 w 1844463"/>
                <a:gd name="connsiteY3" fmla="*/ 444592 h 2049287"/>
                <a:gd name="connsiteX4" fmla="*/ 462236 w 1844463"/>
                <a:gd name="connsiteY4" fmla="*/ 773260 h 2049287"/>
                <a:gd name="connsiteX5" fmla="*/ 282200 w 1844463"/>
                <a:gd name="connsiteY5" fmla="*/ 1046053 h 2049287"/>
                <a:gd name="connsiteX6" fmla="*/ 98511 w 1844463"/>
                <a:gd name="connsiteY6" fmla="*/ 1450313 h 2049287"/>
                <a:gd name="connsiteX7" fmla="*/ 112754 w 1844463"/>
                <a:gd name="connsiteY7" fmla="*/ 1759991 h 2049287"/>
                <a:gd name="connsiteX8" fmla="*/ 243490 w 1844463"/>
                <a:gd name="connsiteY8" fmla="*/ 1927610 h 2049287"/>
                <a:gd name="connsiteX9" fmla="*/ 450186 w 1844463"/>
                <a:gd name="connsiteY9" fmla="*/ 1932723 h 2049287"/>
                <a:gd name="connsiteX10" fmla="*/ 584573 w 1844463"/>
                <a:gd name="connsiteY10" fmla="*/ 1814403 h 2049287"/>
                <a:gd name="connsiteX11" fmla="*/ 723709 w 1844463"/>
                <a:gd name="connsiteY11" fmla="*/ 1650435 h 2049287"/>
                <a:gd name="connsiteX12" fmla="*/ 879278 w 1844463"/>
                <a:gd name="connsiteY12" fmla="*/ 1530654 h 2049287"/>
                <a:gd name="connsiteX13" fmla="*/ 1147690 w 1844463"/>
                <a:gd name="connsiteY13" fmla="*/ 1548183 h 2049287"/>
                <a:gd name="connsiteX14" fmla="*/ 1277330 w 1844463"/>
                <a:gd name="connsiteY14" fmla="*/ 1656278 h 2049287"/>
                <a:gd name="connsiteX15" fmla="*/ 1401129 w 1844463"/>
                <a:gd name="connsiteY15" fmla="*/ 1806734 h 2049287"/>
                <a:gd name="connsiteX16" fmla="*/ 1548663 w 1844463"/>
                <a:gd name="connsiteY16" fmla="*/ 1934914 h 2049287"/>
                <a:gd name="connsiteX17" fmla="*/ 1608188 w 1844463"/>
                <a:gd name="connsiteY17" fmla="*/ 1954634 h 2049287"/>
                <a:gd name="connsiteX18" fmla="*/ 1719935 w 1844463"/>
                <a:gd name="connsiteY18" fmla="*/ 1906795 h 2049287"/>
                <a:gd name="connsiteX19" fmla="*/ 1758645 w 1844463"/>
                <a:gd name="connsiteY19" fmla="*/ 1810751 h 2049287"/>
                <a:gd name="connsiteX20" fmla="*/ 1775809 w 1844463"/>
                <a:gd name="connsiteY20" fmla="*/ 1800891 h 2049287"/>
                <a:gd name="connsiteX21" fmla="*/ 1844463 w 1844463"/>
                <a:gd name="connsiteY21" fmla="*/ 1799430 h 2049287"/>
                <a:gd name="connsiteX22" fmla="*/ 1750611 w 1844463"/>
                <a:gd name="connsiteY22" fmla="*/ 1996266 h 2049287"/>
                <a:gd name="connsiteX23" fmla="*/ 1535516 w 1844463"/>
                <a:gd name="connsiteY23" fmla="*/ 2022193 h 2049287"/>
                <a:gd name="connsiteX24" fmla="*/ 1374469 w 1844463"/>
                <a:gd name="connsiteY24" fmla="*/ 1903143 h 2049287"/>
                <a:gd name="connsiteX25" fmla="*/ 1231317 w 1844463"/>
                <a:gd name="connsiteY25" fmla="*/ 1735158 h 2049287"/>
                <a:gd name="connsiteX26" fmla="*/ 1123222 w 1844463"/>
                <a:gd name="connsiteY26" fmla="*/ 1636558 h 2049287"/>
                <a:gd name="connsiteX27" fmla="*/ 864671 w 1844463"/>
                <a:gd name="connsiteY27" fmla="*/ 1647879 h 2049287"/>
                <a:gd name="connsiteX28" fmla="*/ 729187 w 1844463"/>
                <a:gd name="connsiteY28" fmla="*/ 1789570 h 2049287"/>
                <a:gd name="connsiteX29" fmla="*/ 597355 w 1844463"/>
                <a:gd name="connsiteY29" fmla="*/ 1938931 h 2049287"/>
                <a:gd name="connsiteX30" fmla="*/ 375322 w 1844463"/>
                <a:gd name="connsiteY30" fmla="*/ 2047391 h 2049287"/>
                <a:gd name="connsiteX31" fmla="*/ 94130 w 1844463"/>
                <a:gd name="connsiteY31" fmla="*/ 1918116 h 2049287"/>
                <a:gd name="connsiteX32" fmla="*/ 5024 w 1844463"/>
                <a:gd name="connsiteY32" fmla="*/ 1675633 h 2049287"/>
                <a:gd name="connsiteX33" fmla="*/ 57246 w 1844463"/>
                <a:gd name="connsiteY33" fmla="*/ 1317020 h 2049287"/>
                <a:gd name="connsiteX34" fmla="*/ 251889 w 1844463"/>
                <a:gd name="connsiteY34" fmla="*/ 940149 h 2049287"/>
                <a:gd name="connsiteX35" fmla="*/ 437038 w 1844463"/>
                <a:gd name="connsiteY35" fmla="*/ 648001 h 2049287"/>
                <a:gd name="connsiteX36" fmla="*/ 569236 w 1844463"/>
                <a:gd name="connsiteY36" fmla="*/ 329924 h 2049287"/>
                <a:gd name="connsiteX37" fmla="*/ 578320 w 1844463"/>
                <a:gd name="connsiteY37" fmla="*/ 206126 h 2049287"/>
                <a:gd name="connsiteX38" fmla="*/ 494402 w 1844463"/>
                <a:gd name="connsiteY38" fmla="*/ 89880 h 2049287"/>
                <a:gd name="connsiteX0" fmla="*/ 1124964 w 2475025"/>
                <a:gd name="connsiteY0" fmla="*/ 252679 h 2212086"/>
                <a:gd name="connsiteX1" fmla="*/ 0 w 2475025"/>
                <a:gd name="connsiteY1" fmla="*/ 1 h 2212086"/>
                <a:gd name="connsiteX2" fmla="*/ 1294996 w 2475025"/>
                <a:gd name="connsiteY2" fmla="*/ 355332 h 2212086"/>
                <a:gd name="connsiteX3" fmla="*/ 1253845 w 2475025"/>
                <a:gd name="connsiteY3" fmla="*/ 607391 h 2212086"/>
                <a:gd name="connsiteX4" fmla="*/ 1092798 w 2475025"/>
                <a:gd name="connsiteY4" fmla="*/ 936059 h 2212086"/>
                <a:gd name="connsiteX5" fmla="*/ 912762 w 2475025"/>
                <a:gd name="connsiteY5" fmla="*/ 1208852 h 2212086"/>
                <a:gd name="connsiteX6" fmla="*/ 729073 w 2475025"/>
                <a:gd name="connsiteY6" fmla="*/ 1613112 h 2212086"/>
                <a:gd name="connsiteX7" fmla="*/ 743316 w 2475025"/>
                <a:gd name="connsiteY7" fmla="*/ 1922790 h 2212086"/>
                <a:gd name="connsiteX8" fmla="*/ 874052 w 2475025"/>
                <a:gd name="connsiteY8" fmla="*/ 2090409 h 2212086"/>
                <a:gd name="connsiteX9" fmla="*/ 1080748 w 2475025"/>
                <a:gd name="connsiteY9" fmla="*/ 2095522 h 2212086"/>
                <a:gd name="connsiteX10" fmla="*/ 1215135 w 2475025"/>
                <a:gd name="connsiteY10" fmla="*/ 1977202 h 2212086"/>
                <a:gd name="connsiteX11" fmla="*/ 1354271 w 2475025"/>
                <a:gd name="connsiteY11" fmla="*/ 1813234 h 2212086"/>
                <a:gd name="connsiteX12" fmla="*/ 1509840 w 2475025"/>
                <a:gd name="connsiteY12" fmla="*/ 1693453 h 2212086"/>
                <a:gd name="connsiteX13" fmla="*/ 1778252 w 2475025"/>
                <a:gd name="connsiteY13" fmla="*/ 1710982 h 2212086"/>
                <a:gd name="connsiteX14" fmla="*/ 1907892 w 2475025"/>
                <a:gd name="connsiteY14" fmla="*/ 1819077 h 2212086"/>
                <a:gd name="connsiteX15" fmla="*/ 2031691 w 2475025"/>
                <a:gd name="connsiteY15" fmla="*/ 1969533 h 2212086"/>
                <a:gd name="connsiteX16" fmla="*/ 2179225 w 2475025"/>
                <a:gd name="connsiteY16" fmla="*/ 2097713 h 2212086"/>
                <a:gd name="connsiteX17" fmla="*/ 2238750 w 2475025"/>
                <a:gd name="connsiteY17" fmla="*/ 2117433 h 2212086"/>
                <a:gd name="connsiteX18" fmla="*/ 2350497 w 2475025"/>
                <a:gd name="connsiteY18" fmla="*/ 2069594 h 2212086"/>
                <a:gd name="connsiteX19" fmla="*/ 2389207 w 2475025"/>
                <a:gd name="connsiteY19" fmla="*/ 1973550 h 2212086"/>
                <a:gd name="connsiteX20" fmla="*/ 2406371 w 2475025"/>
                <a:gd name="connsiteY20" fmla="*/ 1963690 h 2212086"/>
                <a:gd name="connsiteX21" fmla="*/ 2475025 w 2475025"/>
                <a:gd name="connsiteY21" fmla="*/ 1962229 h 2212086"/>
                <a:gd name="connsiteX22" fmla="*/ 2381173 w 2475025"/>
                <a:gd name="connsiteY22" fmla="*/ 2159065 h 2212086"/>
                <a:gd name="connsiteX23" fmla="*/ 2166078 w 2475025"/>
                <a:gd name="connsiteY23" fmla="*/ 2184992 h 2212086"/>
                <a:gd name="connsiteX24" fmla="*/ 2005031 w 2475025"/>
                <a:gd name="connsiteY24" fmla="*/ 2065942 h 2212086"/>
                <a:gd name="connsiteX25" fmla="*/ 1861879 w 2475025"/>
                <a:gd name="connsiteY25" fmla="*/ 1897957 h 2212086"/>
                <a:gd name="connsiteX26" fmla="*/ 1753784 w 2475025"/>
                <a:gd name="connsiteY26" fmla="*/ 1799357 h 2212086"/>
                <a:gd name="connsiteX27" fmla="*/ 1495233 w 2475025"/>
                <a:gd name="connsiteY27" fmla="*/ 1810678 h 2212086"/>
                <a:gd name="connsiteX28" fmla="*/ 1359749 w 2475025"/>
                <a:gd name="connsiteY28" fmla="*/ 1952369 h 2212086"/>
                <a:gd name="connsiteX29" fmla="*/ 1227917 w 2475025"/>
                <a:gd name="connsiteY29" fmla="*/ 2101730 h 2212086"/>
                <a:gd name="connsiteX30" fmla="*/ 1005884 w 2475025"/>
                <a:gd name="connsiteY30" fmla="*/ 2210190 h 2212086"/>
                <a:gd name="connsiteX31" fmla="*/ 724692 w 2475025"/>
                <a:gd name="connsiteY31" fmla="*/ 2080915 h 2212086"/>
                <a:gd name="connsiteX32" fmla="*/ 635586 w 2475025"/>
                <a:gd name="connsiteY32" fmla="*/ 1838432 h 2212086"/>
                <a:gd name="connsiteX33" fmla="*/ 687808 w 2475025"/>
                <a:gd name="connsiteY33" fmla="*/ 1479819 h 2212086"/>
                <a:gd name="connsiteX34" fmla="*/ 882451 w 2475025"/>
                <a:gd name="connsiteY34" fmla="*/ 1102948 h 2212086"/>
                <a:gd name="connsiteX35" fmla="*/ 1067600 w 2475025"/>
                <a:gd name="connsiteY35" fmla="*/ 810800 h 2212086"/>
                <a:gd name="connsiteX36" fmla="*/ 1199798 w 2475025"/>
                <a:gd name="connsiteY36" fmla="*/ 492723 h 2212086"/>
                <a:gd name="connsiteX37" fmla="*/ 1208882 w 2475025"/>
                <a:gd name="connsiteY37" fmla="*/ 368925 h 2212086"/>
                <a:gd name="connsiteX38" fmla="*/ 1124964 w 2475025"/>
                <a:gd name="connsiteY38" fmla="*/ 252679 h 2212086"/>
                <a:gd name="connsiteX0" fmla="*/ 298 w 2522528"/>
                <a:gd name="connsiteY0" fmla="*/ 60031 h 2212086"/>
                <a:gd name="connsiteX1" fmla="*/ 47503 w 2522528"/>
                <a:gd name="connsiteY1" fmla="*/ 1 h 2212086"/>
                <a:gd name="connsiteX2" fmla="*/ 1342499 w 2522528"/>
                <a:gd name="connsiteY2" fmla="*/ 355332 h 2212086"/>
                <a:gd name="connsiteX3" fmla="*/ 1301348 w 2522528"/>
                <a:gd name="connsiteY3" fmla="*/ 607391 h 2212086"/>
                <a:gd name="connsiteX4" fmla="*/ 1140301 w 2522528"/>
                <a:gd name="connsiteY4" fmla="*/ 936059 h 2212086"/>
                <a:gd name="connsiteX5" fmla="*/ 960265 w 2522528"/>
                <a:gd name="connsiteY5" fmla="*/ 1208852 h 2212086"/>
                <a:gd name="connsiteX6" fmla="*/ 776576 w 2522528"/>
                <a:gd name="connsiteY6" fmla="*/ 1613112 h 2212086"/>
                <a:gd name="connsiteX7" fmla="*/ 790819 w 2522528"/>
                <a:gd name="connsiteY7" fmla="*/ 1922790 h 2212086"/>
                <a:gd name="connsiteX8" fmla="*/ 921555 w 2522528"/>
                <a:gd name="connsiteY8" fmla="*/ 2090409 h 2212086"/>
                <a:gd name="connsiteX9" fmla="*/ 1128251 w 2522528"/>
                <a:gd name="connsiteY9" fmla="*/ 2095522 h 2212086"/>
                <a:gd name="connsiteX10" fmla="*/ 1262638 w 2522528"/>
                <a:gd name="connsiteY10" fmla="*/ 1977202 h 2212086"/>
                <a:gd name="connsiteX11" fmla="*/ 1401774 w 2522528"/>
                <a:gd name="connsiteY11" fmla="*/ 1813234 h 2212086"/>
                <a:gd name="connsiteX12" fmla="*/ 1557343 w 2522528"/>
                <a:gd name="connsiteY12" fmla="*/ 1693453 h 2212086"/>
                <a:gd name="connsiteX13" fmla="*/ 1825755 w 2522528"/>
                <a:gd name="connsiteY13" fmla="*/ 1710982 h 2212086"/>
                <a:gd name="connsiteX14" fmla="*/ 1955395 w 2522528"/>
                <a:gd name="connsiteY14" fmla="*/ 1819077 h 2212086"/>
                <a:gd name="connsiteX15" fmla="*/ 2079194 w 2522528"/>
                <a:gd name="connsiteY15" fmla="*/ 1969533 h 2212086"/>
                <a:gd name="connsiteX16" fmla="*/ 2226728 w 2522528"/>
                <a:gd name="connsiteY16" fmla="*/ 2097713 h 2212086"/>
                <a:gd name="connsiteX17" fmla="*/ 2286253 w 2522528"/>
                <a:gd name="connsiteY17" fmla="*/ 2117433 h 2212086"/>
                <a:gd name="connsiteX18" fmla="*/ 2398000 w 2522528"/>
                <a:gd name="connsiteY18" fmla="*/ 2069594 h 2212086"/>
                <a:gd name="connsiteX19" fmla="*/ 2436710 w 2522528"/>
                <a:gd name="connsiteY19" fmla="*/ 1973550 h 2212086"/>
                <a:gd name="connsiteX20" fmla="*/ 2453874 w 2522528"/>
                <a:gd name="connsiteY20" fmla="*/ 1963690 h 2212086"/>
                <a:gd name="connsiteX21" fmla="*/ 2522528 w 2522528"/>
                <a:gd name="connsiteY21" fmla="*/ 1962229 h 2212086"/>
                <a:gd name="connsiteX22" fmla="*/ 2428676 w 2522528"/>
                <a:gd name="connsiteY22" fmla="*/ 2159065 h 2212086"/>
                <a:gd name="connsiteX23" fmla="*/ 2213581 w 2522528"/>
                <a:gd name="connsiteY23" fmla="*/ 2184992 h 2212086"/>
                <a:gd name="connsiteX24" fmla="*/ 2052534 w 2522528"/>
                <a:gd name="connsiteY24" fmla="*/ 2065942 h 2212086"/>
                <a:gd name="connsiteX25" fmla="*/ 1909382 w 2522528"/>
                <a:gd name="connsiteY25" fmla="*/ 1897957 h 2212086"/>
                <a:gd name="connsiteX26" fmla="*/ 1801287 w 2522528"/>
                <a:gd name="connsiteY26" fmla="*/ 1799357 h 2212086"/>
                <a:gd name="connsiteX27" fmla="*/ 1542736 w 2522528"/>
                <a:gd name="connsiteY27" fmla="*/ 1810678 h 2212086"/>
                <a:gd name="connsiteX28" fmla="*/ 1407252 w 2522528"/>
                <a:gd name="connsiteY28" fmla="*/ 1952369 h 2212086"/>
                <a:gd name="connsiteX29" fmla="*/ 1275420 w 2522528"/>
                <a:gd name="connsiteY29" fmla="*/ 2101730 h 2212086"/>
                <a:gd name="connsiteX30" fmla="*/ 1053387 w 2522528"/>
                <a:gd name="connsiteY30" fmla="*/ 2210190 h 2212086"/>
                <a:gd name="connsiteX31" fmla="*/ 772195 w 2522528"/>
                <a:gd name="connsiteY31" fmla="*/ 2080915 h 2212086"/>
                <a:gd name="connsiteX32" fmla="*/ 683089 w 2522528"/>
                <a:gd name="connsiteY32" fmla="*/ 1838432 h 2212086"/>
                <a:gd name="connsiteX33" fmla="*/ 735311 w 2522528"/>
                <a:gd name="connsiteY33" fmla="*/ 1479819 h 2212086"/>
                <a:gd name="connsiteX34" fmla="*/ 929954 w 2522528"/>
                <a:gd name="connsiteY34" fmla="*/ 1102948 h 2212086"/>
                <a:gd name="connsiteX35" fmla="*/ 1115103 w 2522528"/>
                <a:gd name="connsiteY35" fmla="*/ 810800 h 2212086"/>
                <a:gd name="connsiteX36" fmla="*/ 1247301 w 2522528"/>
                <a:gd name="connsiteY36" fmla="*/ 492723 h 2212086"/>
                <a:gd name="connsiteX37" fmla="*/ 1256385 w 2522528"/>
                <a:gd name="connsiteY37" fmla="*/ 368925 h 2212086"/>
                <a:gd name="connsiteX38" fmla="*/ 298 w 2522528"/>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1256087 w 2522230"/>
                <a:gd name="connsiteY37" fmla="*/ 368924 h 2212085"/>
                <a:gd name="connsiteX38" fmla="*/ 0 w 2522230"/>
                <a:gd name="connsiteY38"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75016 w 2597246"/>
                <a:gd name="connsiteY0" fmla="*/ 154998 h 2307053"/>
                <a:gd name="connsiteX1" fmla="*/ 8260 w 2597246"/>
                <a:gd name="connsiteY1" fmla="*/ 0 h 2307053"/>
                <a:gd name="connsiteX2" fmla="*/ 1417217 w 2597246"/>
                <a:gd name="connsiteY2" fmla="*/ 450299 h 2307053"/>
                <a:gd name="connsiteX3" fmla="*/ 1376066 w 2597246"/>
                <a:gd name="connsiteY3" fmla="*/ 702358 h 2307053"/>
                <a:gd name="connsiteX4" fmla="*/ 1215019 w 2597246"/>
                <a:gd name="connsiteY4" fmla="*/ 1031026 h 2307053"/>
                <a:gd name="connsiteX5" fmla="*/ 1034983 w 2597246"/>
                <a:gd name="connsiteY5" fmla="*/ 1303819 h 2307053"/>
                <a:gd name="connsiteX6" fmla="*/ 851294 w 2597246"/>
                <a:gd name="connsiteY6" fmla="*/ 1708079 h 2307053"/>
                <a:gd name="connsiteX7" fmla="*/ 865537 w 2597246"/>
                <a:gd name="connsiteY7" fmla="*/ 2017757 h 2307053"/>
                <a:gd name="connsiteX8" fmla="*/ 996273 w 2597246"/>
                <a:gd name="connsiteY8" fmla="*/ 2185376 h 2307053"/>
                <a:gd name="connsiteX9" fmla="*/ 1202969 w 2597246"/>
                <a:gd name="connsiteY9" fmla="*/ 2190489 h 2307053"/>
                <a:gd name="connsiteX10" fmla="*/ 1337356 w 2597246"/>
                <a:gd name="connsiteY10" fmla="*/ 2072169 h 2307053"/>
                <a:gd name="connsiteX11" fmla="*/ 1476492 w 2597246"/>
                <a:gd name="connsiteY11" fmla="*/ 1908201 h 2307053"/>
                <a:gd name="connsiteX12" fmla="*/ 1632061 w 2597246"/>
                <a:gd name="connsiteY12" fmla="*/ 1788420 h 2307053"/>
                <a:gd name="connsiteX13" fmla="*/ 1900473 w 2597246"/>
                <a:gd name="connsiteY13" fmla="*/ 1805949 h 2307053"/>
                <a:gd name="connsiteX14" fmla="*/ 2030113 w 2597246"/>
                <a:gd name="connsiteY14" fmla="*/ 1914044 h 2307053"/>
                <a:gd name="connsiteX15" fmla="*/ 2153912 w 2597246"/>
                <a:gd name="connsiteY15" fmla="*/ 2064500 h 2307053"/>
                <a:gd name="connsiteX16" fmla="*/ 2301446 w 2597246"/>
                <a:gd name="connsiteY16" fmla="*/ 2192680 h 2307053"/>
                <a:gd name="connsiteX17" fmla="*/ 2360971 w 2597246"/>
                <a:gd name="connsiteY17" fmla="*/ 2212400 h 2307053"/>
                <a:gd name="connsiteX18" fmla="*/ 2472718 w 2597246"/>
                <a:gd name="connsiteY18" fmla="*/ 2164561 h 2307053"/>
                <a:gd name="connsiteX19" fmla="*/ 2511428 w 2597246"/>
                <a:gd name="connsiteY19" fmla="*/ 2068517 h 2307053"/>
                <a:gd name="connsiteX20" fmla="*/ 2528592 w 2597246"/>
                <a:gd name="connsiteY20" fmla="*/ 2058657 h 2307053"/>
                <a:gd name="connsiteX21" fmla="*/ 2597246 w 2597246"/>
                <a:gd name="connsiteY21" fmla="*/ 2057196 h 2307053"/>
                <a:gd name="connsiteX22" fmla="*/ 2503394 w 2597246"/>
                <a:gd name="connsiteY22" fmla="*/ 2254032 h 2307053"/>
                <a:gd name="connsiteX23" fmla="*/ 2288299 w 2597246"/>
                <a:gd name="connsiteY23" fmla="*/ 2279959 h 2307053"/>
                <a:gd name="connsiteX24" fmla="*/ 2127252 w 2597246"/>
                <a:gd name="connsiteY24" fmla="*/ 2160909 h 2307053"/>
                <a:gd name="connsiteX25" fmla="*/ 1984100 w 2597246"/>
                <a:gd name="connsiteY25" fmla="*/ 1992924 h 2307053"/>
                <a:gd name="connsiteX26" fmla="*/ 1876005 w 2597246"/>
                <a:gd name="connsiteY26" fmla="*/ 1894324 h 2307053"/>
                <a:gd name="connsiteX27" fmla="*/ 1617454 w 2597246"/>
                <a:gd name="connsiteY27" fmla="*/ 1905645 h 2307053"/>
                <a:gd name="connsiteX28" fmla="*/ 1481970 w 2597246"/>
                <a:gd name="connsiteY28" fmla="*/ 2047336 h 2307053"/>
                <a:gd name="connsiteX29" fmla="*/ 1350138 w 2597246"/>
                <a:gd name="connsiteY29" fmla="*/ 2196697 h 2307053"/>
                <a:gd name="connsiteX30" fmla="*/ 1128105 w 2597246"/>
                <a:gd name="connsiteY30" fmla="*/ 2305157 h 2307053"/>
                <a:gd name="connsiteX31" fmla="*/ 846913 w 2597246"/>
                <a:gd name="connsiteY31" fmla="*/ 2175882 h 2307053"/>
                <a:gd name="connsiteX32" fmla="*/ 757807 w 2597246"/>
                <a:gd name="connsiteY32" fmla="*/ 1933399 h 2307053"/>
                <a:gd name="connsiteX33" fmla="*/ 810029 w 2597246"/>
                <a:gd name="connsiteY33" fmla="*/ 1574786 h 2307053"/>
                <a:gd name="connsiteX34" fmla="*/ 1004672 w 2597246"/>
                <a:gd name="connsiteY34" fmla="*/ 1197915 h 2307053"/>
                <a:gd name="connsiteX35" fmla="*/ 1189821 w 2597246"/>
                <a:gd name="connsiteY35" fmla="*/ 905767 h 2307053"/>
                <a:gd name="connsiteX36" fmla="*/ 1322019 w 2597246"/>
                <a:gd name="connsiteY36" fmla="*/ 587690 h 2307053"/>
                <a:gd name="connsiteX37" fmla="*/ 75016 w 2597246"/>
                <a:gd name="connsiteY37" fmla="*/ 154998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5534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49757"/>
                <a:gd name="connsiteY0" fmla="*/ 46464 h 2307053"/>
                <a:gd name="connsiteX1" fmla="*/ 68911 w 2649757"/>
                <a:gd name="connsiteY1" fmla="*/ 0 h 2307053"/>
                <a:gd name="connsiteX2" fmla="*/ 1469728 w 2649757"/>
                <a:gd name="connsiteY2" fmla="*/ 450299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69728 w 2649757"/>
                <a:gd name="connsiteY2" fmla="*/ 450299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88722 w 2649757"/>
                <a:gd name="connsiteY2" fmla="*/ 42045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7869 w 2649757"/>
                <a:gd name="connsiteY2" fmla="*/ 48557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7869 w 2649757"/>
                <a:gd name="connsiteY2" fmla="*/ 46929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64303 w 2649757"/>
                <a:gd name="connsiteY2" fmla="*/ 46115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2443 w 2649757"/>
                <a:gd name="connsiteY2" fmla="*/ 463865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2443 w 2649757"/>
                <a:gd name="connsiteY2" fmla="*/ 463865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7243 w 2649757"/>
                <a:gd name="connsiteY36" fmla="*/ 582263 h 2307053"/>
                <a:gd name="connsiteX37" fmla="*/ 0 w 2649757"/>
                <a:gd name="connsiteY37" fmla="*/ 46464 h 2307053"/>
                <a:gd name="connsiteX0" fmla="*/ 0 w 2838601"/>
                <a:gd name="connsiteY0" fmla="*/ 255541 h 2307053"/>
                <a:gd name="connsiteX1" fmla="*/ 257755 w 2838601"/>
                <a:gd name="connsiteY1" fmla="*/ 0 h 2307053"/>
                <a:gd name="connsiteX2" fmla="*/ 1661287 w 2838601"/>
                <a:gd name="connsiteY2" fmla="*/ 463865 h 2307053"/>
                <a:gd name="connsiteX3" fmla="*/ 1617421 w 2838601"/>
                <a:gd name="connsiteY3" fmla="*/ 702358 h 2307053"/>
                <a:gd name="connsiteX4" fmla="*/ 1456374 w 2838601"/>
                <a:gd name="connsiteY4" fmla="*/ 1031026 h 2307053"/>
                <a:gd name="connsiteX5" fmla="*/ 1276338 w 2838601"/>
                <a:gd name="connsiteY5" fmla="*/ 1303819 h 2307053"/>
                <a:gd name="connsiteX6" fmla="*/ 1092649 w 2838601"/>
                <a:gd name="connsiteY6" fmla="*/ 1708079 h 2307053"/>
                <a:gd name="connsiteX7" fmla="*/ 1106892 w 2838601"/>
                <a:gd name="connsiteY7" fmla="*/ 2017757 h 2307053"/>
                <a:gd name="connsiteX8" fmla="*/ 1237628 w 2838601"/>
                <a:gd name="connsiteY8" fmla="*/ 2185376 h 2307053"/>
                <a:gd name="connsiteX9" fmla="*/ 1444324 w 2838601"/>
                <a:gd name="connsiteY9" fmla="*/ 2190489 h 2307053"/>
                <a:gd name="connsiteX10" fmla="*/ 1578711 w 2838601"/>
                <a:gd name="connsiteY10" fmla="*/ 2072169 h 2307053"/>
                <a:gd name="connsiteX11" fmla="*/ 1717847 w 2838601"/>
                <a:gd name="connsiteY11" fmla="*/ 1908201 h 2307053"/>
                <a:gd name="connsiteX12" fmla="*/ 1873416 w 2838601"/>
                <a:gd name="connsiteY12" fmla="*/ 1788420 h 2307053"/>
                <a:gd name="connsiteX13" fmla="*/ 2141828 w 2838601"/>
                <a:gd name="connsiteY13" fmla="*/ 1805949 h 2307053"/>
                <a:gd name="connsiteX14" fmla="*/ 2271468 w 2838601"/>
                <a:gd name="connsiteY14" fmla="*/ 1914044 h 2307053"/>
                <a:gd name="connsiteX15" fmla="*/ 2395267 w 2838601"/>
                <a:gd name="connsiteY15" fmla="*/ 2064500 h 2307053"/>
                <a:gd name="connsiteX16" fmla="*/ 2542801 w 2838601"/>
                <a:gd name="connsiteY16" fmla="*/ 2192680 h 2307053"/>
                <a:gd name="connsiteX17" fmla="*/ 2602326 w 2838601"/>
                <a:gd name="connsiteY17" fmla="*/ 2212400 h 2307053"/>
                <a:gd name="connsiteX18" fmla="*/ 2714073 w 2838601"/>
                <a:gd name="connsiteY18" fmla="*/ 2164561 h 2307053"/>
                <a:gd name="connsiteX19" fmla="*/ 2752783 w 2838601"/>
                <a:gd name="connsiteY19" fmla="*/ 2068517 h 2307053"/>
                <a:gd name="connsiteX20" fmla="*/ 2769947 w 2838601"/>
                <a:gd name="connsiteY20" fmla="*/ 2058657 h 2307053"/>
                <a:gd name="connsiteX21" fmla="*/ 2838601 w 2838601"/>
                <a:gd name="connsiteY21" fmla="*/ 2057196 h 2307053"/>
                <a:gd name="connsiteX22" fmla="*/ 2744749 w 2838601"/>
                <a:gd name="connsiteY22" fmla="*/ 2254032 h 2307053"/>
                <a:gd name="connsiteX23" fmla="*/ 2529654 w 2838601"/>
                <a:gd name="connsiteY23" fmla="*/ 2279959 h 2307053"/>
                <a:gd name="connsiteX24" fmla="*/ 2368607 w 2838601"/>
                <a:gd name="connsiteY24" fmla="*/ 2160909 h 2307053"/>
                <a:gd name="connsiteX25" fmla="*/ 2225455 w 2838601"/>
                <a:gd name="connsiteY25" fmla="*/ 1992924 h 2307053"/>
                <a:gd name="connsiteX26" fmla="*/ 2117360 w 2838601"/>
                <a:gd name="connsiteY26" fmla="*/ 1894324 h 2307053"/>
                <a:gd name="connsiteX27" fmla="*/ 1858809 w 2838601"/>
                <a:gd name="connsiteY27" fmla="*/ 1905645 h 2307053"/>
                <a:gd name="connsiteX28" fmla="*/ 1723325 w 2838601"/>
                <a:gd name="connsiteY28" fmla="*/ 2047336 h 2307053"/>
                <a:gd name="connsiteX29" fmla="*/ 1591493 w 2838601"/>
                <a:gd name="connsiteY29" fmla="*/ 2196697 h 2307053"/>
                <a:gd name="connsiteX30" fmla="*/ 1369460 w 2838601"/>
                <a:gd name="connsiteY30" fmla="*/ 2305157 h 2307053"/>
                <a:gd name="connsiteX31" fmla="*/ 1088268 w 2838601"/>
                <a:gd name="connsiteY31" fmla="*/ 2175882 h 2307053"/>
                <a:gd name="connsiteX32" fmla="*/ 999162 w 2838601"/>
                <a:gd name="connsiteY32" fmla="*/ 1933399 h 2307053"/>
                <a:gd name="connsiteX33" fmla="*/ 1051384 w 2838601"/>
                <a:gd name="connsiteY33" fmla="*/ 1574786 h 2307053"/>
                <a:gd name="connsiteX34" fmla="*/ 1246027 w 2838601"/>
                <a:gd name="connsiteY34" fmla="*/ 1197915 h 2307053"/>
                <a:gd name="connsiteX35" fmla="*/ 1431176 w 2838601"/>
                <a:gd name="connsiteY35" fmla="*/ 905767 h 2307053"/>
                <a:gd name="connsiteX36" fmla="*/ 1566087 w 2838601"/>
                <a:gd name="connsiteY36" fmla="*/ 582263 h 2307053"/>
                <a:gd name="connsiteX37" fmla="*/ 0 w 2838601"/>
                <a:gd name="connsiteY37" fmla="*/ 255541 h 2307053"/>
                <a:gd name="connsiteX0" fmla="*/ 0 w 2838601"/>
                <a:gd name="connsiteY0" fmla="*/ 86930 h 2138442"/>
                <a:gd name="connsiteX1" fmla="*/ 82400 w 2838601"/>
                <a:gd name="connsiteY1" fmla="*/ 0 h 2138442"/>
                <a:gd name="connsiteX2" fmla="*/ 1661287 w 2838601"/>
                <a:gd name="connsiteY2" fmla="*/ 295254 h 2138442"/>
                <a:gd name="connsiteX3" fmla="*/ 1617421 w 2838601"/>
                <a:gd name="connsiteY3" fmla="*/ 533747 h 2138442"/>
                <a:gd name="connsiteX4" fmla="*/ 1456374 w 2838601"/>
                <a:gd name="connsiteY4" fmla="*/ 862415 h 2138442"/>
                <a:gd name="connsiteX5" fmla="*/ 1276338 w 2838601"/>
                <a:gd name="connsiteY5" fmla="*/ 1135208 h 2138442"/>
                <a:gd name="connsiteX6" fmla="*/ 1092649 w 2838601"/>
                <a:gd name="connsiteY6" fmla="*/ 1539468 h 2138442"/>
                <a:gd name="connsiteX7" fmla="*/ 1106892 w 2838601"/>
                <a:gd name="connsiteY7" fmla="*/ 1849146 h 2138442"/>
                <a:gd name="connsiteX8" fmla="*/ 1237628 w 2838601"/>
                <a:gd name="connsiteY8" fmla="*/ 2016765 h 2138442"/>
                <a:gd name="connsiteX9" fmla="*/ 1444324 w 2838601"/>
                <a:gd name="connsiteY9" fmla="*/ 2021878 h 2138442"/>
                <a:gd name="connsiteX10" fmla="*/ 1578711 w 2838601"/>
                <a:gd name="connsiteY10" fmla="*/ 1903558 h 2138442"/>
                <a:gd name="connsiteX11" fmla="*/ 1717847 w 2838601"/>
                <a:gd name="connsiteY11" fmla="*/ 1739590 h 2138442"/>
                <a:gd name="connsiteX12" fmla="*/ 1873416 w 2838601"/>
                <a:gd name="connsiteY12" fmla="*/ 1619809 h 2138442"/>
                <a:gd name="connsiteX13" fmla="*/ 2141828 w 2838601"/>
                <a:gd name="connsiteY13" fmla="*/ 1637338 h 2138442"/>
                <a:gd name="connsiteX14" fmla="*/ 2271468 w 2838601"/>
                <a:gd name="connsiteY14" fmla="*/ 1745433 h 2138442"/>
                <a:gd name="connsiteX15" fmla="*/ 2395267 w 2838601"/>
                <a:gd name="connsiteY15" fmla="*/ 1895889 h 2138442"/>
                <a:gd name="connsiteX16" fmla="*/ 2542801 w 2838601"/>
                <a:gd name="connsiteY16" fmla="*/ 2024069 h 2138442"/>
                <a:gd name="connsiteX17" fmla="*/ 2602326 w 2838601"/>
                <a:gd name="connsiteY17" fmla="*/ 2043789 h 2138442"/>
                <a:gd name="connsiteX18" fmla="*/ 2714073 w 2838601"/>
                <a:gd name="connsiteY18" fmla="*/ 1995950 h 2138442"/>
                <a:gd name="connsiteX19" fmla="*/ 2752783 w 2838601"/>
                <a:gd name="connsiteY19" fmla="*/ 1899906 h 2138442"/>
                <a:gd name="connsiteX20" fmla="*/ 2769947 w 2838601"/>
                <a:gd name="connsiteY20" fmla="*/ 1890046 h 2138442"/>
                <a:gd name="connsiteX21" fmla="*/ 2838601 w 2838601"/>
                <a:gd name="connsiteY21" fmla="*/ 1888585 h 2138442"/>
                <a:gd name="connsiteX22" fmla="*/ 2744749 w 2838601"/>
                <a:gd name="connsiteY22" fmla="*/ 2085421 h 2138442"/>
                <a:gd name="connsiteX23" fmla="*/ 2529654 w 2838601"/>
                <a:gd name="connsiteY23" fmla="*/ 2111348 h 2138442"/>
                <a:gd name="connsiteX24" fmla="*/ 2368607 w 2838601"/>
                <a:gd name="connsiteY24" fmla="*/ 1992298 h 2138442"/>
                <a:gd name="connsiteX25" fmla="*/ 2225455 w 2838601"/>
                <a:gd name="connsiteY25" fmla="*/ 1824313 h 2138442"/>
                <a:gd name="connsiteX26" fmla="*/ 2117360 w 2838601"/>
                <a:gd name="connsiteY26" fmla="*/ 1725713 h 2138442"/>
                <a:gd name="connsiteX27" fmla="*/ 1858809 w 2838601"/>
                <a:gd name="connsiteY27" fmla="*/ 1737034 h 2138442"/>
                <a:gd name="connsiteX28" fmla="*/ 1723325 w 2838601"/>
                <a:gd name="connsiteY28" fmla="*/ 1878725 h 2138442"/>
                <a:gd name="connsiteX29" fmla="*/ 1591493 w 2838601"/>
                <a:gd name="connsiteY29" fmla="*/ 2028086 h 2138442"/>
                <a:gd name="connsiteX30" fmla="*/ 1369460 w 2838601"/>
                <a:gd name="connsiteY30" fmla="*/ 2136546 h 2138442"/>
                <a:gd name="connsiteX31" fmla="*/ 1088268 w 2838601"/>
                <a:gd name="connsiteY31" fmla="*/ 2007271 h 2138442"/>
                <a:gd name="connsiteX32" fmla="*/ 999162 w 2838601"/>
                <a:gd name="connsiteY32" fmla="*/ 1764788 h 2138442"/>
                <a:gd name="connsiteX33" fmla="*/ 1051384 w 2838601"/>
                <a:gd name="connsiteY33" fmla="*/ 1406175 h 2138442"/>
                <a:gd name="connsiteX34" fmla="*/ 1246027 w 2838601"/>
                <a:gd name="connsiteY34" fmla="*/ 1029304 h 2138442"/>
                <a:gd name="connsiteX35" fmla="*/ 1431176 w 2838601"/>
                <a:gd name="connsiteY35" fmla="*/ 737156 h 2138442"/>
                <a:gd name="connsiteX36" fmla="*/ 1566087 w 2838601"/>
                <a:gd name="connsiteY36" fmla="*/ 413652 h 2138442"/>
                <a:gd name="connsiteX37" fmla="*/ 0 w 2838601"/>
                <a:gd name="connsiteY37" fmla="*/ 86930 h 2138442"/>
                <a:gd name="connsiteX0" fmla="*/ 0 w 2838601"/>
                <a:gd name="connsiteY0" fmla="*/ 73441 h 2124953"/>
                <a:gd name="connsiteX1" fmla="*/ 62166 w 2838601"/>
                <a:gd name="connsiteY1" fmla="*/ 0 h 2124953"/>
                <a:gd name="connsiteX2" fmla="*/ 1661287 w 2838601"/>
                <a:gd name="connsiteY2" fmla="*/ 281765 h 2124953"/>
                <a:gd name="connsiteX3" fmla="*/ 1617421 w 2838601"/>
                <a:gd name="connsiteY3" fmla="*/ 520258 h 2124953"/>
                <a:gd name="connsiteX4" fmla="*/ 1456374 w 2838601"/>
                <a:gd name="connsiteY4" fmla="*/ 848926 h 2124953"/>
                <a:gd name="connsiteX5" fmla="*/ 1276338 w 2838601"/>
                <a:gd name="connsiteY5" fmla="*/ 1121719 h 2124953"/>
                <a:gd name="connsiteX6" fmla="*/ 1092649 w 2838601"/>
                <a:gd name="connsiteY6" fmla="*/ 1525979 h 2124953"/>
                <a:gd name="connsiteX7" fmla="*/ 1106892 w 2838601"/>
                <a:gd name="connsiteY7" fmla="*/ 1835657 h 2124953"/>
                <a:gd name="connsiteX8" fmla="*/ 1237628 w 2838601"/>
                <a:gd name="connsiteY8" fmla="*/ 2003276 h 2124953"/>
                <a:gd name="connsiteX9" fmla="*/ 1444324 w 2838601"/>
                <a:gd name="connsiteY9" fmla="*/ 2008389 h 2124953"/>
                <a:gd name="connsiteX10" fmla="*/ 1578711 w 2838601"/>
                <a:gd name="connsiteY10" fmla="*/ 1890069 h 2124953"/>
                <a:gd name="connsiteX11" fmla="*/ 1717847 w 2838601"/>
                <a:gd name="connsiteY11" fmla="*/ 1726101 h 2124953"/>
                <a:gd name="connsiteX12" fmla="*/ 1873416 w 2838601"/>
                <a:gd name="connsiteY12" fmla="*/ 1606320 h 2124953"/>
                <a:gd name="connsiteX13" fmla="*/ 2141828 w 2838601"/>
                <a:gd name="connsiteY13" fmla="*/ 1623849 h 2124953"/>
                <a:gd name="connsiteX14" fmla="*/ 2271468 w 2838601"/>
                <a:gd name="connsiteY14" fmla="*/ 1731944 h 2124953"/>
                <a:gd name="connsiteX15" fmla="*/ 2395267 w 2838601"/>
                <a:gd name="connsiteY15" fmla="*/ 1882400 h 2124953"/>
                <a:gd name="connsiteX16" fmla="*/ 2542801 w 2838601"/>
                <a:gd name="connsiteY16" fmla="*/ 2010580 h 2124953"/>
                <a:gd name="connsiteX17" fmla="*/ 2602326 w 2838601"/>
                <a:gd name="connsiteY17" fmla="*/ 2030300 h 2124953"/>
                <a:gd name="connsiteX18" fmla="*/ 2714073 w 2838601"/>
                <a:gd name="connsiteY18" fmla="*/ 1982461 h 2124953"/>
                <a:gd name="connsiteX19" fmla="*/ 2752783 w 2838601"/>
                <a:gd name="connsiteY19" fmla="*/ 1886417 h 2124953"/>
                <a:gd name="connsiteX20" fmla="*/ 2769947 w 2838601"/>
                <a:gd name="connsiteY20" fmla="*/ 1876557 h 2124953"/>
                <a:gd name="connsiteX21" fmla="*/ 2838601 w 2838601"/>
                <a:gd name="connsiteY21" fmla="*/ 1875096 h 2124953"/>
                <a:gd name="connsiteX22" fmla="*/ 2744749 w 2838601"/>
                <a:gd name="connsiteY22" fmla="*/ 2071932 h 2124953"/>
                <a:gd name="connsiteX23" fmla="*/ 2529654 w 2838601"/>
                <a:gd name="connsiteY23" fmla="*/ 2097859 h 2124953"/>
                <a:gd name="connsiteX24" fmla="*/ 2368607 w 2838601"/>
                <a:gd name="connsiteY24" fmla="*/ 1978809 h 2124953"/>
                <a:gd name="connsiteX25" fmla="*/ 2225455 w 2838601"/>
                <a:gd name="connsiteY25" fmla="*/ 1810824 h 2124953"/>
                <a:gd name="connsiteX26" fmla="*/ 2117360 w 2838601"/>
                <a:gd name="connsiteY26" fmla="*/ 1712224 h 2124953"/>
                <a:gd name="connsiteX27" fmla="*/ 1858809 w 2838601"/>
                <a:gd name="connsiteY27" fmla="*/ 1723545 h 2124953"/>
                <a:gd name="connsiteX28" fmla="*/ 1723325 w 2838601"/>
                <a:gd name="connsiteY28" fmla="*/ 1865236 h 2124953"/>
                <a:gd name="connsiteX29" fmla="*/ 1591493 w 2838601"/>
                <a:gd name="connsiteY29" fmla="*/ 2014597 h 2124953"/>
                <a:gd name="connsiteX30" fmla="*/ 1369460 w 2838601"/>
                <a:gd name="connsiteY30" fmla="*/ 2123057 h 2124953"/>
                <a:gd name="connsiteX31" fmla="*/ 1088268 w 2838601"/>
                <a:gd name="connsiteY31" fmla="*/ 1993782 h 2124953"/>
                <a:gd name="connsiteX32" fmla="*/ 999162 w 2838601"/>
                <a:gd name="connsiteY32" fmla="*/ 1751299 h 2124953"/>
                <a:gd name="connsiteX33" fmla="*/ 1051384 w 2838601"/>
                <a:gd name="connsiteY33" fmla="*/ 1392686 h 2124953"/>
                <a:gd name="connsiteX34" fmla="*/ 1246027 w 2838601"/>
                <a:gd name="connsiteY34" fmla="*/ 1015815 h 2124953"/>
                <a:gd name="connsiteX35" fmla="*/ 1431176 w 2838601"/>
                <a:gd name="connsiteY35" fmla="*/ 723667 h 2124953"/>
                <a:gd name="connsiteX36" fmla="*/ 1566087 w 2838601"/>
                <a:gd name="connsiteY36" fmla="*/ 400163 h 2124953"/>
                <a:gd name="connsiteX37" fmla="*/ 0 w 2838601"/>
                <a:gd name="connsiteY37" fmla="*/ 73441 h 2124953"/>
                <a:gd name="connsiteX0" fmla="*/ 0 w 2825112"/>
                <a:gd name="connsiteY0" fmla="*/ 53208 h 2124953"/>
                <a:gd name="connsiteX1" fmla="*/ 48677 w 2825112"/>
                <a:gd name="connsiteY1" fmla="*/ 0 h 2124953"/>
                <a:gd name="connsiteX2" fmla="*/ 1647798 w 2825112"/>
                <a:gd name="connsiteY2" fmla="*/ 281765 h 2124953"/>
                <a:gd name="connsiteX3" fmla="*/ 1603932 w 2825112"/>
                <a:gd name="connsiteY3" fmla="*/ 520258 h 2124953"/>
                <a:gd name="connsiteX4" fmla="*/ 1442885 w 2825112"/>
                <a:gd name="connsiteY4" fmla="*/ 848926 h 2124953"/>
                <a:gd name="connsiteX5" fmla="*/ 1262849 w 2825112"/>
                <a:gd name="connsiteY5" fmla="*/ 1121719 h 2124953"/>
                <a:gd name="connsiteX6" fmla="*/ 1079160 w 2825112"/>
                <a:gd name="connsiteY6" fmla="*/ 1525979 h 2124953"/>
                <a:gd name="connsiteX7" fmla="*/ 1093403 w 2825112"/>
                <a:gd name="connsiteY7" fmla="*/ 1835657 h 2124953"/>
                <a:gd name="connsiteX8" fmla="*/ 1224139 w 2825112"/>
                <a:gd name="connsiteY8" fmla="*/ 2003276 h 2124953"/>
                <a:gd name="connsiteX9" fmla="*/ 1430835 w 2825112"/>
                <a:gd name="connsiteY9" fmla="*/ 2008389 h 2124953"/>
                <a:gd name="connsiteX10" fmla="*/ 1565222 w 2825112"/>
                <a:gd name="connsiteY10" fmla="*/ 1890069 h 2124953"/>
                <a:gd name="connsiteX11" fmla="*/ 1704358 w 2825112"/>
                <a:gd name="connsiteY11" fmla="*/ 1726101 h 2124953"/>
                <a:gd name="connsiteX12" fmla="*/ 1859927 w 2825112"/>
                <a:gd name="connsiteY12" fmla="*/ 1606320 h 2124953"/>
                <a:gd name="connsiteX13" fmla="*/ 2128339 w 2825112"/>
                <a:gd name="connsiteY13" fmla="*/ 1623849 h 2124953"/>
                <a:gd name="connsiteX14" fmla="*/ 2257979 w 2825112"/>
                <a:gd name="connsiteY14" fmla="*/ 1731944 h 2124953"/>
                <a:gd name="connsiteX15" fmla="*/ 2381778 w 2825112"/>
                <a:gd name="connsiteY15" fmla="*/ 1882400 h 2124953"/>
                <a:gd name="connsiteX16" fmla="*/ 2529312 w 2825112"/>
                <a:gd name="connsiteY16" fmla="*/ 2010580 h 2124953"/>
                <a:gd name="connsiteX17" fmla="*/ 2588837 w 2825112"/>
                <a:gd name="connsiteY17" fmla="*/ 2030300 h 2124953"/>
                <a:gd name="connsiteX18" fmla="*/ 2700584 w 2825112"/>
                <a:gd name="connsiteY18" fmla="*/ 1982461 h 2124953"/>
                <a:gd name="connsiteX19" fmla="*/ 2739294 w 2825112"/>
                <a:gd name="connsiteY19" fmla="*/ 1886417 h 2124953"/>
                <a:gd name="connsiteX20" fmla="*/ 2756458 w 2825112"/>
                <a:gd name="connsiteY20" fmla="*/ 1876557 h 2124953"/>
                <a:gd name="connsiteX21" fmla="*/ 2825112 w 2825112"/>
                <a:gd name="connsiteY21" fmla="*/ 1875096 h 2124953"/>
                <a:gd name="connsiteX22" fmla="*/ 2731260 w 2825112"/>
                <a:gd name="connsiteY22" fmla="*/ 2071932 h 2124953"/>
                <a:gd name="connsiteX23" fmla="*/ 2516165 w 2825112"/>
                <a:gd name="connsiteY23" fmla="*/ 2097859 h 2124953"/>
                <a:gd name="connsiteX24" fmla="*/ 2355118 w 2825112"/>
                <a:gd name="connsiteY24" fmla="*/ 1978809 h 2124953"/>
                <a:gd name="connsiteX25" fmla="*/ 2211966 w 2825112"/>
                <a:gd name="connsiteY25" fmla="*/ 1810824 h 2124953"/>
                <a:gd name="connsiteX26" fmla="*/ 2103871 w 2825112"/>
                <a:gd name="connsiteY26" fmla="*/ 1712224 h 2124953"/>
                <a:gd name="connsiteX27" fmla="*/ 1845320 w 2825112"/>
                <a:gd name="connsiteY27" fmla="*/ 1723545 h 2124953"/>
                <a:gd name="connsiteX28" fmla="*/ 1709836 w 2825112"/>
                <a:gd name="connsiteY28" fmla="*/ 1865236 h 2124953"/>
                <a:gd name="connsiteX29" fmla="*/ 1578004 w 2825112"/>
                <a:gd name="connsiteY29" fmla="*/ 2014597 h 2124953"/>
                <a:gd name="connsiteX30" fmla="*/ 1355971 w 2825112"/>
                <a:gd name="connsiteY30" fmla="*/ 2123057 h 2124953"/>
                <a:gd name="connsiteX31" fmla="*/ 1074779 w 2825112"/>
                <a:gd name="connsiteY31" fmla="*/ 1993782 h 2124953"/>
                <a:gd name="connsiteX32" fmla="*/ 985673 w 2825112"/>
                <a:gd name="connsiteY32" fmla="*/ 1751299 h 2124953"/>
                <a:gd name="connsiteX33" fmla="*/ 1037895 w 2825112"/>
                <a:gd name="connsiteY33" fmla="*/ 1392686 h 2124953"/>
                <a:gd name="connsiteX34" fmla="*/ 1232538 w 2825112"/>
                <a:gd name="connsiteY34" fmla="*/ 1015815 h 2124953"/>
                <a:gd name="connsiteX35" fmla="*/ 1417687 w 2825112"/>
                <a:gd name="connsiteY35" fmla="*/ 723667 h 2124953"/>
                <a:gd name="connsiteX36" fmla="*/ 1552598 w 2825112"/>
                <a:gd name="connsiteY36" fmla="*/ 400163 h 2124953"/>
                <a:gd name="connsiteX37" fmla="*/ 0 w 2825112"/>
                <a:gd name="connsiteY37" fmla="*/ 53208 h 2124953"/>
                <a:gd name="connsiteX0" fmla="*/ 0 w 2845345"/>
                <a:gd name="connsiteY0" fmla="*/ 59952 h 2124953"/>
                <a:gd name="connsiteX1" fmla="*/ 68910 w 2845345"/>
                <a:gd name="connsiteY1" fmla="*/ 0 h 2124953"/>
                <a:gd name="connsiteX2" fmla="*/ 1668031 w 2845345"/>
                <a:gd name="connsiteY2" fmla="*/ 281765 h 2124953"/>
                <a:gd name="connsiteX3" fmla="*/ 1624165 w 2845345"/>
                <a:gd name="connsiteY3" fmla="*/ 520258 h 2124953"/>
                <a:gd name="connsiteX4" fmla="*/ 1463118 w 2845345"/>
                <a:gd name="connsiteY4" fmla="*/ 848926 h 2124953"/>
                <a:gd name="connsiteX5" fmla="*/ 1283082 w 2845345"/>
                <a:gd name="connsiteY5" fmla="*/ 1121719 h 2124953"/>
                <a:gd name="connsiteX6" fmla="*/ 1099393 w 2845345"/>
                <a:gd name="connsiteY6" fmla="*/ 1525979 h 2124953"/>
                <a:gd name="connsiteX7" fmla="*/ 1113636 w 2845345"/>
                <a:gd name="connsiteY7" fmla="*/ 1835657 h 2124953"/>
                <a:gd name="connsiteX8" fmla="*/ 1244372 w 2845345"/>
                <a:gd name="connsiteY8" fmla="*/ 2003276 h 2124953"/>
                <a:gd name="connsiteX9" fmla="*/ 1451068 w 2845345"/>
                <a:gd name="connsiteY9" fmla="*/ 2008389 h 2124953"/>
                <a:gd name="connsiteX10" fmla="*/ 1585455 w 2845345"/>
                <a:gd name="connsiteY10" fmla="*/ 1890069 h 2124953"/>
                <a:gd name="connsiteX11" fmla="*/ 1724591 w 2845345"/>
                <a:gd name="connsiteY11" fmla="*/ 1726101 h 2124953"/>
                <a:gd name="connsiteX12" fmla="*/ 1880160 w 2845345"/>
                <a:gd name="connsiteY12" fmla="*/ 1606320 h 2124953"/>
                <a:gd name="connsiteX13" fmla="*/ 2148572 w 2845345"/>
                <a:gd name="connsiteY13" fmla="*/ 1623849 h 2124953"/>
                <a:gd name="connsiteX14" fmla="*/ 2278212 w 2845345"/>
                <a:gd name="connsiteY14" fmla="*/ 1731944 h 2124953"/>
                <a:gd name="connsiteX15" fmla="*/ 2402011 w 2845345"/>
                <a:gd name="connsiteY15" fmla="*/ 1882400 h 2124953"/>
                <a:gd name="connsiteX16" fmla="*/ 2549545 w 2845345"/>
                <a:gd name="connsiteY16" fmla="*/ 2010580 h 2124953"/>
                <a:gd name="connsiteX17" fmla="*/ 2609070 w 2845345"/>
                <a:gd name="connsiteY17" fmla="*/ 2030300 h 2124953"/>
                <a:gd name="connsiteX18" fmla="*/ 2720817 w 2845345"/>
                <a:gd name="connsiteY18" fmla="*/ 1982461 h 2124953"/>
                <a:gd name="connsiteX19" fmla="*/ 2759527 w 2845345"/>
                <a:gd name="connsiteY19" fmla="*/ 1886417 h 2124953"/>
                <a:gd name="connsiteX20" fmla="*/ 2776691 w 2845345"/>
                <a:gd name="connsiteY20" fmla="*/ 1876557 h 2124953"/>
                <a:gd name="connsiteX21" fmla="*/ 2845345 w 2845345"/>
                <a:gd name="connsiteY21" fmla="*/ 1875096 h 2124953"/>
                <a:gd name="connsiteX22" fmla="*/ 2751493 w 2845345"/>
                <a:gd name="connsiteY22" fmla="*/ 2071932 h 2124953"/>
                <a:gd name="connsiteX23" fmla="*/ 2536398 w 2845345"/>
                <a:gd name="connsiteY23" fmla="*/ 2097859 h 2124953"/>
                <a:gd name="connsiteX24" fmla="*/ 2375351 w 2845345"/>
                <a:gd name="connsiteY24" fmla="*/ 1978809 h 2124953"/>
                <a:gd name="connsiteX25" fmla="*/ 2232199 w 2845345"/>
                <a:gd name="connsiteY25" fmla="*/ 1810824 h 2124953"/>
                <a:gd name="connsiteX26" fmla="*/ 2124104 w 2845345"/>
                <a:gd name="connsiteY26" fmla="*/ 1712224 h 2124953"/>
                <a:gd name="connsiteX27" fmla="*/ 1865553 w 2845345"/>
                <a:gd name="connsiteY27" fmla="*/ 1723545 h 2124953"/>
                <a:gd name="connsiteX28" fmla="*/ 1730069 w 2845345"/>
                <a:gd name="connsiteY28" fmla="*/ 1865236 h 2124953"/>
                <a:gd name="connsiteX29" fmla="*/ 1598237 w 2845345"/>
                <a:gd name="connsiteY29" fmla="*/ 2014597 h 2124953"/>
                <a:gd name="connsiteX30" fmla="*/ 1376204 w 2845345"/>
                <a:gd name="connsiteY30" fmla="*/ 2123057 h 2124953"/>
                <a:gd name="connsiteX31" fmla="*/ 1095012 w 2845345"/>
                <a:gd name="connsiteY31" fmla="*/ 1993782 h 2124953"/>
                <a:gd name="connsiteX32" fmla="*/ 1005906 w 2845345"/>
                <a:gd name="connsiteY32" fmla="*/ 1751299 h 2124953"/>
                <a:gd name="connsiteX33" fmla="*/ 1058128 w 2845345"/>
                <a:gd name="connsiteY33" fmla="*/ 1392686 h 2124953"/>
                <a:gd name="connsiteX34" fmla="*/ 1252771 w 2845345"/>
                <a:gd name="connsiteY34" fmla="*/ 1015815 h 2124953"/>
                <a:gd name="connsiteX35" fmla="*/ 1437920 w 2845345"/>
                <a:gd name="connsiteY35" fmla="*/ 723667 h 2124953"/>
                <a:gd name="connsiteX36" fmla="*/ 1572831 w 2845345"/>
                <a:gd name="connsiteY36" fmla="*/ 400163 h 2124953"/>
                <a:gd name="connsiteX37" fmla="*/ 0 w 2845345"/>
                <a:gd name="connsiteY37" fmla="*/ 59952 h 2124953"/>
                <a:gd name="connsiteX0" fmla="*/ 0 w 2955074"/>
                <a:gd name="connsiteY0" fmla="*/ 5763 h 2202439"/>
                <a:gd name="connsiteX1" fmla="*/ 178639 w 2955074"/>
                <a:gd name="connsiteY1" fmla="*/ 77486 h 2202439"/>
                <a:gd name="connsiteX2" fmla="*/ 1777760 w 2955074"/>
                <a:gd name="connsiteY2" fmla="*/ 359251 h 2202439"/>
                <a:gd name="connsiteX3" fmla="*/ 1733894 w 2955074"/>
                <a:gd name="connsiteY3" fmla="*/ 597744 h 2202439"/>
                <a:gd name="connsiteX4" fmla="*/ 1572847 w 2955074"/>
                <a:gd name="connsiteY4" fmla="*/ 926412 h 2202439"/>
                <a:gd name="connsiteX5" fmla="*/ 1392811 w 2955074"/>
                <a:gd name="connsiteY5" fmla="*/ 1199205 h 2202439"/>
                <a:gd name="connsiteX6" fmla="*/ 1209122 w 2955074"/>
                <a:gd name="connsiteY6" fmla="*/ 1603465 h 2202439"/>
                <a:gd name="connsiteX7" fmla="*/ 1223365 w 2955074"/>
                <a:gd name="connsiteY7" fmla="*/ 1913143 h 2202439"/>
                <a:gd name="connsiteX8" fmla="*/ 1354101 w 2955074"/>
                <a:gd name="connsiteY8" fmla="*/ 2080762 h 2202439"/>
                <a:gd name="connsiteX9" fmla="*/ 1560797 w 2955074"/>
                <a:gd name="connsiteY9" fmla="*/ 2085875 h 2202439"/>
                <a:gd name="connsiteX10" fmla="*/ 1695184 w 2955074"/>
                <a:gd name="connsiteY10" fmla="*/ 1967555 h 2202439"/>
                <a:gd name="connsiteX11" fmla="*/ 1834320 w 2955074"/>
                <a:gd name="connsiteY11" fmla="*/ 1803587 h 2202439"/>
                <a:gd name="connsiteX12" fmla="*/ 1989889 w 2955074"/>
                <a:gd name="connsiteY12" fmla="*/ 1683806 h 2202439"/>
                <a:gd name="connsiteX13" fmla="*/ 2258301 w 2955074"/>
                <a:gd name="connsiteY13" fmla="*/ 1701335 h 2202439"/>
                <a:gd name="connsiteX14" fmla="*/ 2387941 w 2955074"/>
                <a:gd name="connsiteY14" fmla="*/ 1809430 h 2202439"/>
                <a:gd name="connsiteX15" fmla="*/ 2511740 w 2955074"/>
                <a:gd name="connsiteY15" fmla="*/ 1959886 h 2202439"/>
                <a:gd name="connsiteX16" fmla="*/ 2659274 w 2955074"/>
                <a:gd name="connsiteY16" fmla="*/ 2088066 h 2202439"/>
                <a:gd name="connsiteX17" fmla="*/ 2718799 w 2955074"/>
                <a:gd name="connsiteY17" fmla="*/ 2107786 h 2202439"/>
                <a:gd name="connsiteX18" fmla="*/ 2830546 w 2955074"/>
                <a:gd name="connsiteY18" fmla="*/ 2059947 h 2202439"/>
                <a:gd name="connsiteX19" fmla="*/ 2869256 w 2955074"/>
                <a:gd name="connsiteY19" fmla="*/ 1963903 h 2202439"/>
                <a:gd name="connsiteX20" fmla="*/ 2886420 w 2955074"/>
                <a:gd name="connsiteY20" fmla="*/ 1954043 h 2202439"/>
                <a:gd name="connsiteX21" fmla="*/ 2955074 w 2955074"/>
                <a:gd name="connsiteY21" fmla="*/ 1952582 h 2202439"/>
                <a:gd name="connsiteX22" fmla="*/ 2861222 w 2955074"/>
                <a:gd name="connsiteY22" fmla="*/ 2149418 h 2202439"/>
                <a:gd name="connsiteX23" fmla="*/ 2646127 w 2955074"/>
                <a:gd name="connsiteY23" fmla="*/ 2175345 h 2202439"/>
                <a:gd name="connsiteX24" fmla="*/ 2485080 w 2955074"/>
                <a:gd name="connsiteY24" fmla="*/ 2056295 h 2202439"/>
                <a:gd name="connsiteX25" fmla="*/ 2341928 w 2955074"/>
                <a:gd name="connsiteY25" fmla="*/ 1888310 h 2202439"/>
                <a:gd name="connsiteX26" fmla="*/ 2233833 w 2955074"/>
                <a:gd name="connsiteY26" fmla="*/ 1789710 h 2202439"/>
                <a:gd name="connsiteX27" fmla="*/ 1975282 w 2955074"/>
                <a:gd name="connsiteY27" fmla="*/ 1801031 h 2202439"/>
                <a:gd name="connsiteX28" fmla="*/ 1839798 w 2955074"/>
                <a:gd name="connsiteY28" fmla="*/ 1942722 h 2202439"/>
                <a:gd name="connsiteX29" fmla="*/ 1707966 w 2955074"/>
                <a:gd name="connsiteY29" fmla="*/ 2092083 h 2202439"/>
                <a:gd name="connsiteX30" fmla="*/ 1485933 w 2955074"/>
                <a:gd name="connsiteY30" fmla="*/ 2200543 h 2202439"/>
                <a:gd name="connsiteX31" fmla="*/ 1204741 w 2955074"/>
                <a:gd name="connsiteY31" fmla="*/ 2071268 h 2202439"/>
                <a:gd name="connsiteX32" fmla="*/ 1115635 w 2955074"/>
                <a:gd name="connsiteY32" fmla="*/ 1828785 h 2202439"/>
                <a:gd name="connsiteX33" fmla="*/ 1167857 w 2955074"/>
                <a:gd name="connsiteY33" fmla="*/ 1470172 h 2202439"/>
                <a:gd name="connsiteX34" fmla="*/ 1362500 w 2955074"/>
                <a:gd name="connsiteY34" fmla="*/ 1093301 h 2202439"/>
                <a:gd name="connsiteX35" fmla="*/ 1547649 w 2955074"/>
                <a:gd name="connsiteY35" fmla="*/ 801153 h 2202439"/>
                <a:gd name="connsiteX36" fmla="*/ 1682560 w 2955074"/>
                <a:gd name="connsiteY36" fmla="*/ 477649 h 2202439"/>
                <a:gd name="connsiteX37" fmla="*/ 0 w 2955074"/>
                <a:gd name="connsiteY37" fmla="*/ 5763 h 2202439"/>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67267 h 2263943"/>
                <a:gd name="connsiteX1" fmla="*/ 54280 w 2955074"/>
                <a:gd name="connsiteY1" fmla="*/ 0 h 2263943"/>
                <a:gd name="connsiteX2" fmla="*/ 1777760 w 2955074"/>
                <a:gd name="connsiteY2" fmla="*/ 420755 h 2263943"/>
                <a:gd name="connsiteX3" fmla="*/ 1733894 w 2955074"/>
                <a:gd name="connsiteY3" fmla="*/ 659248 h 2263943"/>
                <a:gd name="connsiteX4" fmla="*/ 1572847 w 2955074"/>
                <a:gd name="connsiteY4" fmla="*/ 987916 h 2263943"/>
                <a:gd name="connsiteX5" fmla="*/ 1392811 w 2955074"/>
                <a:gd name="connsiteY5" fmla="*/ 1260709 h 2263943"/>
                <a:gd name="connsiteX6" fmla="*/ 1209122 w 2955074"/>
                <a:gd name="connsiteY6" fmla="*/ 1664969 h 2263943"/>
                <a:gd name="connsiteX7" fmla="*/ 1223365 w 2955074"/>
                <a:gd name="connsiteY7" fmla="*/ 1974647 h 2263943"/>
                <a:gd name="connsiteX8" fmla="*/ 1354101 w 2955074"/>
                <a:gd name="connsiteY8" fmla="*/ 2142266 h 2263943"/>
                <a:gd name="connsiteX9" fmla="*/ 1560797 w 2955074"/>
                <a:gd name="connsiteY9" fmla="*/ 2147379 h 2263943"/>
                <a:gd name="connsiteX10" fmla="*/ 1695184 w 2955074"/>
                <a:gd name="connsiteY10" fmla="*/ 2029059 h 2263943"/>
                <a:gd name="connsiteX11" fmla="*/ 1834320 w 2955074"/>
                <a:gd name="connsiteY11" fmla="*/ 1865091 h 2263943"/>
                <a:gd name="connsiteX12" fmla="*/ 1989889 w 2955074"/>
                <a:gd name="connsiteY12" fmla="*/ 1745310 h 2263943"/>
                <a:gd name="connsiteX13" fmla="*/ 2258301 w 2955074"/>
                <a:gd name="connsiteY13" fmla="*/ 1762839 h 2263943"/>
                <a:gd name="connsiteX14" fmla="*/ 2387941 w 2955074"/>
                <a:gd name="connsiteY14" fmla="*/ 1870934 h 2263943"/>
                <a:gd name="connsiteX15" fmla="*/ 2511740 w 2955074"/>
                <a:gd name="connsiteY15" fmla="*/ 2021390 h 2263943"/>
                <a:gd name="connsiteX16" fmla="*/ 2659274 w 2955074"/>
                <a:gd name="connsiteY16" fmla="*/ 2149570 h 2263943"/>
                <a:gd name="connsiteX17" fmla="*/ 2718799 w 2955074"/>
                <a:gd name="connsiteY17" fmla="*/ 2169290 h 2263943"/>
                <a:gd name="connsiteX18" fmla="*/ 2830546 w 2955074"/>
                <a:gd name="connsiteY18" fmla="*/ 2121451 h 2263943"/>
                <a:gd name="connsiteX19" fmla="*/ 2869256 w 2955074"/>
                <a:gd name="connsiteY19" fmla="*/ 2025407 h 2263943"/>
                <a:gd name="connsiteX20" fmla="*/ 2886420 w 2955074"/>
                <a:gd name="connsiteY20" fmla="*/ 2015547 h 2263943"/>
                <a:gd name="connsiteX21" fmla="*/ 2955074 w 2955074"/>
                <a:gd name="connsiteY21" fmla="*/ 2014086 h 2263943"/>
                <a:gd name="connsiteX22" fmla="*/ 2861222 w 2955074"/>
                <a:gd name="connsiteY22" fmla="*/ 2210922 h 2263943"/>
                <a:gd name="connsiteX23" fmla="*/ 2646127 w 2955074"/>
                <a:gd name="connsiteY23" fmla="*/ 2236849 h 2263943"/>
                <a:gd name="connsiteX24" fmla="*/ 2485080 w 2955074"/>
                <a:gd name="connsiteY24" fmla="*/ 2117799 h 2263943"/>
                <a:gd name="connsiteX25" fmla="*/ 2341928 w 2955074"/>
                <a:gd name="connsiteY25" fmla="*/ 1949814 h 2263943"/>
                <a:gd name="connsiteX26" fmla="*/ 2233833 w 2955074"/>
                <a:gd name="connsiteY26" fmla="*/ 1851214 h 2263943"/>
                <a:gd name="connsiteX27" fmla="*/ 1975282 w 2955074"/>
                <a:gd name="connsiteY27" fmla="*/ 1862535 h 2263943"/>
                <a:gd name="connsiteX28" fmla="*/ 1839798 w 2955074"/>
                <a:gd name="connsiteY28" fmla="*/ 2004226 h 2263943"/>
                <a:gd name="connsiteX29" fmla="*/ 1707966 w 2955074"/>
                <a:gd name="connsiteY29" fmla="*/ 2153587 h 2263943"/>
                <a:gd name="connsiteX30" fmla="*/ 1485933 w 2955074"/>
                <a:gd name="connsiteY30" fmla="*/ 2262047 h 2263943"/>
                <a:gd name="connsiteX31" fmla="*/ 1204741 w 2955074"/>
                <a:gd name="connsiteY31" fmla="*/ 2132772 h 2263943"/>
                <a:gd name="connsiteX32" fmla="*/ 1115635 w 2955074"/>
                <a:gd name="connsiteY32" fmla="*/ 1890289 h 2263943"/>
                <a:gd name="connsiteX33" fmla="*/ 1167857 w 2955074"/>
                <a:gd name="connsiteY33" fmla="*/ 1531676 h 2263943"/>
                <a:gd name="connsiteX34" fmla="*/ 1362500 w 2955074"/>
                <a:gd name="connsiteY34" fmla="*/ 1154805 h 2263943"/>
                <a:gd name="connsiteX35" fmla="*/ 1547649 w 2955074"/>
                <a:gd name="connsiteY35" fmla="*/ 862657 h 2263943"/>
                <a:gd name="connsiteX36" fmla="*/ 1682560 w 2955074"/>
                <a:gd name="connsiteY36" fmla="*/ 539153 h 2263943"/>
                <a:gd name="connsiteX37" fmla="*/ 0 w 2955074"/>
                <a:gd name="connsiteY37" fmla="*/ 67267 h 2263943"/>
                <a:gd name="connsiteX0" fmla="*/ 0 w 2955074"/>
                <a:gd name="connsiteY0" fmla="*/ 67267 h 2263943"/>
                <a:gd name="connsiteX1" fmla="*/ 54280 w 2955074"/>
                <a:gd name="connsiteY1" fmla="*/ 0 h 2263943"/>
                <a:gd name="connsiteX2" fmla="*/ 1777760 w 2955074"/>
                <a:gd name="connsiteY2" fmla="*/ 420755 h 2263943"/>
                <a:gd name="connsiteX3" fmla="*/ 1733894 w 2955074"/>
                <a:gd name="connsiteY3" fmla="*/ 659248 h 2263943"/>
                <a:gd name="connsiteX4" fmla="*/ 1572847 w 2955074"/>
                <a:gd name="connsiteY4" fmla="*/ 987916 h 2263943"/>
                <a:gd name="connsiteX5" fmla="*/ 1392811 w 2955074"/>
                <a:gd name="connsiteY5" fmla="*/ 1260709 h 2263943"/>
                <a:gd name="connsiteX6" fmla="*/ 1209122 w 2955074"/>
                <a:gd name="connsiteY6" fmla="*/ 1664969 h 2263943"/>
                <a:gd name="connsiteX7" fmla="*/ 1223365 w 2955074"/>
                <a:gd name="connsiteY7" fmla="*/ 1974647 h 2263943"/>
                <a:gd name="connsiteX8" fmla="*/ 1354101 w 2955074"/>
                <a:gd name="connsiteY8" fmla="*/ 2142266 h 2263943"/>
                <a:gd name="connsiteX9" fmla="*/ 1560797 w 2955074"/>
                <a:gd name="connsiteY9" fmla="*/ 2147379 h 2263943"/>
                <a:gd name="connsiteX10" fmla="*/ 1695184 w 2955074"/>
                <a:gd name="connsiteY10" fmla="*/ 2029059 h 2263943"/>
                <a:gd name="connsiteX11" fmla="*/ 1834320 w 2955074"/>
                <a:gd name="connsiteY11" fmla="*/ 1865091 h 2263943"/>
                <a:gd name="connsiteX12" fmla="*/ 1989889 w 2955074"/>
                <a:gd name="connsiteY12" fmla="*/ 1745310 h 2263943"/>
                <a:gd name="connsiteX13" fmla="*/ 2258301 w 2955074"/>
                <a:gd name="connsiteY13" fmla="*/ 1762839 h 2263943"/>
                <a:gd name="connsiteX14" fmla="*/ 2387941 w 2955074"/>
                <a:gd name="connsiteY14" fmla="*/ 1870934 h 2263943"/>
                <a:gd name="connsiteX15" fmla="*/ 2511740 w 2955074"/>
                <a:gd name="connsiteY15" fmla="*/ 2021390 h 2263943"/>
                <a:gd name="connsiteX16" fmla="*/ 2659274 w 2955074"/>
                <a:gd name="connsiteY16" fmla="*/ 2149570 h 2263943"/>
                <a:gd name="connsiteX17" fmla="*/ 2718799 w 2955074"/>
                <a:gd name="connsiteY17" fmla="*/ 2169290 h 2263943"/>
                <a:gd name="connsiteX18" fmla="*/ 2830546 w 2955074"/>
                <a:gd name="connsiteY18" fmla="*/ 2121451 h 2263943"/>
                <a:gd name="connsiteX19" fmla="*/ 2869256 w 2955074"/>
                <a:gd name="connsiteY19" fmla="*/ 2025407 h 2263943"/>
                <a:gd name="connsiteX20" fmla="*/ 2886420 w 2955074"/>
                <a:gd name="connsiteY20" fmla="*/ 2015547 h 2263943"/>
                <a:gd name="connsiteX21" fmla="*/ 2955074 w 2955074"/>
                <a:gd name="connsiteY21" fmla="*/ 2014086 h 2263943"/>
                <a:gd name="connsiteX22" fmla="*/ 2861222 w 2955074"/>
                <a:gd name="connsiteY22" fmla="*/ 2210922 h 2263943"/>
                <a:gd name="connsiteX23" fmla="*/ 2646127 w 2955074"/>
                <a:gd name="connsiteY23" fmla="*/ 2236849 h 2263943"/>
                <a:gd name="connsiteX24" fmla="*/ 2485080 w 2955074"/>
                <a:gd name="connsiteY24" fmla="*/ 2117799 h 2263943"/>
                <a:gd name="connsiteX25" fmla="*/ 2341928 w 2955074"/>
                <a:gd name="connsiteY25" fmla="*/ 1949814 h 2263943"/>
                <a:gd name="connsiteX26" fmla="*/ 2233833 w 2955074"/>
                <a:gd name="connsiteY26" fmla="*/ 1851214 h 2263943"/>
                <a:gd name="connsiteX27" fmla="*/ 1975282 w 2955074"/>
                <a:gd name="connsiteY27" fmla="*/ 1862535 h 2263943"/>
                <a:gd name="connsiteX28" fmla="*/ 1839798 w 2955074"/>
                <a:gd name="connsiteY28" fmla="*/ 2004226 h 2263943"/>
                <a:gd name="connsiteX29" fmla="*/ 1707966 w 2955074"/>
                <a:gd name="connsiteY29" fmla="*/ 2153587 h 2263943"/>
                <a:gd name="connsiteX30" fmla="*/ 1485933 w 2955074"/>
                <a:gd name="connsiteY30" fmla="*/ 2262047 h 2263943"/>
                <a:gd name="connsiteX31" fmla="*/ 1204741 w 2955074"/>
                <a:gd name="connsiteY31" fmla="*/ 2132772 h 2263943"/>
                <a:gd name="connsiteX32" fmla="*/ 1115635 w 2955074"/>
                <a:gd name="connsiteY32" fmla="*/ 1890289 h 2263943"/>
                <a:gd name="connsiteX33" fmla="*/ 1167857 w 2955074"/>
                <a:gd name="connsiteY33" fmla="*/ 1531676 h 2263943"/>
                <a:gd name="connsiteX34" fmla="*/ 1362500 w 2955074"/>
                <a:gd name="connsiteY34" fmla="*/ 1154805 h 2263943"/>
                <a:gd name="connsiteX35" fmla="*/ 1547649 w 2955074"/>
                <a:gd name="connsiteY35" fmla="*/ 862657 h 2263943"/>
                <a:gd name="connsiteX36" fmla="*/ 1682560 w 2955074"/>
                <a:gd name="connsiteY36" fmla="*/ 539153 h 2263943"/>
                <a:gd name="connsiteX37" fmla="*/ 0 w 2955074"/>
                <a:gd name="connsiteY37" fmla="*/ 67267 h 226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955074" h="2263943">
                  <a:moveTo>
                    <a:pt x="0" y="67267"/>
                  </a:moveTo>
                  <a:cubicBezTo>
                    <a:pt x="19521" y="32304"/>
                    <a:pt x="13052" y="30088"/>
                    <a:pt x="54280" y="0"/>
                  </a:cubicBezTo>
                  <a:cubicBezTo>
                    <a:pt x="477807" y="687154"/>
                    <a:pt x="1755065" y="-79168"/>
                    <a:pt x="1777760" y="420755"/>
                  </a:cubicBezTo>
                  <a:cubicBezTo>
                    <a:pt x="1776038" y="487312"/>
                    <a:pt x="1765163" y="577766"/>
                    <a:pt x="1733894" y="659248"/>
                  </a:cubicBezTo>
                  <a:cubicBezTo>
                    <a:pt x="1695184" y="776108"/>
                    <a:pt x="1638946" y="884568"/>
                    <a:pt x="1572847" y="987916"/>
                  </a:cubicBezTo>
                  <a:cubicBezTo>
                    <a:pt x="1514052" y="1079577"/>
                    <a:pt x="1451606" y="1169047"/>
                    <a:pt x="1392811" y="1260709"/>
                  </a:cubicBezTo>
                  <a:cubicBezTo>
                    <a:pt x="1312105" y="1386332"/>
                    <a:pt x="1242720" y="1517799"/>
                    <a:pt x="1209122" y="1664969"/>
                  </a:cubicBezTo>
                  <a:cubicBezTo>
                    <a:pt x="1185386" y="1769047"/>
                    <a:pt x="1185020" y="1873125"/>
                    <a:pt x="1223365" y="1974647"/>
                  </a:cubicBezTo>
                  <a:cubicBezTo>
                    <a:pt x="1249658" y="2043667"/>
                    <a:pt x="1290194" y="2102461"/>
                    <a:pt x="1354101" y="2142266"/>
                  </a:cubicBezTo>
                  <a:cubicBezTo>
                    <a:pt x="1422026" y="2184628"/>
                    <a:pt x="1490681" y="2184628"/>
                    <a:pt x="1560797" y="2147379"/>
                  </a:cubicBezTo>
                  <a:cubicBezTo>
                    <a:pt x="1615209" y="2118530"/>
                    <a:pt x="1655745" y="2074342"/>
                    <a:pt x="1695184" y="2029059"/>
                  </a:cubicBezTo>
                  <a:cubicBezTo>
                    <a:pt x="1742293" y="1975011"/>
                    <a:pt x="1786846" y="1918773"/>
                    <a:pt x="1834320" y="1865091"/>
                  </a:cubicBezTo>
                  <a:cubicBezTo>
                    <a:pt x="1878143" y="1815060"/>
                    <a:pt x="1928538" y="1773064"/>
                    <a:pt x="1989889" y="1745310"/>
                  </a:cubicBezTo>
                  <a:cubicBezTo>
                    <a:pt x="2082281" y="1703313"/>
                    <a:pt x="2171752" y="1715365"/>
                    <a:pt x="2258301" y="1762839"/>
                  </a:cubicBezTo>
                  <a:cubicBezTo>
                    <a:pt x="2308331" y="1790228"/>
                    <a:pt x="2348866" y="1830033"/>
                    <a:pt x="2387941" y="1870934"/>
                  </a:cubicBezTo>
                  <a:cubicBezTo>
                    <a:pt x="2433225" y="1918042"/>
                    <a:pt x="2468282" y="1973186"/>
                    <a:pt x="2511740" y="2021390"/>
                  </a:cubicBezTo>
                  <a:cubicBezTo>
                    <a:pt x="2555562" y="2069959"/>
                    <a:pt x="2599384" y="2118895"/>
                    <a:pt x="2659274" y="2149570"/>
                  </a:cubicBezTo>
                  <a:cubicBezTo>
                    <a:pt x="2678264" y="2159430"/>
                    <a:pt x="2697984" y="2166369"/>
                    <a:pt x="2718799" y="2169290"/>
                  </a:cubicBezTo>
                  <a:cubicBezTo>
                    <a:pt x="2765543" y="2175863"/>
                    <a:pt x="2802427" y="2157605"/>
                    <a:pt x="2830546" y="2121451"/>
                  </a:cubicBezTo>
                  <a:cubicBezTo>
                    <a:pt x="2852457" y="2093332"/>
                    <a:pt x="2863778" y="2060465"/>
                    <a:pt x="2869256" y="2025407"/>
                  </a:cubicBezTo>
                  <a:cubicBezTo>
                    <a:pt x="2871812" y="2016278"/>
                    <a:pt x="2876560" y="2014086"/>
                    <a:pt x="2886420" y="2015547"/>
                  </a:cubicBezTo>
                  <a:cubicBezTo>
                    <a:pt x="2909427" y="2019199"/>
                    <a:pt x="2932433" y="2018103"/>
                    <a:pt x="2955074" y="2014086"/>
                  </a:cubicBezTo>
                  <a:cubicBezTo>
                    <a:pt x="2949231" y="2091871"/>
                    <a:pt x="2923304" y="2161256"/>
                    <a:pt x="2861222" y="2210922"/>
                  </a:cubicBezTo>
                  <a:cubicBezTo>
                    <a:pt x="2796219" y="2262778"/>
                    <a:pt x="2722086" y="2266430"/>
                    <a:pt x="2646127" y="2236849"/>
                  </a:cubicBezTo>
                  <a:cubicBezTo>
                    <a:pt x="2581855" y="2211651"/>
                    <a:pt x="2531824" y="2166734"/>
                    <a:pt x="2485080" y="2117799"/>
                  </a:cubicBezTo>
                  <a:cubicBezTo>
                    <a:pt x="2434320" y="2064482"/>
                    <a:pt x="2391228" y="2004592"/>
                    <a:pt x="2341928" y="1949814"/>
                  </a:cubicBezTo>
                  <a:cubicBezTo>
                    <a:pt x="2309061" y="1913295"/>
                    <a:pt x="2275099" y="1878237"/>
                    <a:pt x="2233833" y="1851214"/>
                  </a:cubicBezTo>
                  <a:cubicBezTo>
                    <a:pt x="2147284" y="1794975"/>
                    <a:pt x="2056718" y="1798992"/>
                    <a:pt x="1975282" y="1862535"/>
                  </a:cubicBezTo>
                  <a:cubicBezTo>
                    <a:pt x="1923060" y="1903070"/>
                    <a:pt x="1881794" y="1953831"/>
                    <a:pt x="1839798" y="2004226"/>
                  </a:cubicBezTo>
                  <a:cubicBezTo>
                    <a:pt x="1797437" y="2055352"/>
                    <a:pt x="1756901" y="2107939"/>
                    <a:pt x="1707966" y="2153587"/>
                  </a:cubicBezTo>
                  <a:cubicBezTo>
                    <a:pt x="1645154" y="2212382"/>
                    <a:pt x="1572847" y="2252918"/>
                    <a:pt x="1485933" y="2262047"/>
                  </a:cubicBezTo>
                  <a:cubicBezTo>
                    <a:pt x="1367248" y="2274098"/>
                    <a:pt x="1273395" y="2228450"/>
                    <a:pt x="1204741" y="2132772"/>
                  </a:cubicBezTo>
                  <a:cubicBezTo>
                    <a:pt x="1153249" y="2060465"/>
                    <a:pt x="1126956" y="1977568"/>
                    <a:pt x="1115635" y="1890289"/>
                  </a:cubicBezTo>
                  <a:cubicBezTo>
                    <a:pt x="1099202" y="1766126"/>
                    <a:pt x="1124764" y="1647440"/>
                    <a:pt x="1167857" y="1531676"/>
                  </a:cubicBezTo>
                  <a:cubicBezTo>
                    <a:pt x="1217887" y="1398384"/>
                    <a:pt x="1285447" y="1274221"/>
                    <a:pt x="1362500" y="1154805"/>
                  </a:cubicBezTo>
                  <a:cubicBezTo>
                    <a:pt x="1424947" y="1058031"/>
                    <a:pt x="1489950" y="962718"/>
                    <a:pt x="1547649" y="862657"/>
                  </a:cubicBezTo>
                  <a:cubicBezTo>
                    <a:pt x="1605349" y="762231"/>
                    <a:pt x="1656631" y="652726"/>
                    <a:pt x="1682560" y="539153"/>
                  </a:cubicBezTo>
                  <a:cubicBezTo>
                    <a:pt x="1811508" y="-36392"/>
                    <a:pt x="464357" y="817264"/>
                    <a:pt x="0" y="67267"/>
                  </a:cubicBezTo>
                  <a:close/>
                </a:path>
              </a:pathLst>
            </a:custGeom>
            <a:grpFill/>
            <a:ln w="478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1BEC1733-75FE-46B3-AC44-D8C75F18F720}"/>
                </a:ext>
              </a:extLst>
            </p:cNvPr>
            <p:cNvSpPr/>
            <p:nvPr/>
          </p:nvSpPr>
          <p:spPr>
            <a:xfrm rot="20761001" flipH="1">
              <a:off x="1880168" y="3385666"/>
              <a:ext cx="301665" cy="360717"/>
            </a:xfrm>
            <a:custGeom>
              <a:avLst/>
              <a:gdLst>
                <a:gd name="connsiteX0" fmla="*/ 82313 w 565445"/>
                <a:gd name="connsiteY0" fmla="*/ 374057 h 676133"/>
                <a:gd name="connsiteX1" fmla="*/ 78615 w 565445"/>
                <a:gd name="connsiteY1" fmla="*/ 382986 h 676133"/>
                <a:gd name="connsiteX2" fmla="*/ 78614 w 565445"/>
                <a:gd name="connsiteY2" fmla="*/ 382986 h 676133"/>
                <a:gd name="connsiteX3" fmla="*/ 91242 w 565445"/>
                <a:gd name="connsiteY3" fmla="*/ 395612 h 676133"/>
                <a:gd name="connsiteX4" fmla="*/ 474201 w 565445"/>
                <a:gd name="connsiteY4" fmla="*/ 395613 h 676133"/>
                <a:gd name="connsiteX5" fmla="*/ 483130 w 565445"/>
                <a:gd name="connsiteY5" fmla="*/ 391915 h 676133"/>
                <a:gd name="connsiteX6" fmla="*/ 486829 w 565445"/>
                <a:gd name="connsiteY6" fmla="*/ 382986 h 676133"/>
                <a:gd name="connsiteX7" fmla="*/ 474201 w 565445"/>
                <a:gd name="connsiteY7" fmla="*/ 370360 h 676133"/>
                <a:gd name="connsiteX8" fmla="*/ 91242 w 565445"/>
                <a:gd name="connsiteY8" fmla="*/ 370359 h 676133"/>
                <a:gd name="connsiteX9" fmla="*/ 82313 w 565445"/>
                <a:gd name="connsiteY9" fmla="*/ 374057 h 676133"/>
                <a:gd name="connsiteX10" fmla="*/ 82314 w 565445"/>
                <a:gd name="connsiteY10" fmla="*/ 320622 h 676133"/>
                <a:gd name="connsiteX11" fmla="*/ 78615 w 565445"/>
                <a:gd name="connsiteY11" fmla="*/ 329550 h 676133"/>
                <a:gd name="connsiteX12" fmla="*/ 78615 w 565445"/>
                <a:gd name="connsiteY12" fmla="*/ 329551 h 676133"/>
                <a:gd name="connsiteX13" fmla="*/ 91242 w 565445"/>
                <a:gd name="connsiteY13" fmla="*/ 342177 h 676133"/>
                <a:gd name="connsiteX14" fmla="*/ 474201 w 565445"/>
                <a:gd name="connsiteY14" fmla="*/ 342178 h 676133"/>
                <a:gd name="connsiteX15" fmla="*/ 483130 w 565445"/>
                <a:gd name="connsiteY15" fmla="*/ 338479 h 676133"/>
                <a:gd name="connsiteX16" fmla="*/ 486829 w 565445"/>
                <a:gd name="connsiteY16" fmla="*/ 329551 h 676133"/>
                <a:gd name="connsiteX17" fmla="*/ 474201 w 565445"/>
                <a:gd name="connsiteY17" fmla="*/ 316925 h 676133"/>
                <a:gd name="connsiteX18" fmla="*/ 91243 w 565445"/>
                <a:gd name="connsiteY18" fmla="*/ 316924 h 676133"/>
                <a:gd name="connsiteX19" fmla="*/ 82314 w 565445"/>
                <a:gd name="connsiteY19" fmla="*/ 320622 h 676133"/>
                <a:gd name="connsiteX20" fmla="*/ 82314 w 565445"/>
                <a:gd name="connsiteY20" fmla="*/ 267186 h 676133"/>
                <a:gd name="connsiteX21" fmla="*/ 78616 w 565445"/>
                <a:gd name="connsiteY21" fmla="*/ 276115 h 676133"/>
                <a:gd name="connsiteX22" fmla="*/ 78615 w 565445"/>
                <a:gd name="connsiteY22" fmla="*/ 276115 h 676133"/>
                <a:gd name="connsiteX23" fmla="*/ 91242 w 565445"/>
                <a:gd name="connsiteY23" fmla="*/ 288742 h 676133"/>
                <a:gd name="connsiteX24" fmla="*/ 474201 w 565445"/>
                <a:gd name="connsiteY24" fmla="*/ 288742 h 676133"/>
                <a:gd name="connsiteX25" fmla="*/ 483130 w 565445"/>
                <a:gd name="connsiteY25" fmla="*/ 285044 h 676133"/>
                <a:gd name="connsiteX26" fmla="*/ 486828 w 565445"/>
                <a:gd name="connsiteY26" fmla="*/ 276116 h 676133"/>
                <a:gd name="connsiteX27" fmla="*/ 474201 w 565445"/>
                <a:gd name="connsiteY27" fmla="*/ 263489 h 676133"/>
                <a:gd name="connsiteX28" fmla="*/ 91243 w 565445"/>
                <a:gd name="connsiteY28" fmla="*/ 263488 h 676133"/>
                <a:gd name="connsiteX29" fmla="*/ 82314 w 565445"/>
                <a:gd name="connsiteY29" fmla="*/ 267186 h 676133"/>
                <a:gd name="connsiteX30" fmla="*/ 5628 w 565445"/>
                <a:gd name="connsiteY30" fmla="*/ 181100 h 676133"/>
                <a:gd name="connsiteX31" fmla="*/ 19215 w 565445"/>
                <a:gd name="connsiteY31" fmla="*/ 175472 h 676133"/>
                <a:gd name="connsiteX32" fmla="*/ 150865 w 565445"/>
                <a:gd name="connsiteY32" fmla="*/ 175472 h 676133"/>
                <a:gd name="connsiteX33" fmla="*/ 182560 w 565445"/>
                <a:gd name="connsiteY33" fmla="*/ 175472 h 676133"/>
                <a:gd name="connsiteX34" fmla="*/ 182560 w 565445"/>
                <a:gd name="connsiteY34" fmla="*/ 175472 h 676133"/>
                <a:gd name="connsiteX35" fmla="*/ 382886 w 565445"/>
                <a:gd name="connsiteY35" fmla="*/ 175472 h 676133"/>
                <a:gd name="connsiteX36" fmla="*/ 382887 w 565445"/>
                <a:gd name="connsiteY36" fmla="*/ 37057 h 676133"/>
                <a:gd name="connsiteX37" fmla="*/ 419942 w 565445"/>
                <a:gd name="connsiteY37" fmla="*/ 1 h 676133"/>
                <a:gd name="connsiteX38" fmla="*/ 456998 w 565445"/>
                <a:gd name="connsiteY38" fmla="*/ 37057 h 676133"/>
                <a:gd name="connsiteX39" fmla="*/ 456998 w 565445"/>
                <a:gd name="connsiteY39" fmla="*/ 175473 h 676133"/>
                <a:gd name="connsiteX40" fmla="*/ 546230 w 565445"/>
                <a:gd name="connsiteY40" fmla="*/ 175472 h 676133"/>
                <a:gd name="connsiteX41" fmla="*/ 565445 w 565445"/>
                <a:gd name="connsiteY41" fmla="*/ 194686 h 676133"/>
                <a:gd name="connsiteX42" fmla="*/ 546231 w 565445"/>
                <a:gd name="connsiteY42" fmla="*/ 213900 h 676133"/>
                <a:gd name="connsiteX43" fmla="*/ 525277 w 565445"/>
                <a:gd name="connsiteY43" fmla="*/ 213900 h 676133"/>
                <a:gd name="connsiteX44" fmla="*/ 508900 w 565445"/>
                <a:gd name="connsiteY44" fmla="*/ 524387 h 676133"/>
                <a:gd name="connsiteX45" fmla="*/ 378244 w 565445"/>
                <a:gd name="connsiteY45" fmla="*/ 676133 h 676133"/>
                <a:gd name="connsiteX46" fmla="*/ 184456 w 565445"/>
                <a:gd name="connsiteY46" fmla="*/ 676133 h 676133"/>
                <a:gd name="connsiteX47" fmla="*/ 53800 w 565445"/>
                <a:gd name="connsiteY47" fmla="*/ 524387 h 676133"/>
                <a:gd name="connsiteX48" fmla="*/ 37423 w 565445"/>
                <a:gd name="connsiteY48" fmla="*/ 213900 h 676133"/>
                <a:gd name="connsiteX49" fmla="*/ 19215 w 565445"/>
                <a:gd name="connsiteY49" fmla="*/ 213900 h 676133"/>
                <a:gd name="connsiteX50" fmla="*/ 0 w 565445"/>
                <a:gd name="connsiteY50" fmla="*/ 194687 h 676133"/>
                <a:gd name="connsiteX51" fmla="*/ 5628 w 565445"/>
                <a:gd name="connsiteY51" fmla="*/ 181100 h 676133"/>
                <a:gd name="connsiteX52" fmla="*/ 119301 w 565445"/>
                <a:gd name="connsiteY52" fmla="*/ 10854 h 676133"/>
                <a:gd name="connsiteX53" fmla="*/ 145504 w 565445"/>
                <a:gd name="connsiteY53" fmla="*/ 0 h 676133"/>
                <a:gd name="connsiteX54" fmla="*/ 182560 w 565445"/>
                <a:gd name="connsiteY54" fmla="*/ 37056 h 676133"/>
                <a:gd name="connsiteX55" fmla="*/ 182560 w 565445"/>
                <a:gd name="connsiteY55" fmla="*/ 175472 h 676133"/>
                <a:gd name="connsiteX56" fmla="*/ 150865 w 565445"/>
                <a:gd name="connsiteY56" fmla="*/ 175472 h 676133"/>
                <a:gd name="connsiteX57" fmla="*/ 108448 w 565445"/>
                <a:gd name="connsiteY57" fmla="*/ 175472 h 676133"/>
                <a:gd name="connsiteX58" fmla="*/ 108448 w 565445"/>
                <a:gd name="connsiteY58" fmla="*/ 37056 h 676133"/>
                <a:gd name="connsiteX59" fmla="*/ 119301 w 565445"/>
                <a:gd name="connsiteY59" fmla="*/ 10854 h 676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5445" h="676133">
                  <a:moveTo>
                    <a:pt x="82313" y="374057"/>
                  </a:moveTo>
                  <a:cubicBezTo>
                    <a:pt x="80028" y="376342"/>
                    <a:pt x="78616" y="379499"/>
                    <a:pt x="78615" y="382986"/>
                  </a:cubicBezTo>
                  <a:lnTo>
                    <a:pt x="78614" y="382986"/>
                  </a:lnTo>
                  <a:cubicBezTo>
                    <a:pt x="78614" y="389959"/>
                    <a:pt x="84268" y="395612"/>
                    <a:pt x="91242" y="395612"/>
                  </a:cubicBezTo>
                  <a:lnTo>
                    <a:pt x="474201" y="395613"/>
                  </a:lnTo>
                  <a:cubicBezTo>
                    <a:pt x="477687" y="395613"/>
                    <a:pt x="480845" y="394199"/>
                    <a:pt x="483130" y="391915"/>
                  </a:cubicBezTo>
                  <a:lnTo>
                    <a:pt x="486829" y="382986"/>
                  </a:lnTo>
                  <a:lnTo>
                    <a:pt x="474201" y="370360"/>
                  </a:lnTo>
                  <a:lnTo>
                    <a:pt x="91242" y="370359"/>
                  </a:lnTo>
                  <a:cubicBezTo>
                    <a:pt x="87756" y="370359"/>
                    <a:pt x="84600" y="371771"/>
                    <a:pt x="82313" y="374057"/>
                  </a:cubicBezTo>
                  <a:close/>
                  <a:moveTo>
                    <a:pt x="82314" y="320622"/>
                  </a:moveTo>
                  <a:cubicBezTo>
                    <a:pt x="80029" y="322907"/>
                    <a:pt x="78616" y="326063"/>
                    <a:pt x="78615" y="329550"/>
                  </a:cubicBezTo>
                  <a:lnTo>
                    <a:pt x="78615" y="329551"/>
                  </a:lnTo>
                  <a:cubicBezTo>
                    <a:pt x="78614" y="336525"/>
                    <a:pt x="84268" y="342177"/>
                    <a:pt x="91242" y="342177"/>
                  </a:cubicBezTo>
                  <a:lnTo>
                    <a:pt x="474201" y="342178"/>
                  </a:lnTo>
                  <a:cubicBezTo>
                    <a:pt x="477688" y="342178"/>
                    <a:pt x="480844" y="340765"/>
                    <a:pt x="483130" y="338479"/>
                  </a:cubicBezTo>
                  <a:lnTo>
                    <a:pt x="486829" y="329551"/>
                  </a:lnTo>
                  <a:lnTo>
                    <a:pt x="474201" y="316925"/>
                  </a:lnTo>
                  <a:lnTo>
                    <a:pt x="91243" y="316924"/>
                  </a:lnTo>
                  <a:cubicBezTo>
                    <a:pt x="87756" y="316923"/>
                    <a:pt x="84599" y="318337"/>
                    <a:pt x="82314" y="320622"/>
                  </a:cubicBezTo>
                  <a:close/>
                  <a:moveTo>
                    <a:pt x="82314" y="267186"/>
                  </a:moveTo>
                  <a:cubicBezTo>
                    <a:pt x="80029" y="269471"/>
                    <a:pt x="78616" y="272628"/>
                    <a:pt x="78616" y="276115"/>
                  </a:cubicBezTo>
                  <a:lnTo>
                    <a:pt x="78615" y="276115"/>
                  </a:lnTo>
                  <a:cubicBezTo>
                    <a:pt x="78615" y="283088"/>
                    <a:pt x="84268" y="288742"/>
                    <a:pt x="91242" y="288742"/>
                  </a:cubicBezTo>
                  <a:lnTo>
                    <a:pt x="474201" y="288742"/>
                  </a:lnTo>
                  <a:cubicBezTo>
                    <a:pt x="477689" y="288742"/>
                    <a:pt x="480845" y="287328"/>
                    <a:pt x="483130" y="285044"/>
                  </a:cubicBezTo>
                  <a:lnTo>
                    <a:pt x="486828" y="276116"/>
                  </a:lnTo>
                  <a:lnTo>
                    <a:pt x="474201" y="263489"/>
                  </a:lnTo>
                  <a:lnTo>
                    <a:pt x="91243" y="263488"/>
                  </a:lnTo>
                  <a:cubicBezTo>
                    <a:pt x="87756" y="263488"/>
                    <a:pt x="84599" y="264901"/>
                    <a:pt x="82314" y="267186"/>
                  </a:cubicBezTo>
                  <a:close/>
                  <a:moveTo>
                    <a:pt x="5628" y="181100"/>
                  </a:moveTo>
                  <a:cubicBezTo>
                    <a:pt x="9105" y="177623"/>
                    <a:pt x="13909" y="175472"/>
                    <a:pt x="19215" y="175472"/>
                  </a:cubicBezTo>
                  <a:lnTo>
                    <a:pt x="150865" y="175472"/>
                  </a:lnTo>
                  <a:lnTo>
                    <a:pt x="182560" y="175472"/>
                  </a:lnTo>
                  <a:lnTo>
                    <a:pt x="182560" y="175472"/>
                  </a:lnTo>
                  <a:lnTo>
                    <a:pt x="382886" y="175472"/>
                  </a:lnTo>
                  <a:lnTo>
                    <a:pt x="382887" y="37057"/>
                  </a:lnTo>
                  <a:cubicBezTo>
                    <a:pt x="382886" y="16592"/>
                    <a:pt x="399478" y="1"/>
                    <a:pt x="419942" y="1"/>
                  </a:cubicBezTo>
                  <a:cubicBezTo>
                    <a:pt x="440407" y="1"/>
                    <a:pt x="456999" y="16592"/>
                    <a:pt x="456998" y="37057"/>
                  </a:cubicBezTo>
                  <a:lnTo>
                    <a:pt x="456998" y="175473"/>
                  </a:lnTo>
                  <a:lnTo>
                    <a:pt x="546230" y="175472"/>
                  </a:lnTo>
                  <a:cubicBezTo>
                    <a:pt x="556843" y="175472"/>
                    <a:pt x="565445" y="184074"/>
                    <a:pt x="565445" y="194686"/>
                  </a:cubicBezTo>
                  <a:cubicBezTo>
                    <a:pt x="565445" y="205298"/>
                    <a:pt x="556842" y="213901"/>
                    <a:pt x="546231" y="213900"/>
                  </a:cubicBezTo>
                  <a:lnTo>
                    <a:pt x="525277" y="213900"/>
                  </a:lnTo>
                  <a:lnTo>
                    <a:pt x="508900" y="524387"/>
                  </a:lnTo>
                  <a:cubicBezTo>
                    <a:pt x="504508" y="609787"/>
                    <a:pt x="447140" y="676133"/>
                    <a:pt x="378244" y="676133"/>
                  </a:cubicBezTo>
                  <a:lnTo>
                    <a:pt x="184456" y="676133"/>
                  </a:lnTo>
                  <a:cubicBezTo>
                    <a:pt x="115559" y="676134"/>
                    <a:pt x="58191" y="609787"/>
                    <a:pt x="53800" y="524387"/>
                  </a:cubicBezTo>
                  <a:lnTo>
                    <a:pt x="37423" y="213900"/>
                  </a:lnTo>
                  <a:lnTo>
                    <a:pt x="19215" y="213900"/>
                  </a:lnTo>
                  <a:cubicBezTo>
                    <a:pt x="8602" y="213901"/>
                    <a:pt x="0" y="205298"/>
                    <a:pt x="0" y="194687"/>
                  </a:cubicBezTo>
                  <a:cubicBezTo>
                    <a:pt x="1" y="189381"/>
                    <a:pt x="2151" y="184577"/>
                    <a:pt x="5628" y="181100"/>
                  </a:cubicBezTo>
                  <a:close/>
                  <a:moveTo>
                    <a:pt x="119301" y="10854"/>
                  </a:moveTo>
                  <a:cubicBezTo>
                    <a:pt x="126007" y="4148"/>
                    <a:pt x="135271" y="0"/>
                    <a:pt x="145504" y="0"/>
                  </a:cubicBezTo>
                  <a:cubicBezTo>
                    <a:pt x="165969" y="0"/>
                    <a:pt x="182560" y="16591"/>
                    <a:pt x="182560" y="37056"/>
                  </a:cubicBezTo>
                  <a:lnTo>
                    <a:pt x="182560" y="175472"/>
                  </a:lnTo>
                  <a:lnTo>
                    <a:pt x="150865" y="175472"/>
                  </a:lnTo>
                  <a:lnTo>
                    <a:pt x="108448" y="175472"/>
                  </a:lnTo>
                  <a:lnTo>
                    <a:pt x="108448" y="37056"/>
                  </a:lnTo>
                  <a:cubicBezTo>
                    <a:pt x="108448" y="26824"/>
                    <a:pt x="112596" y="17559"/>
                    <a:pt x="119301" y="108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41" name="Group 40">
            <a:extLst>
              <a:ext uri="{FF2B5EF4-FFF2-40B4-BE49-F238E27FC236}">
                <a16:creationId xmlns:a16="http://schemas.microsoft.com/office/drawing/2014/main" id="{9632D238-1AE2-472F-94F6-DAC1168C0F7C}"/>
              </a:ext>
            </a:extLst>
          </p:cNvPr>
          <p:cNvGrpSpPr/>
          <p:nvPr/>
        </p:nvGrpSpPr>
        <p:grpSpPr>
          <a:xfrm flipH="1">
            <a:off x="2411464" y="2062115"/>
            <a:ext cx="2062666" cy="793957"/>
            <a:chOff x="6827378" y="2457115"/>
            <a:chExt cx="1161309" cy="447009"/>
          </a:xfrm>
        </p:grpSpPr>
        <p:sp>
          <p:nvSpPr>
            <p:cNvPr id="42" name="Freeform: Shape 41">
              <a:extLst>
                <a:ext uri="{FF2B5EF4-FFF2-40B4-BE49-F238E27FC236}">
                  <a16:creationId xmlns:a16="http://schemas.microsoft.com/office/drawing/2014/main" id="{B57ADD9C-88BC-4E93-A8D0-D94A231DE256}"/>
                </a:ext>
              </a:extLst>
            </p:cNvPr>
            <p:cNvSpPr/>
            <p:nvPr/>
          </p:nvSpPr>
          <p:spPr>
            <a:xfrm>
              <a:off x="7169694" y="2485483"/>
              <a:ext cx="638175" cy="95250"/>
            </a:xfrm>
            <a:custGeom>
              <a:avLst/>
              <a:gdLst>
                <a:gd name="connsiteX0" fmla="*/ 3654 w 638175"/>
                <a:gd name="connsiteY0" fmla="*/ 101461 h 95250"/>
                <a:gd name="connsiteX1" fmla="*/ 8416 w 638175"/>
                <a:gd name="connsiteY1" fmla="*/ 81458 h 95250"/>
                <a:gd name="connsiteX2" fmla="*/ 232254 w 638175"/>
                <a:gd name="connsiteY2" fmla="*/ 2401 h 95250"/>
                <a:gd name="connsiteX3" fmla="*/ 625636 w 638175"/>
                <a:gd name="connsiteY3" fmla="*/ 63361 h 95250"/>
                <a:gd name="connsiteX4" fmla="*/ 632304 w 638175"/>
                <a:gd name="connsiteY4" fmla="*/ 101461 h 95250"/>
                <a:gd name="connsiteX5" fmla="*/ 3654 w 638175"/>
                <a:gd name="connsiteY5" fmla="*/ 10146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95250">
                  <a:moveTo>
                    <a:pt x="3654" y="101461"/>
                  </a:moveTo>
                  <a:cubicBezTo>
                    <a:pt x="-4919" y="101461"/>
                    <a:pt x="3654" y="85268"/>
                    <a:pt x="8416" y="81458"/>
                  </a:cubicBezTo>
                  <a:cubicBezTo>
                    <a:pt x="55089" y="49073"/>
                    <a:pt x="119859" y="2401"/>
                    <a:pt x="232254" y="2401"/>
                  </a:cubicBezTo>
                  <a:cubicBezTo>
                    <a:pt x="232254" y="2401"/>
                    <a:pt x="533244" y="-18554"/>
                    <a:pt x="625636" y="63361"/>
                  </a:cubicBezTo>
                  <a:cubicBezTo>
                    <a:pt x="644686" y="80506"/>
                    <a:pt x="643734" y="101461"/>
                    <a:pt x="632304" y="101461"/>
                  </a:cubicBezTo>
                  <a:lnTo>
                    <a:pt x="3654" y="101461"/>
                  </a:lnTo>
                  <a:close/>
                </a:path>
              </a:pathLst>
            </a:custGeom>
            <a:solidFill>
              <a:srgbClr val="FAFAFA"/>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F5D35E64-D248-4205-98FB-1B8A9DD71092}"/>
                </a:ext>
              </a:extLst>
            </p:cNvPr>
            <p:cNvSpPr/>
            <p:nvPr/>
          </p:nvSpPr>
          <p:spPr>
            <a:xfrm>
              <a:off x="6827378" y="2457115"/>
              <a:ext cx="1161309" cy="354619"/>
            </a:xfrm>
            <a:custGeom>
              <a:avLst/>
              <a:gdLst>
                <a:gd name="connsiteX0" fmla="*/ 396451 w 1161309"/>
                <a:gd name="connsiteY0" fmla="*/ 82756 h 354619"/>
                <a:gd name="connsiteX1" fmla="*/ 350731 w 1161309"/>
                <a:gd name="connsiteY1" fmla="*/ 109826 h 354619"/>
                <a:gd name="connsiteX2" fmla="*/ 345969 w 1161309"/>
                <a:gd name="connsiteY2" fmla="*/ 129829 h 354619"/>
                <a:gd name="connsiteX3" fmla="*/ 396451 w 1161309"/>
                <a:gd name="connsiteY3" fmla="*/ 129829 h 354619"/>
                <a:gd name="connsiteX4" fmla="*/ 881274 w 1161309"/>
                <a:gd name="connsiteY4" fmla="*/ 52571 h 354619"/>
                <a:gd name="connsiteX5" fmla="*/ 881274 w 1161309"/>
                <a:gd name="connsiteY5" fmla="*/ 129829 h 354619"/>
                <a:gd name="connsiteX6" fmla="*/ 974619 w 1161309"/>
                <a:gd name="connsiteY6" fmla="*/ 129829 h 354619"/>
                <a:gd name="connsiteX7" fmla="*/ 967951 w 1161309"/>
                <a:gd name="connsiteY7" fmla="*/ 91729 h 354619"/>
                <a:gd name="connsiteX8" fmla="*/ 918015 w 1161309"/>
                <a:gd name="connsiteY8" fmla="*/ 62930 h 354619"/>
                <a:gd name="connsiteX9" fmla="*/ 613622 w 1161309"/>
                <a:gd name="connsiteY9" fmla="*/ 29109 h 354619"/>
                <a:gd name="connsiteX10" fmla="*/ 587683 w 1161309"/>
                <a:gd name="connsiteY10" fmla="*/ 30029 h 354619"/>
                <a:gd name="connsiteX11" fmla="*/ 574569 w 1161309"/>
                <a:gd name="connsiteY11" fmla="*/ 30769 h 354619"/>
                <a:gd name="connsiteX12" fmla="*/ 438005 w 1161309"/>
                <a:gd name="connsiteY12" fmla="*/ 58153 h 354619"/>
                <a:gd name="connsiteX13" fmla="*/ 407881 w 1161309"/>
                <a:gd name="connsiteY13" fmla="*/ 75989 h 354619"/>
                <a:gd name="connsiteX14" fmla="*/ 407881 w 1161309"/>
                <a:gd name="connsiteY14" fmla="*/ 129829 h 354619"/>
                <a:gd name="connsiteX15" fmla="*/ 613622 w 1161309"/>
                <a:gd name="connsiteY15" fmla="*/ 129829 h 354619"/>
                <a:gd name="connsiteX16" fmla="*/ 625052 w 1161309"/>
                <a:gd name="connsiteY16" fmla="*/ 28783 h 354619"/>
                <a:gd name="connsiteX17" fmla="*/ 625052 w 1161309"/>
                <a:gd name="connsiteY17" fmla="*/ 129829 h 354619"/>
                <a:gd name="connsiteX18" fmla="*/ 869844 w 1161309"/>
                <a:gd name="connsiteY18" fmla="*/ 129829 h 354619"/>
                <a:gd name="connsiteX19" fmla="*/ 869844 w 1161309"/>
                <a:gd name="connsiteY19" fmla="*/ 49349 h 354619"/>
                <a:gd name="connsiteX20" fmla="*/ 851831 w 1161309"/>
                <a:gd name="connsiteY20" fmla="*/ 44270 h 354619"/>
                <a:gd name="connsiteX21" fmla="*/ 704731 w 1161309"/>
                <a:gd name="connsiteY21" fmla="*/ 29106 h 354619"/>
                <a:gd name="connsiteX22" fmla="*/ 580284 w 1161309"/>
                <a:gd name="connsiteY22" fmla="*/ 289 h 354619"/>
                <a:gd name="connsiteX23" fmla="*/ 1024149 w 1161309"/>
                <a:gd name="connsiteY23" fmla="*/ 92681 h 354619"/>
                <a:gd name="connsiteX24" fmla="*/ 1045104 w 1161309"/>
                <a:gd name="connsiteY24" fmla="*/ 100301 h 354619"/>
                <a:gd name="connsiteX25" fmla="*/ 1113684 w 1161309"/>
                <a:gd name="connsiteY25" fmla="*/ 100301 h 354619"/>
                <a:gd name="connsiteX26" fmla="*/ 1128924 w 1161309"/>
                <a:gd name="connsiteY26" fmla="*/ 115541 h 354619"/>
                <a:gd name="connsiteX27" fmla="*/ 1128924 w 1161309"/>
                <a:gd name="connsiteY27" fmla="*/ 211744 h 354619"/>
                <a:gd name="connsiteX28" fmla="*/ 1161309 w 1161309"/>
                <a:gd name="connsiteY28" fmla="*/ 240319 h 354619"/>
                <a:gd name="connsiteX29" fmla="*/ 1161309 w 1161309"/>
                <a:gd name="connsiteY29" fmla="*/ 322234 h 354619"/>
                <a:gd name="connsiteX30" fmla="*/ 1084157 w 1161309"/>
                <a:gd name="connsiteY30" fmla="*/ 354619 h 354619"/>
                <a:gd name="connsiteX31" fmla="*/ 1036532 w 1161309"/>
                <a:gd name="connsiteY31" fmla="*/ 354619 h 354619"/>
                <a:gd name="connsiteX32" fmla="*/ 940329 w 1161309"/>
                <a:gd name="connsiteY32" fmla="*/ 258416 h 354619"/>
                <a:gd name="connsiteX33" fmla="*/ 844126 w 1161309"/>
                <a:gd name="connsiteY33" fmla="*/ 354619 h 354619"/>
                <a:gd name="connsiteX34" fmla="*/ 312632 w 1161309"/>
                <a:gd name="connsiteY34" fmla="*/ 354619 h 354619"/>
                <a:gd name="connsiteX35" fmla="*/ 312632 w 1161309"/>
                <a:gd name="connsiteY35" fmla="*/ 352714 h 354619"/>
                <a:gd name="connsiteX36" fmla="*/ 216429 w 1161309"/>
                <a:gd name="connsiteY36" fmla="*/ 256511 h 354619"/>
                <a:gd name="connsiteX37" fmla="*/ 120226 w 1161309"/>
                <a:gd name="connsiteY37" fmla="*/ 352714 h 354619"/>
                <a:gd name="connsiteX38" fmla="*/ 120226 w 1161309"/>
                <a:gd name="connsiteY38" fmla="*/ 354619 h 354619"/>
                <a:gd name="connsiteX39" fmla="*/ 30692 w 1161309"/>
                <a:gd name="connsiteY39" fmla="*/ 354619 h 354619"/>
                <a:gd name="connsiteX40" fmla="*/ 212 w 1161309"/>
                <a:gd name="connsiteY40" fmla="*/ 325091 h 354619"/>
                <a:gd name="connsiteX41" fmla="*/ 212 w 1161309"/>
                <a:gd name="connsiteY41" fmla="*/ 241271 h 354619"/>
                <a:gd name="connsiteX42" fmla="*/ 68792 w 1161309"/>
                <a:gd name="connsiteY42" fmla="*/ 181264 h 354619"/>
                <a:gd name="connsiteX43" fmla="*/ 270722 w 1161309"/>
                <a:gd name="connsiteY43" fmla="*/ 134591 h 354619"/>
                <a:gd name="connsiteX44" fmla="*/ 313584 w 1161309"/>
                <a:gd name="connsiteY44" fmla="*/ 106969 h 354619"/>
                <a:gd name="connsiteX45" fmla="*/ 580284 w 1161309"/>
                <a:gd name="connsiteY45" fmla="*/ 289 h 35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1309" h="354619">
                  <a:moveTo>
                    <a:pt x="396451" y="82756"/>
                  </a:moveTo>
                  <a:lnTo>
                    <a:pt x="350731" y="109826"/>
                  </a:lnTo>
                  <a:cubicBezTo>
                    <a:pt x="345969" y="113636"/>
                    <a:pt x="337396" y="129829"/>
                    <a:pt x="345969" y="129829"/>
                  </a:cubicBezTo>
                  <a:lnTo>
                    <a:pt x="396451" y="129829"/>
                  </a:lnTo>
                  <a:close/>
                  <a:moveTo>
                    <a:pt x="881274" y="52571"/>
                  </a:moveTo>
                  <a:lnTo>
                    <a:pt x="881274" y="129829"/>
                  </a:lnTo>
                  <a:lnTo>
                    <a:pt x="974619" y="129829"/>
                  </a:lnTo>
                  <a:cubicBezTo>
                    <a:pt x="986049" y="129829"/>
                    <a:pt x="987001" y="108874"/>
                    <a:pt x="967951" y="91729"/>
                  </a:cubicBezTo>
                  <a:cubicBezTo>
                    <a:pt x="954959" y="80210"/>
                    <a:pt x="937841" y="70725"/>
                    <a:pt x="918015" y="62930"/>
                  </a:cubicBezTo>
                  <a:close/>
                  <a:moveTo>
                    <a:pt x="613622" y="29109"/>
                  </a:moveTo>
                  <a:lnTo>
                    <a:pt x="587683" y="30029"/>
                  </a:lnTo>
                  <a:cubicBezTo>
                    <a:pt x="579272" y="30442"/>
                    <a:pt x="574569" y="30769"/>
                    <a:pt x="574569" y="30769"/>
                  </a:cubicBezTo>
                  <a:cubicBezTo>
                    <a:pt x="518372" y="30769"/>
                    <a:pt x="474081" y="42437"/>
                    <a:pt x="438005" y="58153"/>
                  </a:cubicBezTo>
                  <a:lnTo>
                    <a:pt x="407881" y="75989"/>
                  </a:lnTo>
                  <a:lnTo>
                    <a:pt x="407881" y="129829"/>
                  </a:lnTo>
                  <a:lnTo>
                    <a:pt x="613622" y="129829"/>
                  </a:lnTo>
                  <a:close/>
                  <a:moveTo>
                    <a:pt x="625052" y="28783"/>
                  </a:moveTo>
                  <a:lnTo>
                    <a:pt x="625052" y="129829"/>
                  </a:lnTo>
                  <a:lnTo>
                    <a:pt x="869844" y="129829"/>
                  </a:lnTo>
                  <a:lnTo>
                    <a:pt x="869844" y="49349"/>
                  </a:lnTo>
                  <a:lnTo>
                    <a:pt x="851831" y="44270"/>
                  </a:lnTo>
                  <a:cubicBezTo>
                    <a:pt x="804182" y="34751"/>
                    <a:pt x="751370" y="30615"/>
                    <a:pt x="704731" y="29106"/>
                  </a:cubicBezTo>
                  <a:close/>
                  <a:moveTo>
                    <a:pt x="580284" y="289"/>
                  </a:moveTo>
                  <a:cubicBezTo>
                    <a:pt x="766974" y="-664"/>
                    <a:pt x="913659" y="-4474"/>
                    <a:pt x="1024149" y="92681"/>
                  </a:cubicBezTo>
                  <a:cubicBezTo>
                    <a:pt x="1029864" y="97444"/>
                    <a:pt x="1037484" y="100301"/>
                    <a:pt x="1045104" y="100301"/>
                  </a:cubicBezTo>
                  <a:lnTo>
                    <a:pt x="1113684" y="100301"/>
                  </a:lnTo>
                  <a:cubicBezTo>
                    <a:pt x="1122257" y="100301"/>
                    <a:pt x="1128924" y="106969"/>
                    <a:pt x="1128924" y="115541"/>
                  </a:cubicBezTo>
                  <a:lnTo>
                    <a:pt x="1128924" y="211744"/>
                  </a:lnTo>
                  <a:cubicBezTo>
                    <a:pt x="1146069" y="211744"/>
                    <a:pt x="1160357" y="225079"/>
                    <a:pt x="1161309" y="240319"/>
                  </a:cubicBezTo>
                  <a:lnTo>
                    <a:pt x="1161309" y="322234"/>
                  </a:lnTo>
                  <a:lnTo>
                    <a:pt x="1084157" y="354619"/>
                  </a:lnTo>
                  <a:lnTo>
                    <a:pt x="1036532" y="354619"/>
                  </a:lnTo>
                  <a:cubicBezTo>
                    <a:pt x="1036532" y="301279"/>
                    <a:pt x="993669" y="258416"/>
                    <a:pt x="940329" y="258416"/>
                  </a:cubicBezTo>
                  <a:cubicBezTo>
                    <a:pt x="886989" y="258416"/>
                    <a:pt x="844126" y="301279"/>
                    <a:pt x="844126" y="354619"/>
                  </a:cubicBezTo>
                  <a:lnTo>
                    <a:pt x="312632" y="354619"/>
                  </a:lnTo>
                  <a:cubicBezTo>
                    <a:pt x="312632" y="354619"/>
                    <a:pt x="312632" y="353666"/>
                    <a:pt x="312632" y="352714"/>
                  </a:cubicBezTo>
                  <a:cubicBezTo>
                    <a:pt x="312632" y="299374"/>
                    <a:pt x="269769" y="256511"/>
                    <a:pt x="216429" y="256511"/>
                  </a:cubicBezTo>
                  <a:cubicBezTo>
                    <a:pt x="163089" y="256511"/>
                    <a:pt x="120226" y="299374"/>
                    <a:pt x="120226" y="352714"/>
                  </a:cubicBezTo>
                  <a:cubicBezTo>
                    <a:pt x="120226" y="352714"/>
                    <a:pt x="120226" y="353666"/>
                    <a:pt x="120226" y="354619"/>
                  </a:cubicBezTo>
                  <a:lnTo>
                    <a:pt x="30692" y="354619"/>
                  </a:lnTo>
                  <a:cubicBezTo>
                    <a:pt x="14499" y="354619"/>
                    <a:pt x="212" y="341284"/>
                    <a:pt x="212" y="325091"/>
                  </a:cubicBezTo>
                  <a:lnTo>
                    <a:pt x="212" y="241271"/>
                  </a:lnTo>
                  <a:cubicBezTo>
                    <a:pt x="212" y="241271"/>
                    <a:pt x="-7408" y="201266"/>
                    <a:pt x="68792" y="181264"/>
                  </a:cubicBezTo>
                  <a:cubicBezTo>
                    <a:pt x="124037" y="166976"/>
                    <a:pt x="216429" y="148879"/>
                    <a:pt x="270722" y="134591"/>
                  </a:cubicBezTo>
                  <a:cubicBezTo>
                    <a:pt x="293582" y="128876"/>
                    <a:pt x="301201" y="117446"/>
                    <a:pt x="313584" y="106969"/>
                  </a:cubicBezTo>
                  <a:cubicBezTo>
                    <a:pt x="349779" y="75536"/>
                    <a:pt x="457412" y="1241"/>
                    <a:pt x="580284" y="289"/>
                  </a:cubicBezTo>
                  <a:close/>
                </a:path>
              </a:pathLst>
            </a:custGeom>
            <a:solidFill>
              <a:schemeClr val="accent2"/>
            </a:solidFill>
            <a:ln w="9525" cap="flat">
              <a:noFill/>
              <a:prstDash val="solid"/>
              <a:miter/>
            </a:ln>
          </p:spPr>
          <p:txBody>
            <a:bodyPr wrap="square" rtlCol="0" anchor="ctr">
              <a:noAutofit/>
            </a:bodyPr>
            <a:lstStyle/>
            <a:p>
              <a:endParaRPr lang="en-US"/>
            </a:p>
          </p:txBody>
        </p:sp>
        <p:sp>
          <p:nvSpPr>
            <p:cNvPr id="44" name="Freeform: Shape 43">
              <a:extLst>
                <a:ext uri="{FF2B5EF4-FFF2-40B4-BE49-F238E27FC236}">
                  <a16:creationId xmlns:a16="http://schemas.microsoft.com/office/drawing/2014/main" id="{4F2C73E6-AC97-4517-B654-BC0082834867}"/>
                </a:ext>
              </a:extLst>
            </p:cNvPr>
            <p:cNvSpPr/>
            <p:nvPr/>
          </p:nvSpPr>
          <p:spPr>
            <a:xfrm>
              <a:off x="6951414" y="2719341"/>
              <a:ext cx="182880" cy="181927"/>
            </a:xfrm>
            <a:custGeom>
              <a:avLst/>
              <a:gdLst>
                <a:gd name="connsiteX0" fmla="*/ 92393 w 182880"/>
                <a:gd name="connsiteY0" fmla="*/ 76200 h 181927"/>
                <a:gd name="connsiteX1" fmla="*/ 108586 w 182880"/>
                <a:gd name="connsiteY1" fmla="*/ 92392 h 181927"/>
                <a:gd name="connsiteX2" fmla="*/ 92393 w 182880"/>
                <a:gd name="connsiteY2" fmla="*/ 108585 h 181927"/>
                <a:gd name="connsiteX3" fmla="*/ 76201 w 182880"/>
                <a:gd name="connsiteY3" fmla="*/ 92392 h 181927"/>
                <a:gd name="connsiteX4" fmla="*/ 92393 w 182880"/>
                <a:gd name="connsiteY4" fmla="*/ 76200 h 181927"/>
                <a:gd name="connsiteX5" fmla="*/ 90538 w 182880"/>
                <a:gd name="connsiteY5" fmla="*/ 46724 h 181927"/>
                <a:gd name="connsiteX6" fmla="*/ 59557 w 182880"/>
                <a:gd name="connsiteY6" fmla="*/ 59557 h 181927"/>
                <a:gd name="connsiteX7" fmla="*/ 59556 w 182880"/>
                <a:gd name="connsiteY7" fmla="*/ 121520 h 181927"/>
                <a:gd name="connsiteX8" fmla="*/ 121520 w 182880"/>
                <a:gd name="connsiteY8" fmla="*/ 121520 h 181927"/>
                <a:gd name="connsiteX9" fmla="*/ 121520 w 182880"/>
                <a:gd name="connsiteY9" fmla="*/ 59557 h 181927"/>
                <a:gd name="connsiteX10" fmla="*/ 90538 w 182880"/>
                <a:gd name="connsiteY10" fmla="*/ 46724 h 181927"/>
                <a:gd name="connsiteX11" fmla="*/ 91440 w 182880"/>
                <a:gd name="connsiteY11" fmla="*/ 0 h 181927"/>
                <a:gd name="connsiteX12" fmla="*/ 182880 w 182880"/>
                <a:gd name="connsiteY12" fmla="*/ 91440 h 181927"/>
                <a:gd name="connsiteX13" fmla="*/ 182880 w 182880"/>
                <a:gd name="connsiteY13" fmla="*/ 93345 h 181927"/>
                <a:gd name="connsiteX14" fmla="*/ 91440 w 182880"/>
                <a:gd name="connsiteY14" fmla="*/ 181927 h 181927"/>
                <a:gd name="connsiteX15" fmla="*/ 0 w 182880"/>
                <a:gd name="connsiteY15" fmla="*/ 93345 h 181927"/>
                <a:gd name="connsiteX16" fmla="*/ 0 w 182880"/>
                <a:gd name="connsiteY16" fmla="*/ 91440 h 181927"/>
                <a:gd name="connsiteX17" fmla="*/ 91440 w 182880"/>
                <a:gd name="connsiteY17" fmla="*/ 0 h 18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2880" h="181927">
                  <a:moveTo>
                    <a:pt x="92393" y="76200"/>
                  </a:moveTo>
                  <a:cubicBezTo>
                    <a:pt x="101336" y="76200"/>
                    <a:pt x="108586" y="83450"/>
                    <a:pt x="108586" y="92392"/>
                  </a:cubicBezTo>
                  <a:cubicBezTo>
                    <a:pt x="108586" y="101335"/>
                    <a:pt x="101336" y="108585"/>
                    <a:pt x="92393" y="108585"/>
                  </a:cubicBezTo>
                  <a:cubicBezTo>
                    <a:pt x="83451" y="108585"/>
                    <a:pt x="76201" y="101335"/>
                    <a:pt x="76201" y="92392"/>
                  </a:cubicBezTo>
                  <a:cubicBezTo>
                    <a:pt x="76201" y="83450"/>
                    <a:pt x="83450" y="76200"/>
                    <a:pt x="92393" y="76200"/>
                  </a:cubicBezTo>
                  <a:close/>
                  <a:moveTo>
                    <a:pt x="90538" y="46724"/>
                  </a:moveTo>
                  <a:cubicBezTo>
                    <a:pt x="79325" y="46724"/>
                    <a:pt x="68112" y="51002"/>
                    <a:pt x="59557" y="59557"/>
                  </a:cubicBezTo>
                  <a:cubicBezTo>
                    <a:pt x="42446" y="76667"/>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0970" y="0"/>
                    <a:pt x="181927" y="40957"/>
                    <a:pt x="182880" y="91440"/>
                  </a:cubicBezTo>
                  <a:cubicBezTo>
                    <a:pt x="182880" y="91440"/>
                    <a:pt x="182880" y="92392"/>
                    <a:pt x="182880" y="93345"/>
                  </a:cubicBezTo>
                  <a:cubicBezTo>
                    <a:pt x="180975" y="141922"/>
                    <a:pt x="140970" y="181927"/>
                    <a:pt x="91440" y="181927"/>
                  </a:cubicBezTo>
                  <a:cubicBezTo>
                    <a:pt x="41910" y="181927"/>
                    <a:pt x="952" y="142875"/>
                    <a:pt x="0" y="93345"/>
                  </a:cubicBezTo>
                  <a:cubicBezTo>
                    <a:pt x="0" y="93345"/>
                    <a:pt x="0" y="92392"/>
                    <a:pt x="0" y="91440"/>
                  </a:cubicBezTo>
                  <a:cubicBezTo>
                    <a:pt x="0" y="40957"/>
                    <a:pt x="40957"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45" name="Freeform: Shape 44">
              <a:extLst>
                <a:ext uri="{FF2B5EF4-FFF2-40B4-BE49-F238E27FC236}">
                  <a16:creationId xmlns:a16="http://schemas.microsoft.com/office/drawing/2014/main" id="{AB7FAD0B-3470-40F8-8ED7-0A1D24848601}"/>
                </a:ext>
              </a:extLst>
            </p:cNvPr>
            <p:cNvSpPr/>
            <p:nvPr/>
          </p:nvSpPr>
          <p:spPr>
            <a:xfrm>
              <a:off x="7674361" y="2721244"/>
              <a:ext cx="182880" cy="182880"/>
            </a:xfrm>
            <a:custGeom>
              <a:avLst/>
              <a:gdLst>
                <a:gd name="connsiteX0" fmla="*/ 92393 w 182880"/>
                <a:gd name="connsiteY0" fmla="*/ 76201 h 182880"/>
                <a:gd name="connsiteX1" fmla="*/ 108586 w 182880"/>
                <a:gd name="connsiteY1" fmla="*/ 92393 h 182880"/>
                <a:gd name="connsiteX2" fmla="*/ 92393 w 182880"/>
                <a:gd name="connsiteY2" fmla="*/ 108586 h 182880"/>
                <a:gd name="connsiteX3" fmla="*/ 76201 w 182880"/>
                <a:gd name="connsiteY3" fmla="*/ 92393 h 182880"/>
                <a:gd name="connsiteX4" fmla="*/ 92393 w 182880"/>
                <a:gd name="connsiteY4" fmla="*/ 76201 h 182880"/>
                <a:gd name="connsiteX5" fmla="*/ 90538 w 182880"/>
                <a:gd name="connsiteY5" fmla="*/ 46724 h 182880"/>
                <a:gd name="connsiteX6" fmla="*/ 59556 w 182880"/>
                <a:gd name="connsiteY6" fmla="*/ 59557 h 182880"/>
                <a:gd name="connsiteX7" fmla="*/ 59556 w 182880"/>
                <a:gd name="connsiteY7" fmla="*/ 121520 h 182880"/>
                <a:gd name="connsiteX8" fmla="*/ 121520 w 182880"/>
                <a:gd name="connsiteY8" fmla="*/ 121520 h 182880"/>
                <a:gd name="connsiteX9" fmla="*/ 121520 w 182880"/>
                <a:gd name="connsiteY9" fmla="*/ 59557 h 182880"/>
                <a:gd name="connsiteX10" fmla="*/ 90538 w 182880"/>
                <a:gd name="connsiteY10" fmla="*/ 46724 h 182880"/>
                <a:gd name="connsiteX11" fmla="*/ 91440 w 182880"/>
                <a:gd name="connsiteY11" fmla="*/ 0 h 182880"/>
                <a:gd name="connsiteX12" fmla="*/ 182880 w 182880"/>
                <a:gd name="connsiteY12" fmla="*/ 91440 h 182880"/>
                <a:gd name="connsiteX13" fmla="*/ 91440 w 182880"/>
                <a:gd name="connsiteY13" fmla="*/ 182880 h 182880"/>
                <a:gd name="connsiteX14" fmla="*/ 0 w 182880"/>
                <a:gd name="connsiteY14" fmla="*/ 91440 h 182880"/>
                <a:gd name="connsiteX15" fmla="*/ 91440 w 182880"/>
                <a:gd name="connsiteY1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880" h="182880">
                  <a:moveTo>
                    <a:pt x="92393" y="76201"/>
                  </a:moveTo>
                  <a:cubicBezTo>
                    <a:pt x="101336" y="76201"/>
                    <a:pt x="108586" y="83451"/>
                    <a:pt x="108586" y="92393"/>
                  </a:cubicBezTo>
                  <a:cubicBezTo>
                    <a:pt x="108586" y="101336"/>
                    <a:pt x="101336" y="108586"/>
                    <a:pt x="92393" y="108586"/>
                  </a:cubicBezTo>
                  <a:cubicBezTo>
                    <a:pt x="83451" y="108586"/>
                    <a:pt x="76201" y="101336"/>
                    <a:pt x="76201" y="92393"/>
                  </a:cubicBezTo>
                  <a:cubicBezTo>
                    <a:pt x="76201" y="83451"/>
                    <a:pt x="83450" y="76201"/>
                    <a:pt x="92393" y="76201"/>
                  </a:cubicBezTo>
                  <a:close/>
                  <a:moveTo>
                    <a:pt x="90538" y="46724"/>
                  </a:moveTo>
                  <a:cubicBezTo>
                    <a:pt x="79325" y="46724"/>
                    <a:pt x="68112" y="51002"/>
                    <a:pt x="59556" y="59557"/>
                  </a:cubicBezTo>
                  <a:cubicBezTo>
                    <a:pt x="42446" y="76668"/>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1941" y="0"/>
                    <a:pt x="182880" y="40939"/>
                    <a:pt x="182880" y="91440"/>
                  </a:cubicBezTo>
                  <a:cubicBezTo>
                    <a:pt x="182880" y="141941"/>
                    <a:pt x="141941" y="182880"/>
                    <a:pt x="91440" y="182880"/>
                  </a:cubicBezTo>
                  <a:cubicBezTo>
                    <a:pt x="40939" y="182880"/>
                    <a:pt x="0" y="141941"/>
                    <a:pt x="0" y="91440"/>
                  </a:cubicBezTo>
                  <a:cubicBezTo>
                    <a:pt x="0" y="40939"/>
                    <a:pt x="40939"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46" name="Freeform: Shape 45">
              <a:extLst>
                <a:ext uri="{FF2B5EF4-FFF2-40B4-BE49-F238E27FC236}">
                  <a16:creationId xmlns:a16="http://schemas.microsoft.com/office/drawing/2014/main" id="{EADA195D-D2DE-4D55-BB6B-38C79B347A61}"/>
                </a:ext>
              </a:extLst>
            </p:cNvPr>
            <p:cNvSpPr/>
            <p:nvPr/>
          </p:nvSpPr>
          <p:spPr>
            <a:xfrm>
              <a:off x="6836162" y="2597197"/>
              <a:ext cx="1108710" cy="160242"/>
            </a:xfrm>
            <a:custGeom>
              <a:avLst/>
              <a:gdLst>
                <a:gd name="connsiteX0" fmla="*/ 0 w 1108710"/>
                <a:gd name="connsiteY0" fmla="*/ 88804 h 160242"/>
                <a:gd name="connsiteX1" fmla="*/ 76200 w 1108710"/>
                <a:gd name="connsiteY1" fmla="*/ 88804 h 160242"/>
                <a:gd name="connsiteX2" fmla="*/ 81915 w 1108710"/>
                <a:gd name="connsiteY2" fmla="*/ 108807 h 160242"/>
                <a:gd name="connsiteX3" fmla="*/ 67628 w 1108710"/>
                <a:gd name="connsiteY3" fmla="*/ 128809 h 160242"/>
                <a:gd name="connsiteX4" fmla="*/ 61913 w 1108710"/>
                <a:gd name="connsiteY4" fmla="*/ 132619 h 160242"/>
                <a:gd name="connsiteX5" fmla="*/ 11430 w 1108710"/>
                <a:gd name="connsiteY5" fmla="*/ 132619 h 160242"/>
                <a:gd name="connsiteX6" fmla="*/ 0 w 1108710"/>
                <a:gd name="connsiteY6" fmla="*/ 121189 h 160242"/>
                <a:gd name="connsiteX7" fmla="*/ 0 w 1108710"/>
                <a:gd name="connsiteY7" fmla="*/ 88804 h 160242"/>
                <a:gd name="connsiteX8" fmla="*/ 610553 w 1108710"/>
                <a:gd name="connsiteY8" fmla="*/ 32607 h 160242"/>
                <a:gd name="connsiteX9" fmla="*/ 616268 w 1108710"/>
                <a:gd name="connsiteY9" fmla="*/ 34512 h 160242"/>
                <a:gd name="connsiteX10" fmla="*/ 616268 w 1108710"/>
                <a:gd name="connsiteY10" fmla="*/ 158337 h 160242"/>
                <a:gd name="connsiteX11" fmla="*/ 610553 w 1108710"/>
                <a:gd name="connsiteY11" fmla="*/ 160242 h 160242"/>
                <a:gd name="connsiteX12" fmla="*/ 604838 w 1108710"/>
                <a:gd name="connsiteY12" fmla="*/ 158337 h 160242"/>
                <a:gd name="connsiteX13" fmla="*/ 604838 w 1108710"/>
                <a:gd name="connsiteY13" fmla="*/ 34512 h 160242"/>
                <a:gd name="connsiteX14" fmla="*/ 610553 w 1108710"/>
                <a:gd name="connsiteY14" fmla="*/ 32607 h 160242"/>
                <a:gd name="connsiteX15" fmla="*/ 1099542 w 1108710"/>
                <a:gd name="connsiteY15" fmla="*/ 341 h 160242"/>
                <a:gd name="connsiteX16" fmla="*/ 1108710 w 1108710"/>
                <a:gd name="connsiteY16" fmla="*/ 10699 h 160242"/>
                <a:gd name="connsiteX17" fmla="*/ 1108710 w 1108710"/>
                <a:gd name="connsiteY17" fmla="*/ 50704 h 160242"/>
                <a:gd name="connsiteX18" fmla="*/ 1090612 w 1108710"/>
                <a:gd name="connsiteY18" fmla="*/ 71659 h 160242"/>
                <a:gd name="connsiteX19" fmla="*/ 1066800 w 1108710"/>
                <a:gd name="connsiteY19" fmla="*/ 71659 h 160242"/>
                <a:gd name="connsiteX20" fmla="*/ 1053465 w 1108710"/>
                <a:gd name="connsiteY20" fmla="*/ 52609 h 160242"/>
                <a:gd name="connsiteX21" fmla="*/ 1083945 w 1108710"/>
                <a:gd name="connsiteY21" fmla="*/ 4984 h 160242"/>
                <a:gd name="connsiteX22" fmla="*/ 1099542 w 1108710"/>
                <a:gd name="connsiteY22" fmla="*/ 341 h 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8710" h="160242">
                  <a:moveTo>
                    <a:pt x="0" y="88804"/>
                  </a:moveTo>
                  <a:cubicBezTo>
                    <a:pt x="1905" y="88804"/>
                    <a:pt x="76200" y="88804"/>
                    <a:pt x="76200" y="88804"/>
                  </a:cubicBezTo>
                  <a:cubicBezTo>
                    <a:pt x="83820" y="88804"/>
                    <a:pt x="86678" y="101187"/>
                    <a:pt x="81915" y="108807"/>
                  </a:cubicBezTo>
                  <a:lnTo>
                    <a:pt x="67628" y="128809"/>
                  </a:lnTo>
                  <a:cubicBezTo>
                    <a:pt x="65722" y="131667"/>
                    <a:pt x="63817" y="132619"/>
                    <a:pt x="61913" y="132619"/>
                  </a:cubicBezTo>
                  <a:lnTo>
                    <a:pt x="11430" y="132619"/>
                  </a:lnTo>
                  <a:cubicBezTo>
                    <a:pt x="4763" y="132619"/>
                    <a:pt x="0" y="127857"/>
                    <a:pt x="0" y="121189"/>
                  </a:cubicBezTo>
                  <a:cubicBezTo>
                    <a:pt x="0" y="108807"/>
                    <a:pt x="0" y="95472"/>
                    <a:pt x="0" y="88804"/>
                  </a:cubicBezTo>
                  <a:close/>
                  <a:moveTo>
                    <a:pt x="610553" y="32607"/>
                  </a:moveTo>
                  <a:cubicBezTo>
                    <a:pt x="613410" y="32607"/>
                    <a:pt x="616268" y="33560"/>
                    <a:pt x="616268" y="34512"/>
                  </a:cubicBezTo>
                  <a:lnTo>
                    <a:pt x="616268" y="158337"/>
                  </a:lnTo>
                  <a:cubicBezTo>
                    <a:pt x="615316" y="159289"/>
                    <a:pt x="613410" y="160242"/>
                    <a:pt x="610553" y="160242"/>
                  </a:cubicBezTo>
                  <a:cubicBezTo>
                    <a:pt x="607695" y="160242"/>
                    <a:pt x="604838" y="159289"/>
                    <a:pt x="604838" y="158337"/>
                  </a:cubicBezTo>
                  <a:lnTo>
                    <a:pt x="604838" y="34512"/>
                  </a:lnTo>
                  <a:cubicBezTo>
                    <a:pt x="604838" y="33560"/>
                    <a:pt x="607695" y="32607"/>
                    <a:pt x="610553" y="32607"/>
                  </a:cubicBezTo>
                  <a:close/>
                  <a:moveTo>
                    <a:pt x="1099542" y="341"/>
                  </a:moveTo>
                  <a:cubicBezTo>
                    <a:pt x="1104662" y="1412"/>
                    <a:pt x="1108710" y="4984"/>
                    <a:pt x="1108710" y="10699"/>
                  </a:cubicBezTo>
                  <a:lnTo>
                    <a:pt x="1108710" y="50704"/>
                  </a:lnTo>
                  <a:cubicBezTo>
                    <a:pt x="1108710" y="62134"/>
                    <a:pt x="1102995" y="72612"/>
                    <a:pt x="1090612" y="71659"/>
                  </a:cubicBezTo>
                  <a:lnTo>
                    <a:pt x="1066800" y="71659"/>
                  </a:lnTo>
                  <a:cubicBezTo>
                    <a:pt x="1056323" y="71659"/>
                    <a:pt x="1049655" y="62134"/>
                    <a:pt x="1053465" y="52609"/>
                  </a:cubicBezTo>
                  <a:cubicBezTo>
                    <a:pt x="1060133" y="35464"/>
                    <a:pt x="1066800" y="20224"/>
                    <a:pt x="1083945" y="4984"/>
                  </a:cubicBezTo>
                  <a:cubicBezTo>
                    <a:pt x="1088231" y="698"/>
                    <a:pt x="1094422" y="-731"/>
                    <a:pt x="1099542" y="341"/>
                  </a:cubicBezTo>
                  <a:close/>
                </a:path>
              </a:pathLst>
            </a:custGeom>
            <a:solidFill>
              <a:srgbClr val="FAFAFA"/>
            </a:solidFill>
            <a:ln w="9525" cap="flat">
              <a:noFill/>
              <a:prstDash val="solid"/>
              <a:miter/>
            </a:ln>
          </p:spPr>
          <p:txBody>
            <a:bodyPr wrap="square" rtlCol="0" anchor="ctr">
              <a:noAutofit/>
            </a:bodyPr>
            <a:lstStyle/>
            <a:p>
              <a:endParaRPr lang="en-US"/>
            </a:p>
          </p:txBody>
        </p:sp>
      </p:grpSp>
      <p:sp>
        <p:nvSpPr>
          <p:cNvPr id="47" name="Block Arc 5">
            <a:extLst>
              <a:ext uri="{FF2B5EF4-FFF2-40B4-BE49-F238E27FC236}">
                <a16:creationId xmlns:a16="http://schemas.microsoft.com/office/drawing/2014/main" id="{BC477DFA-3650-42D9-9A83-7D7DEFF27344}"/>
              </a:ext>
            </a:extLst>
          </p:cNvPr>
          <p:cNvSpPr>
            <a:spLocks noChangeAspect="1"/>
          </p:cNvSpPr>
          <p:nvPr/>
        </p:nvSpPr>
        <p:spPr>
          <a:xfrm rot="10800000" flipH="1">
            <a:off x="3535257" y="2346489"/>
            <a:ext cx="257861" cy="278065"/>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8" name="Block Arc 45">
            <a:extLst>
              <a:ext uri="{FF2B5EF4-FFF2-40B4-BE49-F238E27FC236}">
                <a16:creationId xmlns:a16="http://schemas.microsoft.com/office/drawing/2014/main" id="{04938EE8-8F3E-4542-B1A1-3CD1D81DC823}"/>
              </a:ext>
            </a:extLst>
          </p:cNvPr>
          <p:cNvSpPr/>
          <p:nvPr/>
        </p:nvSpPr>
        <p:spPr>
          <a:xfrm rot="16200000" flipH="1">
            <a:off x="3650446" y="2052428"/>
            <a:ext cx="997708" cy="1017084"/>
          </a:xfrm>
          <a:prstGeom prst="blockArc">
            <a:avLst>
              <a:gd name="adj1" fmla="val 16393275"/>
              <a:gd name="adj2" fmla="val 9895435"/>
              <a:gd name="adj3" fmla="val 426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latin typeface="Arial" pitchFamily="34" charset="0"/>
              <a:cs typeface="Arial" pitchFamily="34" charset="0"/>
            </a:endParaRPr>
          </a:p>
        </p:txBody>
      </p:sp>
      <p:sp>
        <p:nvSpPr>
          <p:cNvPr id="52" name="TextBox 51">
            <a:extLst>
              <a:ext uri="{FF2B5EF4-FFF2-40B4-BE49-F238E27FC236}">
                <a16:creationId xmlns:a16="http://schemas.microsoft.com/office/drawing/2014/main" id="{E4E0B06A-8FBE-4EDA-9280-0486740D8BEB}"/>
              </a:ext>
            </a:extLst>
          </p:cNvPr>
          <p:cNvSpPr txBox="1"/>
          <p:nvPr/>
        </p:nvSpPr>
        <p:spPr>
          <a:xfrm>
            <a:off x="1988224" y="3941289"/>
            <a:ext cx="2780717" cy="738664"/>
          </a:xfrm>
          <a:prstGeom prst="rect">
            <a:avLst/>
          </a:prstGeom>
          <a:noFill/>
        </p:spPr>
        <p:txBody>
          <a:bodyPr wrap="square" lIns="0" tIns="0" rIns="0" bIns="0" rtlCol="0">
            <a:spAutoFit/>
          </a:bodyPr>
          <a:lstStyle/>
          <a:p>
            <a:pPr algn="ctr"/>
            <a:r>
              <a:rPr lang="en-US" altLang="ko-KR" sz="2400" b="1" dirty="0">
                <a:solidFill>
                  <a:schemeClr val="accent2"/>
                </a:solidFill>
              </a:rPr>
              <a:t>Eco Friendly</a:t>
            </a:r>
          </a:p>
          <a:p>
            <a:pPr algn="ctr"/>
            <a:r>
              <a:rPr lang="en-US" altLang="ko-KR" sz="2400" b="1" dirty="0">
                <a:solidFill>
                  <a:schemeClr val="accent2"/>
                </a:solidFill>
              </a:rPr>
              <a:t>Electric Energy</a:t>
            </a:r>
          </a:p>
        </p:txBody>
      </p:sp>
      <p:sp>
        <p:nvSpPr>
          <p:cNvPr id="53" name="TextBox 52">
            <a:extLst>
              <a:ext uri="{FF2B5EF4-FFF2-40B4-BE49-F238E27FC236}">
                <a16:creationId xmlns:a16="http://schemas.microsoft.com/office/drawing/2014/main" id="{1D67312E-912A-492C-9C36-B98FFE8CB7F1}"/>
              </a:ext>
            </a:extLst>
          </p:cNvPr>
          <p:cNvSpPr txBox="1"/>
          <p:nvPr/>
        </p:nvSpPr>
        <p:spPr>
          <a:xfrm>
            <a:off x="7403666" y="1129669"/>
            <a:ext cx="3357099" cy="707886"/>
          </a:xfrm>
          <a:prstGeom prst="rect">
            <a:avLst/>
          </a:prstGeom>
          <a:noFill/>
        </p:spPr>
        <p:txBody>
          <a:bodyPr wrap="square" rtlCol="0">
            <a:spAutoFit/>
          </a:bodyPr>
          <a:lstStyle/>
          <a:p>
            <a:r>
              <a:rPr lang="en-US" altLang="ko-KR" sz="4000" b="1" dirty="0">
                <a:solidFill>
                  <a:schemeClr val="accent1"/>
                </a:solidFill>
                <a:latin typeface="+mj-lt"/>
                <a:cs typeface="Arial" pitchFamily="34" charset="0"/>
              </a:rPr>
              <a:t>Electric cars </a:t>
            </a:r>
            <a:endParaRPr lang="ar-EG" altLang="ko-KR" sz="4000" b="1" dirty="0">
              <a:solidFill>
                <a:schemeClr val="tx1">
                  <a:lumMod val="85000"/>
                  <a:lumOff val="15000"/>
                </a:schemeClr>
              </a:solidFill>
              <a:latin typeface="+mj-lt"/>
              <a:cs typeface="Arial" pitchFamily="34" charset="0"/>
            </a:endParaRPr>
          </a:p>
        </p:txBody>
      </p:sp>
      <p:sp>
        <p:nvSpPr>
          <p:cNvPr id="54" name="TextBox 53">
            <a:extLst>
              <a:ext uri="{FF2B5EF4-FFF2-40B4-BE49-F238E27FC236}">
                <a16:creationId xmlns:a16="http://schemas.microsoft.com/office/drawing/2014/main" id="{85D3BAEE-88E6-4D4C-AB27-27003E33648F}"/>
              </a:ext>
            </a:extLst>
          </p:cNvPr>
          <p:cNvSpPr txBox="1"/>
          <p:nvPr/>
        </p:nvSpPr>
        <p:spPr>
          <a:xfrm>
            <a:off x="6911273" y="1970235"/>
            <a:ext cx="4842319" cy="1569660"/>
          </a:xfrm>
          <a:prstGeom prst="rect">
            <a:avLst/>
          </a:prstGeom>
          <a:noFill/>
        </p:spPr>
        <p:txBody>
          <a:bodyPr wrap="square" rtlCol="0">
            <a:spAutoFit/>
          </a:bodyPr>
          <a:lstStyle/>
          <a:p>
            <a:r>
              <a:rPr lang="en-GB" altLang="ko-KR" sz="1600" dirty="0">
                <a:solidFill>
                  <a:schemeClr val="tx1">
                    <a:lumMod val="85000"/>
                    <a:lumOff val="15000"/>
                  </a:schemeClr>
                </a:solidFill>
                <a:cs typeface="Arial" pitchFamily="34" charset="0"/>
              </a:rPr>
              <a:t>Electric cars are powered by electric batteries instead of conventional fuels such as gasoline and diesel. The emissions profile of these vehicles is much lower and pure electric cars produce no carbon dioxide emissions when driving. This reduces air pollution considerably.</a:t>
            </a:r>
            <a:endParaRPr lang="en-US" altLang="ko-KR" sz="1600" dirty="0">
              <a:solidFill>
                <a:schemeClr val="tx1">
                  <a:lumMod val="85000"/>
                  <a:lumOff val="15000"/>
                </a:schemeClr>
              </a:solidFill>
              <a:cs typeface="Arial" pitchFamily="34" charset="0"/>
            </a:endParaRPr>
          </a:p>
        </p:txBody>
      </p:sp>
      <p:grpSp>
        <p:nvGrpSpPr>
          <p:cNvPr id="55" name="그룹 2">
            <a:extLst>
              <a:ext uri="{FF2B5EF4-FFF2-40B4-BE49-F238E27FC236}">
                <a16:creationId xmlns:a16="http://schemas.microsoft.com/office/drawing/2014/main" id="{91E0EDA2-A7D8-4040-88E4-FA964A98C243}"/>
              </a:ext>
            </a:extLst>
          </p:cNvPr>
          <p:cNvGrpSpPr/>
          <p:nvPr/>
        </p:nvGrpSpPr>
        <p:grpSpPr>
          <a:xfrm>
            <a:off x="8309778" y="4458353"/>
            <a:ext cx="1562535" cy="1550416"/>
            <a:chOff x="4986771" y="4547730"/>
            <a:chExt cx="2010498" cy="1550416"/>
          </a:xfrm>
        </p:grpSpPr>
        <p:sp>
          <p:nvSpPr>
            <p:cNvPr id="56" name="TextBox 55">
              <a:extLst>
                <a:ext uri="{FF2B5EF4-FFF2-40B4-BE49-F238E27FC236}">
                  <a16:creationId xmlns:a16="http://schemas.microsoft.com/office/drawing/2014/main" id="{B263D30F-8EDD-46C7-A558-A9FDA78151F7}"/>
                </a:ext>
              </a:extLst>
            </p:cNvPr>
            <p:cNvSpPr txBox="1"/>
            <p:nvPr/>
          </p:nvSpPr>
          <p:spPr>
            <a:xfrm>
              <a:off x="4986771" y="4547730"/>
              <a:ext cx="1996552" cy="523220"/>
            </a:xfrm>
            <a:prstGeom prst="rect">
              <a:avLst/>
            </a:prstGeom>
            <a:noFill/>
          </p:spPr>
          <p:txBody>
            <a:bodyPr wrap="square" rtlCol="0" anchor="ctr">
              <a:spAutoFit/>
            </a:bodyPr>
            <a:lstStyle/>
            <a:p>
              <a:pPr algn="ctr"/>
              <a:r>
                <a:rPr lang="en-US" altLang="ko-KR" sz="1400" b="1" dirty="0">
                  <a:solidFill>
                    <a:schemeClr val="accent3"/>
                  </a:solidFill>
                  <a:cs typeface="Arial" pitchFamily="34" charset="0"/>
                </a:rPr>
                <a:t>Lower running cost</a:t>
              </a:r>
              <a:endParaRPr lang="ko-KR" altLang="en-US" sz="1400" b="1" dirty="0">
                <a:solidFill>
                  <a:schemeClr val="accent3"/>
                </a:solidFill>
                <a:cs typeface="Arial" pitchFamily="34" charset="0"/>
              </a:endParaRPr>
            </a:p>
          </p:txBody>
        </p:sp>
        <p:sp>
          <p:nvSpPr>
            <p:cNvPr id="57" name="TextBox 56">
              <a:extLst>
                <a:ext uri="{FF2B5EF4-FFF2-40B4-BE49-F238E27FC236}">
                  <a16:creationId xmlns:a16="http://schemas.microsoft.com/office/drawing/2014/main" id="{17158CC7-FD73-4DBD-824C-7CC5E3651A54}"/>
                </a:ext>
              </a:extLst>
            </p:cNvPr>
            <p:cNvSpPr txBox="1"/>
            <p:nvPr/>
          </p:nvSpPr>
          <p:spPr>
            <a:xfrm>
              <a:off x="5007977" y="5165583"/>
              <a:ext cx="1989292" cy="932563"/>
            </a:xfrm>
            <a:prstGeom prst="rect">
              <a:avLst/>
            </a:prstGeom>
            <a:noFill/>
          </p:spPr>
          <p:txBody>
            <a:bodyPr wrap="square" rtlCol="0">
              <a:spAutoFit/>
            </a:bodyPr>
            <a:lstStyle/>
            <a:p>
              <a:pPr lvl="0" algn="ctr" defTabSz="889000">
                <a:lnSpc>
                  <a:spcPct val="100000"/>
                </a:lnSpc>
                <a:spcBef>
                  <a:spcPct val="0"/>
                </a:spcBef>
                <a:spcAft>
                  <a:spcPts val="0"/>
                </a:spcAft>
              </a:pPr>
              <a:r>
                <a:rPr lang="en-US" sz="1400" kern="1200" dirty="0"/>
                <a:t>Cheaper to Charge</a:t>
              </a:r>
              <a:br>
                <a:rPr lang="en-US" sz="1400" kern="1200" dirty="0"/>
              </a:br>
              <a:r>
                <a:rPr lang="en-US" sz="1400" kern="1200" dirty="0"/>
                <a:t>than to </a:t>
              </a:r>
            </a:p>
            <a:p>
              <a:pPr lvl="0" algn="ctr" defTabSz="889000">
                <a:lnSpc>
                  <a:spcPct val="90000"/>
                </a:lnSpc>
                <a:spcBef>
                  <a:spcPct val="0"/>
                </a:spcBef>
                <a:spcAft>
                  <a:spcPct val="35000"/>
                </a:spcAft>
              </a:pPr>
              <a:r>
                <a:rPr lang="en-US" sz="1400" kern="1200" dirty="0"/>
                <a:t>fill the tank</a:t>
              </a:r>
              <a:r>
                <a:rPr lang="en-US" altLang="ko-KR" sz="1400" dirty="0">
                  <a:solidFill>
                    <a:schemeClr val="tx1">
                      <a:lumMod val="85000"/>
                      <a:lumOff val="15000"/>
                    </a:schemeClr>
                  </a:solidFill>
                  <a:cs typeface="Arial" pitchFamily="34" charset="0"/>
                </a:rPr>
                <a:t>   </a:t>
              </a:r>
              <a:r>
                <a:rPr lang="en-US" altLang="ko-KR" sz="1200" dirty="0">
                  <a:solidFill>
                    <a:schemeClr val="tx1">
                      <a:lumMod val="85000"/>
                      <a:lumOff val="15000"/>
                    </a:schemeClr>
                  </a:solidFill>
                  <a:cs typeface="Arial" pitchFamily="34" charset="0"/>
                </a:rPr>
                <a:t>     </a:t>
              </a:r>
              <a:endParaRPr lang="ko-KR" altLang="en-US" sz="1200" dirty="0">
                <a:solidFill>
                  <a:schemeClr val="tx1">
                    <a:lumMod val="85000"/>
                    <a:lumOff val="15000"/>
                  </a:schemeClr>
                </a:solidFill>
                <a:cs typeface="Arial" pitchFamily="34" charset="0"/>
              </a:endParaRPr>
            </a:p>
          </p:txBody>
        </p:sp>
      </p:grpSp>
      <p:sp>
        <p:nvSpPr>
          <p:cNvPr id="58" name="Flowchart: Off-page Connector 57">
            <a:extLst>
              <a:ext uri="{FF2B5EF4-FFF2-40B4-BE49-F238E27FC236}">
                <a16:creationId xmlns:a16="http://schemas.microsoft.com/office/drawing/2014/main" id="{9541592F-093B-48D2-865A-8121CB5C7D59}"/>
              </a:ext>
            </a:extLst>
          </p:cNvPr>
          <p:cNvSpPr/>
          <p:nvPr/>
        </p:nvSpPr>
        <p:spPr>
          <a:xfrm>
            <a:off x="8838817" y="3761268"/>
            <a:ext cx="493616" cy="638802"/>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59" name="그룹 23">
            <a:extLst>
              <a:ext uri="{FF2B5EF4-FFF2-40B4-BE49-F238E27FC236}">
                <a16:creationId xmlns:a16="http://schemas.microsoft.com/office/drawing/2014/main" id="{BCE649B0-27D0-4BC3-AE2A-31EB4E0D87C8}"/>
              </a:ext>
            </a:extLst>
          </p:cNvPr>
          <p:cNvGrpSpPr/>
          <p:nvPr/>
        </p:nvGrpSpPr>
        <p:grpSpPr>
          <a:xfrm>
            <a:off x="6639340" y="4458353"/>
            <a:ext cx="1559458" cy="1910828"/>
            <a:chOff x="3059832" y="4547730"/>
            <a:chExt cx="2006539" cy="1910828"/>
          </a:xfrm>
        </p:grpSpPr>
        <p:sp>
          <p:nvSpPr>
            <p:cNvPr id="60" name="TextBox 59">
              <a:extLst>
                <a:ext uri="{FF2B5EF4-FFF2-40B4-BE49-F238E27FC236}">
                  <a16:creationId xmlns:a16="http://schemas.microsoft.com/office/drawing/2014/main" id="{D1901214-9496-4F01-A74F-89C8257AAE3C}"/>
                </a:ext>
              </a:extLst>
            </p:cNvPr>
            <p:cNvSpPr txBox="1"/>
            <p:nvPr/>
          </p:nvSpPr>
          <p:spPr>
            <a:xfrm>
              <a:off x="3059832" y="4547730"/>
              <a:ext cx="1996552" cy="523220"/>
            </a:xfrm>
            <a:prstGeom prst="rect">
              <a:avLst/>
            </a:prstGeom>
            <a:noFill/>
          </p:spPr>
          <p:txBody>
            <a:bodyPr wrap="square" rtlCol="0" anchor="ctr">
              <a:spAutoFit/>
            </a:bodyPr>
            <a:lstStyle/>
            <a:p>
              <a:pPr algn="ctr"/>
              <a:r>
                <a:rPr lang="en-US" altLang="ko-KR" sz="1400" b="1" dirty="0">
                  <a:solidFill>
                    <a:schemeClr val="accent4"/>
                  </a:solidFill>
                  <a:cs typeface="Arial" pitchFamily="34" charset="0"/>
                </a:rPr>
                <a:t>Cleaner Environment</a:t>
              </a:r>
              <a:endParaRPr lang="ko-KR" altLang="en-US" sz="1400" b="1" dirty="0">
                <a:solidFill>
                  <a:schemeClr val="accent4"/>
                </a:solidFill>
                <a:cs typeface="Arial" pitchFamily="34" charset="0"/>
              </a:endParaRPr>
            </a:p>
          </p:txBody>
        </p:sp>
        <p:sp>
          <p:nvSpPr>
            <p:cNvPr id="61" name="TextBox 60">
              <a:extLst>
                <a:ext uri="{FF2B5EF4-FFF2-40B4-BE49-F238E27FC236}">
                  <a16:creationId xmlns:a16="http://schemas.microsoft.com/office/drawing/2014/main" id="{A08B1B9D-3FFA-46D4-BED5-279432B54204}"/>
                </a:ext>
              </a:extLst>
            </p:cNvPr>
            <p:cNvSpPr txBox="1"/>
            <p:nvPr/>
          </p:nvSpPr>
          <p:spPr>
            <a:xfrm>
              <a:off x="3077079" y="5135119"/>
              <a:ext cx="1989292" cy="1323439"/>
            </a:xfrm>
            <a:prstGeom prst="rect">
              <a:avLst/>
            </a:prstGeom>
            <a:noFill/>
          </p:spPr>
          <p:txBody>
            <a:bodyPr wrap="square" rtlCol="0">
              <a:spAutoFit/>
            </a:bodyPr>
            <a:lstStyle/>
            <a:p>
              <a:pPr algn="ctr"/>
              <a:r>
                <a:rPr lang="en-GB" altLang="ko-KR" sz="1400" dirty="0">
                  <a:solidFill>
                    <a:schemeClr val="tx1">
                      <a:lumMod val="85000"/>
                      <a:lumOff val="15000"/>
                    </a:schemeClr>
                  </a:solidFill>
                  <a:cs typeface="Arial" pitchFamily="34" charset="0"/>
                </a:rPr>
                <a:t>zero carbon emission and reduction in air pollution</a:t>
              </a:r>
            </a:p>
            <a:p>
              <a:pPr algn="ctr"/>
              <a:endParaRPr lang="en-GB" altLang="ko-KR" sz="1200" dirty="0">
                <a:solidFill>
                  <a:schemeClr val="tx1">
                    <a:lumMod val="85000"/>
                    <a:lumOff val="15000"/>
                  </a:schemeClr>
                </a:solidFill>
                <a:cs typeface="Arial" pitchFamily="34" charset="0"/>
              </a:endParaRPr>
            </a:p>
            <a:p>
              <a:pPr algn="ctr"/>
              <a:r>
                <a:rPr lang="en-US" altLang="ko-KR" sz="1200" dirty="0">
                  <a:solidFill>
                    <a:schemeClr val="tx1">
                      <a:lumMod val="85000"/>
                      <a:lumOff val="15000"/>
                    </a:schemeClr>
                  </a:solidFill>
                  <a:cs typeface="Arial" pitchFamily="34" charset="0"/>
                </a:rPr>
                <a:t>    </a:t>
              </a:r>
              <a:endParaRPr lang="ko-KR" altLang="en-US" sz="1200" dirty="0">
                <a:solidFill>
                  <a:schemeClr val="tx1">
                    <a:lumMod val="85000"/>
                    <a:lumOff val="15000"/>
                  </a:schemeClr>
                </a:solidFill>
                <a:cs typeface="Arial" pitchFamily="34" charset="0"/>
              </a:endParaRPr>
            </a:p>
          </p:txBody>
        </p:sp>
      </p:grpSp>
      <p:sp>
        <p:nvSpPr>
          <p:cNvPr id="62" name="Flowchart: Off-page Connector 61">
            <a:extLst>
              <a:ext uri="{FF2B5EF4-FFF2-40B4-BE49-F238E27FC236}">
                <a16:creationId xmlns:a16="http://schemas.microsoft.com/office/drawing/2014/main" id="{44F9C6F0-CE18-499A-812A-820641657982}"/>
              </a:ext>
            </a:extLst>
          </p:cNvPr>
          <p:cNvSpPr/>
          <p:nvPr/>
        </p:nvSpPr>
        <p:spPr>
          <a:xfrm>
            <a:off x="7168380" y="3770160"/>
            <a:ext cx="493616" cy="638802"/>
          </a:xfrm>
          <a:prstGeom prst="flowChartOffpage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nvGrpSpPr>
          <p:cNvPr id="63" name="그룹 1">
            <a:extLst>
              <a:ext uri="{FF2B5EF4-FFF2-40B4-BE49-F238E27FC236}">
                <a16:creationId xmlns:a16="http://schemas.microsoft.com/office/drawing/2014/main" id="{D29AFA6C-AB64-4AB8-8466-42AFB89A4929}"/>
              </a:ext>
            </a:extLst>
          </p:cNvPr>
          <p:cNvGrpSpPr/>
          <p:nvPr/>
        </p:nvGrpSpPr>
        <p:grpSpPr>
          <a:xfrm>
            <a:off x="9980215" y="4458353"/>
            <a:ext cx="1551696" cy="1721824"/>
            <a:chOff x="6913710" y="4547730"/>
            <a:chExt cx="1996552" cy="1721824"/>
          </a:xfrm>
        </p:grpSpPr>
        <p:sp>
          <p:nvSpPr>
            <p:cNvPr id="64" name="TextBox 63">
              <a:extLst>
                <a:ext uri="{FF2B5EF4-FFF2-40B4-BE49-F238E27FC236}">
                  <a16:creationId xmlns:a16="http://schemas.microsoft.com/office/drawing/2014/main" id="{4301946A-07E8-4B75-B0DF-DA1D6473058A}"/>
                </a:ext>
              </a:extLst>
            </p:cNvPr>
            <p:cNvSpPr txBox="1"/>
            <p:nvPr/>
          </p:nvSpPr>
          <p:spPr>
            <a:xfrm>
              <a:off x="6913710" y="4547730"/>
              <a:ext cx="1996552" cy="523220"/>
            </a:xfrm>
            <a:prstGeom prst="rect">
              <a:avLst/>
            </a:prstGeom>
            <a:noFill/>
          </p:spPr>
          <p:txBody>
            <a:bodyPr wrap="square" rtlCol="0" anchor="ctr">
              <a:spAutoFit/>
            </a:bodyPr>
            <a:lstStyle/>
            <a:p>
              <a:pPr algn="ctr"/>
              <a:r>
                <a:rPr lang="en-US" sz="1400" b="1" dirty="0">
                  <a:solidFill>
                    <a:srgbClr val="136636"/>
                  </a:solidFill>
                </a:rPr>
                <a:t>Maintenance Costs</a:t>
              </a:r>
              <a:endParaRPr lang="ko-KR" altLang="en-US" sz="1400" b="1" dirty="0">
                <a:solidFill>
                  <a:schemeClr val="tx1">
                    <a:lumMod val="85000"/>
                    <a:lumOff val="15000"/>
                  </a:schemeClr>
                </a:solidFill>
                <a:cs typeface="Arial" pitchFamily="34" charset="0"/>
              </a:endParaRPr>
            </a:p>
          </p:txBody>
        </p:sp>
        <p:sp>
          <p:nvSpPr>
            <p:cNvPr id="65" name="TextBox 64">
              <a:extLst>
                <a:ext uri="{FF2B5EF4-FFF2-40B4-BE49-F238E27FC236}">
                  <a16:creationId xmlns:a16="http://schemas.microsoft.com/office/drawing/2014/main" id="{E3CB5607-DC94-454D-948F-3CE958E906F8}"/>
                </a:ext>
              </a:extLst>
            </p:cNvPr>
            <p:cNvSpPr txBox="1"/>
            <p:nvPr/>
          </p:nvSpPr>
          <p:spPr>
            <a:xfrm>
              <a:off x="6920970" y="5130781"/>
              <a:ext cx="1989292" cy="1138773"/>
            </a:xfrm>
            <a:prstGeom prst="rect">
              <a:avLst/>
            </a:prstGeom>
            <a:noFill/>
          </p:spPr>
          <p:txBody>
            <a:bodyPr wrap="square" rtlCol="0">
              <a:spAutoFit/>
            </a:bodyPr>
            <a:lstStyle/>
            <a:p>
              <a:pPr algn="ctr"/>
              <a:r>
                <a:rPr lang="en-US" sz="1400" dirty="0"/>
                <a:t>Lower costs especially with long battery warranties</a:t>
              </a:r>
            </a:p>
            <a:p>
              <a:pPr algn="ctr"/>
              <a:r>
                <a:rPr lang="en-US" altLang="ko-KR" sz="1200" dirty="0">
                  <a:solidFill>
                    <a:schemeClr val="tx1">
                      <a:lumMod val="85000"/>
                      <a:lumOff val="15000"/>
                    </a:schemeClr>
                  </a:solidFill>
                  <a:cs typeface="Arial" pitchFamily="34" charset="0"/>
                </a:rPr>
                <a:t>     </a:t>
              </a:r>
              <a:endParaRPr lang="ko-KR" altLang="en-US" sz="1200" dirty="0">
                <a:solidFill>
                  <a:schemeClr val="tx1">
                    <a:lumMod val="85000"/>
                    <a:lumOff val="15000"/>
                  </a:schemeClr>
                </a:solidFill>
                <a:cs typeface="Arial" pitchFamily="34" charset="0"/>
              </a:endParaRPr>
            </a:p>
          </p:txBody>
        </p:sp>
      </p:grpSp>
      <p:sp>
        <p:nvSpPr>
          <p:cNvPr id="66" name="Flowchart: Off-page Connector 65">
            <a:extLst>
              <a:ext uri="{FF2B5EF4-FFF2-40B4-BE49-F238E27FC236}">
                <a16:creationId xmlns:a16="http://schemas.microsoft.com/office/drawing/2014/main" id="{9A4134BA-0A85-4733-9142-D5A9E50C1374}"/>
              </a:ext>
            </a:extLst>
          </p:cNvPr>
          <p:cNvSpPr/>
          <p:nvPr/>
        </p:nvSpPr>
        <p:spPr>
          <a:xfrm>
            <a:off x="10509255" y="3759720"/>
            <a:ext cx="493616" cy="638802"/>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9" name="Oval 21">
            <a:extLst>
              <a:ext uri="{FF2B5EF4-FFF2-40B4-BE49-F238E27FC236}">
                <a16:creationId xmlns:a16="http://schemas.microsoft.com/office/drawing/2014/main" id="{CCE500F5-D38C-4E6A-B195-3F5E2B0B85E4}"/>
              </a:ext>
            </a:extLst>
          </p:cNvPr>
          <p:cNvSpPr>
            <a:spLocks noChangeAspect="1"/>
          </p:cNvSpPr>
          <p:nvPr/>
        </p:nvSpPr>
        <p:spPr>
          <a:xfrm>
            <a:off x="10620178" y="3897224"/>
            <a:ext cx="271770" cy="274040"/>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70" name="Block Arc 11">
            <a:extLst>
              <a:ext uri="{FF2B5EF4-FFF2-40B4-BE49-F238E27FC236}">
                <a16:creationId xmlns:a16="http://schemas.microsoft.com/office/drawing/2014/main" id="{D974FB59-CD86-43F2-A194-78251A08001D}"/>
              </a:ext>
            </a:extLst>
          </p:cNvPr>
          <p:cNvSpPr/>
          <p:nvPr/>
        </p:nvSpPr>
        <p:spPr>
          <a:xfrm rot="10800000">
            <a:off x="8950895" y="3853996"/>
            <a:ext cx="264397" cy="349175"/>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ko-KR" altLang="en-US" sz="2700" dirty="0">
              <a:solidFill>
                <a:schemeClr val="tx1"/>
              </a:solidFill>
            </a:endParaRPr>
          </a:p>
        </p:txBody>
      </p:sp>
      <p:sp>
        <p:nvSpPr>
          <p:cNvPr id="71" name="Left Arrow 1">
            <a:extLst>
              <a:ext uri="{FF2B5EF4-FFF2-40B4-BE49-F238E27FC236}">
                <a16:creationId xmlns:a16="http://schemas.microsoft.com/office/drawing/2014/main" id="{59B12077-9A58-4782-A03A-012359994DB8}"/>
              </a:ext>
            </a:extLst>
          </p:cNvPr>
          <p:cNvSpPr>
            <a:spLocks noChangeAspect="1"/>
          </p:cNvSpPr>
          <p:nvPr/>
        </p:nvSpPr>
        <p:spPr>
          <a:xfrm>
            <a:off x="7234559" y="3873984"/>
            <a:ext cx="338214" cy="329187"/>
          </a:xfrm>
          <a:custGeom>
            <a:avLst/>
            <a:gdLst/>
            <a:ahLst/>
            <a:cxnLst/>
            <a:rect l="l" t="t" r="r" b="b"/>
            <a:pathLst>
              <a:path w="3306630" h="3218379">
                <a:moveTo>
                  <a:pt x="0" y="2085651"/>
                </a:moveTo>
                <a:cubicBezTo>
                  <a:pt x="253919" y="2342528"/>
                  <a:pt x="881542" y="2297196"/>
                  <a:pt x="1388167" y="2271654"/>
                </a:cubicBezTo>
                <a:lnTo>
                  <a:pt x="1417952" y="2988872"/>
                </a:lnTo>
                <a:lnTo>
                  <a:pt x="717647" y="2950294"/>
                </a:lnTo>
                <a:cubicBezTo>
                  <a:pt x="467617" y="2928101"/>
                  <a:pt x="217417" y="2555860"/>
                  <a:pt x="0" y="2085651"/>
                </a:cubicBezTo>
                <a:close/>
                <a:moveTo>
                  <a:pt x="1969797" y="2019847"/>
                </a:moveTo>
                <a:lnTo>
                  <a:pt x="1969797" y="2274913"/>
                </a:lnTo>
                <a:lnTo>
                  <a:pt x="2657809" y="2274913"/>
                </a:lnTo>
                <a:cubicBezTo>
                  <a:pt x="2787205" y="2599270"/>
                  <a:pt x="2968360" y="2923626"/>
                  <a:pt x="2675062" y="2954686"/>
                </a:cubicBezTo>
                <a:lnTo>
                  <a:pt x="1969797" y="2963313"/>
                </a:lnTo>
                <a:lnTo>
                  <a:pt x="1969797" y="3218379"/>
                </a:lnTo>
                <a:lnTo>
                  <a:pt x="1429598" y="2619113"/>
                </a:lnTo>
                <a:close/>
                <a:moveTo>
                  <a:pt x="2961009" y="1275432"/>
                </a:moveTo>
                <a:lnTo>
                  <a:pt x="3277752" y="1901203"/>
                </a:lnTo>
                <a:cubicBezTo>
                  <a:pt x="3383548" y="2128832"/>
                  <a:pt x="3186278" y="2531632"/>
                  <a:pt x="2887773" y="2955026"/>
                </a:cubicBezTo>
                <a:cubicBezTo>
                  <a:pt x="2983276" y="2606687"/>
                  <a:pt x="2630206" y="2085815"/>
                  <a:pt x="2354773" y="1659836"/>
                </a:cubicBezTo>
                <a:close/>
                <a:moveTo>
                  <a:pt x="1019997" y="990789"/>
                </a:moveTo>
                <a:lnTo>
                  <a:pt x="1268877" y="1758248"/>
                </a:lnTo>
                <a:lnTo>
                  <a:pt x="1047983" y="1630715"/>
                </a:lnTo>
                <a:lnTo>
                  <a:pt x="703977" y="2226552"/>
                </a:lnTo>
                <a:cubicBezTo>
                  <a:pt x="358378" y="2176433"/>
                  <a:pt x="-13100" y="2171140"/>
                  <a:pt x="106650" y="1901606"/>
                </a:cubicBezTo>
                <a:lnTo>
                  <a:pt x="451811" y="1286515"/>
                </a:lnTo>
                <a:lnTo>
                  <a:pt x="230918" y="1158982"/>
                </a:lnTo>
                <a:close/>
                <a:moveTo>
                  <a:pt x="2174825" y="119764"/>
                </a:moveTo>
                <a:cubicBezTo>
                  <a:pt x="2220451" y="119103"/>
                  <a:pt x="2264887" y="143875"/>
                  <a:pt x="2308274" y="203493"/>
                </a:cubicBezTo>
                <a:lnTo>
                  <a:pt x="2668377" y="809957"/>
                </a:lnTo>
                <a:lnTo>
                  <a:pt x="2889271" y="682424"/>
                </a:lnTo>
                <a:lnTo>
                  <a:pt x="2640391" y="1449883"/>
                </a:lnTo>
                <a:lnTo>
                  <a:pt x="1851312" y="1281690"/>
                </a:lnTo>
                <a:lnTo>
                  <a:pt x="2072206" y="1154157"/>
                </a:lnTo>
                <a:lnTo>
                  <a:pt x="1728200" y="558321"/>
                </a:lnTo>
                <a:cubicBezTo>
                  <a:pt x="1890352" y="352642"/>
                  <a:pt x="2037947" y="121750"/>
                  <a:pt x="2174825" y="119764"/>
                </a:cubicBezTo>
                <a:close/>
                <a:moveTo>
                  <a:pt x="1831774" y="30"/>
                </a:moveTo>
                <a:cubicBezTo>
                  <a:pt x="1948530" y="539"/>
                  <a:pt x="2073232" y="7407"/>
                  <a:pt x="2202212" y="19111"/>
                </a:cubicBezTo>
                <a:cubicBezTo>
                  <a:pt x="1852790" y="110572"/>
                  <a:pt x="1578238" y="676776"/>
                  <a:pt x="1347045" y="1128297"/>
                </a:cubicBezTo>
                <a:lnTo>
                  <a:pt x="711024" y="795483"/>
                </a:lnTo>
                <a:lnTo>
                  <a:pt x="1094586" y="208291"/>
                </a:lnTo>
                <a:cubicBezTo>
                  <a:pt x="1202761" y="54213"/>
                  <a:pt x="1481508" y="-1496"/>
                  <a:pt x="1831774" y="30"/>
                </a:cubicBezTo>
                <a:close/>
              </a:path>
            </a:pathLst>
          </a:cu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ko-KR" altLang="en-US" sz="2700"/>
          </a:p>
        </p:txBody>
      </p:sp>
    </p:spTree>
    <p:custDataLst>
      <p:tags r:id="rId1"/>
    </p:custDataLst>
    <p:extLst>
      <p:ext uri="{BB962C8B-B14F-4D97-AF65-F5344CB8AC3E}">
        <p14:creationId xmlns:p14="http://schemas.microsoft.com/office/powerpoint/2010/main" val="2737942562"/>
      </p:ext>
    </p:extLst>
  </p:cSld>
  <p:clrMapOvr>
    <a:masterClrMapping/>
  </p:clrMapOvr>
  <mc:AlternateContent xmlns:mc="http://schemas.openxmlformats.org/markup-compatibility/2006">
    <mc:Choice xmlns:p14="http://schemas.microsoft.com/office/powerpoint/2010/main" Requires="p14">
      <p:transition spd="slow" p14:dur="2000" advTm="23549"/>
    </mc:Choice>
    <mc:Fallback>
      <p:transition spd="slow" advTm="235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randombar(horizontal)">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fade">
                                      <p:cBhvr>
                                        <p:cTn id="20" dur="500"/>
                                        <p:tgtEl>
                                          <p:spTgt spid="71"/>
                                        </p:tgtEl>
                                      </p:cBhvr>
                                    </p:animEffect>
                                  </p:childTnLst>
                                </p:cTn>
                              </p:par>
                              <p:par>
                                <p:cTn id="21" presetID="10"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500"/>
                                        <p:tgtEl>
                                          <p:spTgt spid="5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500"/>
                                        <p:tgtEl>
                                          <p:spTgt spid="70"/>
                                        </p:tgtEl>
                                      </p:cBhvr>
                                    </p:animEffect>
                                  </p:childTnLst>
                                </p:cTn>
                              </p:par>
                              <p:par>
                                <p:cTn id="32" presetID="10" presetClass="entr" presetSubtype="0" fill="hold" nodeType="with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500"/>
                                        <p:tgtEl>
                                          <p:spTgt spid="6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childTnLst>
                                </p:cTn>
                              </p:par>
                              <p:par>
                                <p:cTn id="43" presetID="10"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8" grpId="0" animBg="1"/>
      <p:bldP spid="62" grpId="0" animBg="1"/>
      <p:bldP spid="66" grpId="0" animBg="1"/>
      <p:bldP spid="69" grpId="0" animBg="1"/>
      <p:bldP spid="70" grpId="0" animBg="1"/>
      <p:bldP spid="7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385C3F3-4BB0-4F5E-B451-DB67848CC00C}"/>
              </a:ext>
            </a:extLst>
          </p:cNvPr>
          <p:cNvSpPr/>
          <p:nvPr/>
        </p:nvSpPr>
        <p:spPr>
          <a:xfrm rot="21008010">
            <a:off x="1188395" y="5413133"/>
            <a:ext cx="9815209" cy="175098"/>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0A21002-9341-4862-BA59-1791FB839BF9}"/>
              </a:ext>
            </a:extLst>
          </p:cNvPr>
          <p:cNvSpPr/>
          <p:nvPr/>
        </p:nvSpPr>
        <p:spPr>
          <a:xfrm>
            <a:off x="5283739" y="5588231"/>
            <a:ext cx="1624520" cy="939029"/>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aphic 66">
            <a:extLst>
              <a:ext uri="{FF2B5EF4-FFF2-40B4-BE49-F238E27FC236}">
                <a16:creationId xmlns:a16="http://schemas.microsoft.com/office/drawing/2014/main" id="{AA1073DC-F5A5-44B5-8125-97F7FEEEC93D}"/>
              </a:ext>
            </a:extLst>
          </p:cNvPr>
          <p:cNvGrpSpPr/>
          <p:nvPr/>
        </p:nvGrpSpPr>
        <p:grpSpPr>
          <a:xfrm>
            <a:off x="5399206" y="642025"/>
            <a:ext cx="1742436" cy="4771108"/>
            <a:chOff x="7354684" y="1811872"/>
            <a:chExt cx="1908028" cy="5224528"/>
          </a:xfrm>
        </p:grpSpPr>
        <p:sp>
          <p:nvSpPr>
            <p:cNvPr id="7" name="Freeform: Shape 6">
              <a:extLst>
                <a:ext uri="{FF2B5EF4-FFF2-40B4-BE49-F238E27FC236}">
                  <a16:creationId xmlns:a16="http://schemas.microsoft.com/office/drawing/2014/main" id="{8AF19311-7C68-4B8A-8866-331B5FF1B9CA}"/>
                </a:ext>
              </a:extLst>
            </p:cNvPr>
            <p:cNvSpPr/>
            <p:nvPr/>
          </p:nvSpPr>
          <p:spPr>
            <a:xfrm>
              <a:off x="7354343" y="1810707"/>
              <a:ext cx="1901090" cy="5217590"/>
            </a:xfrm>
            <a:custGeom>
              <a:avLst/>
              <a:gdLst>
                <a:gd name="connsiteX0" fmla="*/ 1829966 w 1901089"/>
                <a:gd name="connsiteY0" fmla="*/ 1619173 h 5217589"/>
                <a:gd name="connsiteX1" fmla="*/ 1678712 w 1901089"/>
                <a:gd name="connsiteY1" fmla="*/ 1402699 h 5217589"/>
                <a:gd name="connsiteX2" fmla="*/ 1483052 w 1901089"/>
                <a:gd name="connsiteY2" fmla="*/ 1064805 h 5217589"/>
                <a:gd name="connsiteX3" fmla="*/ 1382447 w 1901089"/>
                <a:gd name="connsiteY3" fmla="*/ 976688 h 5217589"/>
                <a:gd name="connsiteX4" fmla="*/ 1198583 w 1901089"/>
                <a:gd name="connsiteY4" fmla="*/ 916325 h 5217589"/>
                <a:gd name="connsiteX5" fmla="*/ 1198583 w 1901089"/>
                <a:gd name="connsiteY5" fmla="*/ 916325 h 5217589"/>
                <a:gd name="connsiteX6" fmla="*/ 1183318 w 1901089"/>
                <a:gd name="connsiteY6" fmla="*/ 895510 h 5217589"/>
                <a:gd name="connsiteX7" fmla="*/ 1129894 w 1901089"/>
                <a:gd name="connsiteY7" fmla="*/ 633243 h 5217589"/>
                <a:gd name="connsiteX8" fmla="*/ 1007780 w 1901089"/>
                <a:gd name="connsiteY8" fmla="*/ 230129 h 5217589"/>
                <a:gd name="connsiteX9" fmla="*/ 898155 w 1901089"/>
                <a:gd name="connsiteY9" fmla="*/ 60141 h 5217589"/>
                <a:gd name="connsiteX10" fmla="*/ 724698 w 1901089"/>
                <a:gd name="connsiteY10" fmla="*/ 1165 h 5217589"/>
                <a:gd name="connsiteX11" fmla="*/ 369458 w 1901089"/>
                <a:gd name="connsiteY11" fmla="*/ 151032 h 5217589"/>
                <a:gd name="connsiteX12" fmla="*/ 357663 w 1901089"/>
                <a:gd name="connsiteY12" fmla="*/ 211395 h 5217589"/>
                <a:gd name="connsiteX13" fmla="*/ 420107 w 1901089"/>
                <a:gd name="connsiteY13" fmla="*/ 254413 h 5217589"/>
                <a:gd name="connsiteX14" fmla="*/ 420107 w 1901089"/>
                <a:gd name="connsiteY14" fmla="*/ 254413 h 5217589"/>
                <a:gd name="connsiteX15" fmla="*/ 375702 w 1901089"/>
                <a:gd name="connsiteY15" fmla="*/ 293267 h 5217589"/>
                <a:gd name="connsiteX16" fmla="*/ 372233 w 1901089"/>
                <a:gd name="connsiteY16" fmla="*/ 312694 h 5217589"/>
                <a:gd name="connsiteX17" fmla="*/ 382640 w 1901089"/>
                <a:gd name="connsiteY17" fmla="*/ 409137 h 5217589"/>
                <a:gd name="connsiteX18" fmla="*/ 388191 w 1901089"/>
                <a:gd name="connsiteY18" fmla="*/ 479213 h 5217589"/>
                <a:gd name="connsiteX19" fmla="*/ 375008 w 1901089"/>
                <a:gd name="connsiteY19" fmla="*/ 516680 h 5217589"/>
                <a:gd name="connsiteX20" fmla="*/ 397211 w 1901089"/>
                <a:gd name="connsiteY20" fmla="*/ 554147 h 5217589"/>
                <a:gd name="connsiteX21" fmla="*/ 425658 w 1901089"/>
                <a:gd name="connsiteY21" fmla="*/ 585369 h 5217589"/>
                <a:gd name="connsiteX22" fmla="*/ 462431 w 1901089"/>
                <a:gd name="connsiteY22" fmla="*/ 711646 h 5217589"/>
                <a:gd name="connsiteX23" fmla="*/ 539446 w 1901089"/>
                <a:gd name="connsiteY23" fmla="*/ 763683 h 5217589"/>
                <a:gd name="connsiteX24" fmla="*/ 526957 w 1901089"/>
                <a:gd name="connsiteY24" fmla="*/ 799762 h 5217589"/>
                <a:gd name="connsiteX25" fmla="*/ 549159 w 1901089"/>
                <a:gd name="connsiteY25" fmla="*/ 863594 h 5217589"/>
                <a:gd name="connsiteX26" fmla="*/ 549159 w 1901089"/>
                <a:gd name="connsiteY26" fmla="*/ 863594 h 5217589"/>
                <a:gd name="connsiteX27" fmla="*/ 472144 w 1901089"/>
                <a:gd name="connsiteY27" fmla="*/ 917019 h 5217589"/>
                <a:gd name="connsiteX28" fmla="*/ 472144 w 1901089"/>
                <a:gd name="connsiteY28" fmla="*/ 917019 h 5217589"/>
                <a:gd name="connsiteX29" fmla="*/ 380559 w 1901089"/>
                <a:gd name="connsiteY29" fmla="*/ 932977 h 5217589"/>
                <a:gd name="connsiteX30" fmla="*/ 249425 w 1901089"/>
                <a:gd name="connsiteY30" fmla="*/ 1050234 h 5217589"/>
                <a:gd name="connsiteX31" fmla="*/ 200857 w 1901089"/>
                <a:gd name="connsiteY31" fmla="*/ 1232711 h 5217589"/>
                <a:gd name="connsiteX32" fmla="*/ 131474 w 1901089"/>
                <a:gd name="connsiteY32" fmla="*/ 1475551 h 5217589"/>
                <a:gd name="connsiteX33" fmla="*/ 81519 w 1901089"/>
                <a:gd name="connsiteY33" fmla="*/ 1608072 h 5217589"/>
                <a:gd name="connsiteX34" fmla="*/ 73193 w 1901089"/>
                <a:gd name="connsiteY34" fmla="*/ 1848831 h 5217589"/>
                <a:gd name="connsiteX35" fmla="*/ 116210 w 1901089"/>
                <a:gd name="connsiteY35" fmla="*/ 2194357 h 5217589"/>
                <a:gd name="connsiteX36" fmla="*/ 160615 w 1901089"/>
                <a:gd name="connsiteY36" fmla="*/ 2343530 h 5217589"/>
                <a:gd name="connsiteX37" fmla="*/ 171717 w 1901089"/>
                <a:gd name="connsiteY37" fmla="*/ 2349081 h 5217589"/>
                <a:gd name="connsiteX38" fmla="*/ 250119 w 1901089"/>
                <a:gd name="connsiteY38" fmla="*/ 2436503 h 5217589"/>
                <a:gd name="connsiteX39" fmla="*/ 250119 w 1901089"/>
                <a:gd name="connsiteY39" fmla="*/ 2436503 h 5217589"/>
                <a:gd name="connsiteX40" fmla="*/ 243875 w 1901089"/>
                <a:gd name="connsiteY40" fmla="*/ 2454543 h 5217589"/>
                <a:gd name="connsiteX41" fmla="*/ 238324 w 1901089"/>
                <a:gd name="connsiteY41" fmla="*/ 2548904 h 5217589"/>
                <a:gd name="connsiteX42" fmla="*/ 265383 w 1901089"/>
                <a:gd name="connsiteY42" fmla="*/ 2584983 h 5217589"/>
                <a:gd name="connsiteX43" fmla="*/ 282035 w 1901089"/>
                <a:gd name="connsiteY43" fmla="*/ 2608573 h 5217589"/>
                <a:gd name="connsiteX44" fmla="*/ 273709 w 1901089"/>
                <a:gd name="connsiteY44" fmla="*/ 2642570 h 5217589"/>
                <a:gd name="connsiteX45" fmla="*/ 137719 w 1901089"/>
                <a:gd name="connsiteY45" fmla="*/ 3205265 h 5217589"/>
                <a:gd name="connsiteX46" fmla="*/ 87069 w 1901089"/>
                <a:gd name="connsiteY46" fmla="*/ 3546629 h 5217589"/>
                <a:gd name="connsiteX47" fmla="*/ 114129 w 1901089"/>
                <a:gd name="connsiteY47" fmla="*/ 3930316 h 5217589"/>
                <a:gd name="connsiteX48" fmla="*/ 158534 w 1901089"/>
                <a:gd name="connsiteY48" fmla="*/ 4220336 h 5217589"/>
                <a:gd name="connsiteX49" fmla="*/ 177267 w 1901089"/>
                <a:gd name="connsiteY49" fmla="*/ 4517989 h 5217589"/>
                <a:gd name="connsiteX50" fmla="*/ 288973 w 1901089"/>
                <a:gd name="connsiteY50" fmla="*/ 4745564 h 5217589"/>
                <a:gd name="connsiteX51" fmla="*/ 322971 w 1901089"/>
                <a:gd name="connsiteY51" fmla="*/ 4845476 h 5217589"/>
                <a:gd name="connsiteX52" fmla="*/ 252894 w 1901089"/>
                <a:gd name="connsiteY52" fmla="*/ 5036972 h 5217589"/>
                <a:gd name="connsiteX53" fmla="*/ 213346 w 1901089"/>
                <a:gd name="connsiteY53" fmla="*/ 5083459 h 5217589"/>
                <a:gd name="connsiteX54" fmla="*/ 26706 w 1901089"/>
                <a:gd name="connsiteY54" fmla="*/ 5171575 h 5217589"/>
                <a:gd name="connsiteX55" fmla="*/ 1035 w 1901089"/>
                <a:gd name="connsiteY55" fmla="*/ 5189615 h 5217589"/>
                <a:gd name="connsiteX56" fmla="*/ 16993 w 1901089"/>
                <a:gd name="connsiteY56" fmla="*/ 5218755 h 5217589"/>
                <a:gd name="connsiteX57" fmla="*/ 425658 w 1901089"/>
                <a:gd name="connsiteY57" fmla="*/ 5213205 h 5217589"/>
                <a:gd name="connsiteX58" fmla="*/ 506142 w 1901089"/>
                <a:gd name="connsiteY58" fmla="*/ 5113988 h 5217589"/>
                <a:gd name="connsiteX59" fmla="*/ 620623 w 1901089"/>
                <a:gd name="connsiteY59" fmla="*/ 5077908 h 5217589"/>
                <a:gd name="connsiteX60" fmla="*/ 633112 w 1901089"/>
                <a:gd name="connsiteY60" fmla="*/ 5098029 h 5217589"/>
                <a:gd name="connsiteX61" fmla="*/ 634500 w 1901089"/>
                <a:gd name="connsiteY61" fmla="*/ 5212511 h 5217589"/>
                <a:gd name="connsiteX62" fmla="*/ 678905 w 1901089"/>
                <a:gd name="connsiteY62" fmla="*/ 5215980 h 5217589"/>
                <a:gd name="connsiteX63" fmla="*/ 684456 w 1901089"/>
                <a:gd name="connsiteY63" fmla="*/ 5092479 h 5217589"/>
                <a:gd name="connsiteX64" fmla="*/ 708740 w 1901089"/>
                <a:gd name="connsiteY64" fmla="*/ 5061256 h 5217589"/>
                <a:gd name="connsiteX65" fmla="*/ 744819 w 1901089"/>
                <a:gd name="connsiteY65" fmla="*/ 5021708 h 5217589"/>
                <a:gd name="connsiteX66" fmla="*/ 761471 w 1901089"/>
                <a:gd name="connsiteY66" fmla="*/ 5049461 h 5217589"/>
                <a:gd name="connsiteX67" fmla="*/ 762164 w 1901089"/>
                <a:gd name="connsiteY67" fmla="*/ 5172963 h 5217589"/>
                <a:gd name="connsiteX68" fmla="*/ 785061 w 1901089"/>
                <a:gd name="connsiteY68" fmla="*/ 5221531 h 5217589"/>
                <a:gd name="connsiteX69" fmla="*/ 1077856 w 1901089"/>
                <a:gd name="connsiteY69" fmla="*/ 5213205 h 5217589"/>
                <a:gd name="connsiteX70" fmla="*/ 1209684 w 1901089"/>
                <a:gd name="connsiteY70" fmla="*/ 4932898 h 5217589"/>
                <a:gd name="connsiteX71" fmla="*/ 1237437 w 1901089"/>
                <a:gd name="connsiteY71" fmla="*/ 4703935 h 5217589"/>
                <a:gd name="connsiteX72" fmla="*/ 1243681 w 1901089"/>
                <a:gd name="connsiteY72" fmla="*/ 4418077 h 5217589"/>
                <a:gd name="connsiteX73" fmla="*/ 1201358 w 1901089"/>
                <a:gd name="connsiteY73" fmla="*/ 3833874 h 5217589"/>
                <a:gd name="connsiteX74" fmla="*/ 1185400 w 1901089"/>
                <a:gd name="connsiteY74" fmla="*/ 3616012 h 5217589"/>
                <a:gd name="connsiteX75" fmla="*/ 1215928 w 1901089"/>
                <a:gd name="connsiteY75" fmla="*/ 3369703 h 5217589"/>
                <a:gd name="connsiteX76" fmla="*/ 1295718 w 1901089"/>
                <a:gd name="connsiteY76" fmla="*/ 2929122 h 5217589"/>
                <a:gd name="connsiteX77" fmla="*/ 1319309 w 1901089"/>
                <a:gd name="connsiteY77" fmla="*/ 2696689 h 5217589"/>
                <a:gd name="connsiteX78" fmla="*/ 1222867 w 1901089"/>
                <a:gd name="connsiteY78" fmla="*/ 2435116 h 5217589"/>
                <a:gd name="connsiteX79" fmla="*/ 1202052 w 1901089"/>
                <a:gd name="connsiteY79" fmla="*/ 2407362 h 5217589"/>
                <a:gd name="connsiteX80" fmla="*/ 1236049 w 1901089"/>
                <a:gd name="connsiteY80" fmla="*/ 2401812 h 5217589"/>
                <a:gd name="connsiteX81" fmla="*/ 1258946 w 1901089"/>
                <a:gd name="connsiteY81" fmla="*/ 2382385 h 5217589"/>
                <a:gd name="connsiteX82" fmla="*/ 1712015 w 1901089"/>
                <a:gd name="connsiteY82" fmla="*/ 2057673 h 5217589"/>
                <a:gd name="connsiteX83" fmla="*/ 1850087 w 1901089"/>
                <a:gd name="connsiteY83" fmla="*/ 1952211 h 5217589"/>
                <a:gd name="connsiteX84" fmla="*/ 1895880 w 1901089"/>
                <a:gd name="connsiteY84" fmla="*/ 1755164 h 5217589"/>
                <a:gd name="connsiteX85" fmla="*/ 1829966 w 1901089"/>
                <a:gd name="connsiteY85" fmla="*/ 1619173 h 5217589"/>
                <a:gd name="connsiteX86" fmla="*/ 230692 w 1901089"/>
                <a:gd name="connsiteY86" fmla="*/ 2354632 h 5217589"/>
                <a:gd name="connsiteX87" fmla="*/ 230692 w 1901089"/>
                <a:gd name="connsiteY87" fmla="*/ 2354632 h 5217589"/>
                <a:gd name="connsiteX88" fmla="*/ 230692 w 1901089"/>
                <a:gd name="connsiteY88" fmla="*/ 2354632 h 5217589"/>
                <a:gd name="connsiteX89" fmla="*/ 230692 w 1901089"/>
                <a:gd name="connsiteY89" fmla="*/ 2354632 h 5217589"/>
                <a:gd name="connsiteX90" fmla="*/ 270240 w 1901089"/>
                <a:gd name="connsiteY90" fmla="*/ 2303288 h 5217589"/>
                <a:gd name="connsiteX91" fmla="*/ 271628 w 1901089"/>
                <a:gd name="connsiteY91" fmla="*/ 2303288 h 5217589"/>
                <a:gd name="connsiteX92" fmla="*/ 270934 w 1901089"/>
                <a:gd name="connsiteY92" fmla="*/ 2303982 h 5217589"/>
                <a:gd name="connsiteX93" fmla="*/ 270240 w 1901089"/>
                <a:gd name="connsiteY93" fmla="*/ 2303288 h 5217589"/>
                <a:gd name="connsiteX94" fmla="*/ 803794 w 1901089"/>
                <a:gd name="connsiteY94" fmla="*/ 4826049 h 5217589"/>
                <a:gd name="connsiteX95" fmla="*/ 776735 w 1901089"/>
                <a:gd name="connsiteY95" fmla="*/ 4904451 h 5217589"/>
                <a:gd name="connsiteX96" fmla="*/ 747594 w 1901089"/>
                <a:gd name="connsiteY96" fmla="*/ 4991873 h 5217589"/>
                <a:gd name="connsiteX97" fmla="*/ 750369 w 1901089"/>
                <a:gd name="connsiteY97" fmla="*/ 4834374 h 5217589"/>
                <a:gd name="connsiteX98" fmla="*/ 585238 w 1901089"/>
                <a:gd name="connsiteY98" fmla="*/ 4073938 h 5217589"/>
                <a:gd name="connsiteX99" fmla="*/ 544996 w 1901089"/>
                <a:gd name="connsiteY99" fmla="*/ 3892155 h 5217589"/>
                <a:gd name="connsiteX100" fmla="*/ 565117 w 1901089"/>
                <a:gd name="connsiteY100" fmla="*/ 3647234 h 5217589"/>
                <a:gd name="connsiteX101" fmla="*/ 653233 w 1901089"/>
                <a:gd name="connsiteY101" fmla="*/ 3355826 h 5217589"/>
                <a:gd name="connsiteX102" fmla="*/ 685843 w 1901089"/>
                <a:gd name="connsiteY102" fmla="*/ 3104660 h 5217589"/>
                <a:gd name="connsiteX103" fmla="*/ 738574 w 1901089"/>
                <a:gd name="connsiteY103" fmla="*/ 3575770 h 5217589"/>
                <a:gd name="connsiteX104" fmla="*/ 776735 w 1901089"/>
                <a:gd name="connsiteY104" fmla="*/ 3999005 h 5217589"/>
                <a:gd name="connsiteX105" fmla="*/ 807957 w 1901089"/>
                <a:gd name="connsiteY105" fmla="*/ 4313309 h 5217589"/>
                <a:gd name="connsiteX106" fmla="*/ 859994 w 1901089"/>
                <a:gd name="connsiteY106" fmla="*/ 4644266 h 5217589"/>
                <a:gd name="connsiteX107" fmla="*/ 803794 w 1901089"/>
                <a:gd name="connsiteY107" fmla="*/ 4826049 h 5217589"/>
                <a:gd name="connsiteX108" fmla="*/ 1515662 w 1901089"/>
                <a:gd name="connsiteY108" fmla="*/ 1842586 h 5217589"/>
                <a:gd name="connsiteX109" fmla="*/ 1210378 w 1901089"/>
                <a:gd name="connsiteY109" fmla="*/ 2003554 h 5217589"/>
                <a:gd name="connsiteX110" fmla="*/ 1063286 w 1901089"/>
                <a:gd name="connsiteY110" fmla="*/ 2081263 h 5217589"/>
                <a:gd name="connsiteX111" fmla="*/ 1111854 w 1901089"/>
                <a:gd name="connsiteY111" fmla="*/ 1924458 h 5217589"/>
                <a:gd name="connsiteX112" fmla="*/ 1327635 w 1901089"/>
                <a:gd name="connsiteY112" fmla="*/ 1547709 h 5217589"/>
                <a:gd name="connsiteX113" fmla="*/ 1347756 w 1901089"/>
                <a:gd name="connsiteY113" fmla="*/ 1548403 h 5217589"/>
                <a:gd name="connsiteX114" fmla="*/ 1526763 w 1901089"/>
                <a:gd name="connsiteY114" fmla="*/ 1814139 h 5217589"/>
                <a:gd name="connsiteX115" fmla="*/ 1515662 w 1901089"/>
                <a:gd name="connsiteY115" fmla="*/ 1842586 h 521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901089" h="5217589">
                  <a:moveTo>
                    <a:pt x="1829966" y="1619173"/>
                  </a:moveTo>
                  <a:cubicBezTo>
                    <a:pt x="1780011" y="1547015"/>
                    <a:pt x="1730055" y="1474163"/>
                    <a:pt x="1678712" y="1402699"/>
                  </a:cubicBezTo>
                  <a:cubicBezTo>
                    <a:pt x="1603084" y="1295849"/>
                    <a:pt x="1517050" y="1195244"/>
                    <a:pt x="1483052" y="1064805"/>
                  </a:cubicBezTo>
                  <a:cubicBezTo>
                    <a:pt x="1469176" y="1012073"/>
                    <a:pt x="1431015" y="990565"/>
                    <a:pt x="1382447" y="976688"/>
                  </a:cubicBezTo>
                  <a:cubicBezTo>
                    <a:pt x="1320002" y="959343"/>
                    <a:pt x="1257558" y="943385"/>
                    <a:pt x="1198583" y="916325"/>
                  </a:cubicBezTo>
                  <a:lnTo>
                    <a:pt x="1198583" y="916325"/>
                  </a:lnTo>
                  <a:cubicBezTo>
                    <a:pt x="1192338" y="910081"/>
                    <a:pt x="1185400" y="906612"/>
                    <a:pt x="1183318" y="895510"/>
                  </a:cubicBezTo>
                  <a:cubicBezTo>
                    <a:pt x="1168748" y="807394"/>
                    <a:pt x="1150015" y="720666"/>
                    <a:pt x="1129894" y="633243"/>
                  </a:cubicBezTo>
                  <a:cubicBezTo>
                    <a:pt x="1098671" y="495865"/>
                    <a:pt x="1064674" y="359875"/>
                    <a:pt x="1007780" y="230129"/>
                  </a:cubicBezTo>
                  <a:cubicBezTo>
                    <a:pt x="980720" y="167684"/>
                    <a:pt x="948804" y="108015"/>
                    <a:pt x="898155" y="60141"/>
                  </a:cubicBezTo>
                  <a:cubicBezTo>
                    <a:pt x="848893" y="13654"/>
                    <a:pt x="789918" y="-5079"/>
                    <a:pt x="724698" y="1165"/>
                  </a:cubicBezTo>
                  <a:cubicBezTo>
                    <a:pt x="591483" y="15042"/>
                    <a:pt x="477695" y="77487"/>
                    <a:pt x="369458" y="151032"/>
                  </a:cubicBezTo>
                  <a:cubicBezTo>
                    <a:pt x="345867" y="166990"/>
                    <a:pt x="343786" y="186418"/>
                    <a:pt x="357663" y="211395"/>
                  </a:cubicBezTo>
                  <a:cubicBezTo>
                    <a:pt x="371539" y="235679"/>
                    <a:pt x="388885" y="255107"/>
                    <a:pt x="420107" y="254413"/>
                  </a:cubicBezTo>
                  <a:cubicBezTo>
                    <a:pt x="420107" y="254413"/>
                    <a:pt x="420107" y="254413"/>
                    <a:pt x="420107" y="254413"/>
                  </a:cubicBezTo>
                  <a:cubicBezTo>
                    <a:pt x="386803" y="255107"/>
                    <a:pt x="380559" y="260657"/>
                    <a:pt x="375702" y="293267"/>
                  </a:cubicBezTo>
                  <a:cubicBezTo>
                    <a:pt x="375008" y="299512"/>
                    <a:pt x="372927" y="306450"/>
                    <a:pt x="372233" y="312694"/>
                  </a:cubicBezTo>
                  <a:cubicBezTo>
                    <a:pt x="370845" y="345304"/>
                    <a:pt x="361825" y="382771"/>
                    <a:pt x="382640" y="409137"/>
                  </a:cubicBezTo>
                  <a:cubicBezTo>
                    <a:pt x="402068" y="434808"/>
                    <a:pt x="397905" y="454929"/>
                    <a:pt x="388191" y="479213"/>
                  </a:cubicBezTo>
                  <a:cubicBezTo>
                    <a:pt x="383334" y="491702"/>
                    <a:pt x="379865" y="504191"/>
                    <a:pt x="375008" y="516680"/>
                  </a:cubicBezTo>
                  <a:cubicBezTo>
                    <a:pt x="366682" y="538883"/>
                    <a:pt x="376396" y="550678"/>
                    <a:pt x="397211" y="554147"/>
                  </a:cubicBezTo>
                  <a:cubicBezTo>
                    <a:pt x="415944" y="556922"/>
                    <a:pt x="422189" y="568023"/>
                    <a:pt x="425658" y="585369"/>
                  </a:cubicBezTo>
                  <a:cubicBezTo>
                    <a:pt x="434677" y="628386"/>
                    <a:pt x="446473" y="670710"/>
                    <a:pt x="462431" y="711646"/>
                  </a:cubicBezTo>
                  <a:cubicBezTo>
                    <a:pt x="479776" y="756745"/>
                    <a:pt x="492265" y="764377"/>
                    <a:pt x="539446" y="763683"/>
                  </a:cubicBezTo>
                  <a:cubicBezTo>
                    <a:pt x="515162" y="768540"/>
                    <a:pt x="514468" y="780335"/>
                    <a:pt x="526957" y="799762"/>
                  </a:cubicBezTo>
                  <a:cubicBezTo>
                    <a:pt x="538752" y="819189"/>
                    <a:pt x="544996" y="841392"/>
                    <a:pt x="549159" y="863594"/>
                  </a:cubicBezTo>
                  <a:cubicBezTo>
                    <a:pt x="549159" y="863594"/>
                    <a:pt x="549159" y="863594"/>
                    <a:pt x="549159" y="863594"/>
                  </a:cubicBezTo>
                  <a:cubicBezTo>
                    <a:pt x="514468" y="868451"/>
                    <a:pt x="493653" y="893429"/>
                    <a:pt x="472144" y="917019"/>
                  </a:cubicBezTo>
                  <a:cubicBezTo>
                    <a:pt x="472144" y="917019"/>
                    <a:pt x="472144" y="917019"/>
                    <a:pt x="472144" y="917019"/>
                  </a:cubicBezTo>
                  <a:cubicBezTo>
                    <a:pt x="440228" y="913550"/>
                    <a:pt x="411087" y="926733"/>
                    <a:pt x="380559" y="932977"/>
                  </a:cubicBezTo>
                  <a:cubicBezTo>
                    <a:pt x="314645" y="946854"/>
                    <a:pt x="273709" y="989177"/>
                    <a:pt x="249425" y="1050234"/>
                  </a:cubicBezTo>
                  <a:cubicBezTo>
                    <a:pt x="225835" y="1109209"/>
                    <a:pt x="214734" y="1171654"/>
                    <a:pt x="200857" y="1232711"/>
                  </a:cubicBezTo>
                  <a:cubicBezTo>
                    <a:pt x="182124" y="1315277"/>
                    <a:pt x="168247" y="1398536"/>
                    <a:pt x="131474" y="1475551"/>
                  </a:cubicBezTo>
                  <a:cubicBezTo>
                    <a:pt x="111353" y="1517875"/>
                    <a:pt x="91232" y="1560892"/>
                    <a:pt x="81519" y="1608072"/>
                  </a:cubicBezTo>
                  <a:cubicBezTo>
                    <a:pt x="65561" y="1687862"/>
                    <a:pt x="68336" y="1768346"/>
                    <a:pt x="73193" y="1848831"/>
                  </a:cubicBezTo>
                  <a:cubicBezTo>
                    <a:pt x="80825" y="1964700"/>
                    <a:pt x="96089" y="2079876"/>
                    <a:pt x="116210" y="2194357"/>
                  </a:cubicBezTo>
                  <a:cubicBezTo>
                    <a:pt x="125230" y="2245701"/>
                    <a:pt x="134944" y="2297044"/>
                    <a:pt x="160615" y="2343530"/>
                  </a:cubicBezTo>
                  <a:cubicBezTo>
                    <a:pt x="162697" y="2347000"/>
                    <a:pt x="162697" y="2358794"/>
                    <a:pt x="171717" y="2349081"/>
                  </a:cubicBezTo>
                  <a:cubicBezTo>
                    <a:pt x="180736" y="2393486"/>
                    <a:pt x="209877" y="2420545"/>
                    <a:pt x="250119" y="2436503"/>
                  </a:cubicBezTo>
                  <a:lnTo>
                    <a:pt x="250119" y="2436503"/>
                  </a:lnTo>
                  <a:cubicBezTo>
                    <a:pt x="243181" y="2440666"/>
                    <a:pt x="244568" y="2447605"/>
                    <a:pt x="243875" y="2454543"/>
                  </a:cubicBezTo>
                  <a:cubicBezTo>
                    <a:pt x="242487" y="2485765"/>
                    <a:pt x="242487" y="2517681"/>
                    <a:pt x="238324" y="2548904"/>
                  </a:cubicBezTo>
                  <a:cubicBezTo>
                    <a:pt x="235549" y="2571800"/>
                    <a:pt x="237630" y="2585676"/>
                    <a:pt x="265383" y="2584983"/>
                  </a:cubicBezTo>
                  <a:cubicBezTo>
                    <a:pt x="279954" y="2584289"/>
                    <a:pt x="288973" y="2591227"/>
                    <a:pt x="282035" y="2608573"/>
                  </a:cubicBezTo>
                  <a:cubicBezTo>
                    <a:pt x="277872" y="2618980"/>
                    <a:pt x="276485" y="2631469"/>
                    <a:pt x="273709" y="2642570"/>
                  </a:cubicBezTo>
                  <a:cubicBezTo>
                    <a:pt x="227223" y="2829904"/>
                    <a:pt x="176573" y="3016544"/>
                    <a:pt x="137719" y="3205265"/>
                  </a:cubicBezTo>
                  <a:cubicBezTo>
                    <a:pt x="114823" y="3318359"/>
                    <a:pt x="94702" y="3431453"/>
                    <a:pt x="87069" y="3546629"/>
                  </a:cubicBezTo>
                  <a:cubicBezTo>
                    <a:pt x="78050" y="3675681"/>
                    <a:pt x="91232" y="3803345"/>
                    <a:pt x="114129" y="3930316"/>
                  </a:cubicBezTo>
                  <a:cubicBezTo>
                    <a:pt x="131474" y="4026758"/>
                    <a:pt x="154371" y="4121813"/>
                    <a:pt x="158534" y="4220336"/>
                  </a:cubicBezTo>
                  <a:cubicBezTo>
                    <a:pt x="162697" y="4319554"/>
                    <a:pt x="169635" y="4418771"/>
                    <a:pt x="177267" y="4517989"/>
                  </a:cubicBezTo>
                  <a:cubicBezTo>
                    <a:pt x="184205" y="4608186"/>
                    <a:pt x="243181" y="4706710"/>
                    <a:pt x="288973" y="4745564"/>
                  </a:cubicBezTo>
                  <a:cubicBezTo>
                    <a:pt x="323665" y="4774705"/>
                    <a:pt x="332685" y="4805234"/>
                    <a:pt x="322971" y="4845476"/>
                  </a:cubicBezTo>
                  <a:cubicBezTo>
                    <a:pt x="307013" y="4912083"/>
                    <a:pt x="279954" y="4974528"/>
                    <a:pt x="252894" y="5036972"/>
                  </a:cubicBezTo>
                  <a:cubicBezTo>
                    <a:pt x="243875" y="5057093"/>
                    <a:pt x="231386" y="5071664"/>
                    <a:pt x="213346" y="5083459"/>
                  </a:cubicBezTo>
                  <a:cubicBezTo>
                    <a:pt x="155065" y="5120232"/>
                    <a:pt x="90539" y="5145210"/>
                    <a:pt x="26706" y="5171575"/>
                  </a:cubicBezTo>
                  <a:cubicBezTo>
                    <a:pt x="16993" y="5175738"/>
                    <a:pt x="5198" y="5177126"/>
                    <a:pt x="1035" y="5189615"/>
                  </a:cubicBezTo>
                  <a:cubicBezTo>
                    <a:pt x="-3128" y="5203491"/>
                    <a:pt x="5892" y="5211817"/>
                    <a:pt x="16993" y="5218755"/>
                  </a:cubicBezTo>
                  <a:cubicBezTo>
                    <a:pt x="137719" y="5220837"/>
                    <a:pt x="415944" y="5226387"/>
                    <a:pt x="425658" y="5213205"/>
                  </a:cubicBezTo>
                  <a:cubicBezTo>
                    <a:pt x="450636" y="5175738"/>
                    <a:pt x="472144" y="5138272"/>
                    <a:pt x="506142" y="5113988"/>
                  </a:cubicBezTo>
                  <a:cubicBezTo>
                    <a:pt x="539446" y="5089704"/>
                    <a:pt x="581075" y="5084847"/>
                    <a:pt x="620623" y="5077908"/>
                  </a:cubicBezTo>
                  <a:cubicBezTo>
                    <a:pt x="633112" y="5075827"/>
                    <a:pt x="633112" y="5089009"/>
                    <a:pt x="633112" y="5098029"/>
                  </a:cubicBezTo>
                  <a:cubicBezTo>
                    <a:pt x="635194" y="5125089"/>
                    <a:pt x="631725" y="5185452"/>
                    <a:pt x="634500" y="5212511"/>
                  </a:cubicBezTo>
                  <a:cubicBezTo>
                    <a:pt x="635194" y="5219449"/>
                    <a:pt x="655315" y="5222918"/>
                    <a:pt x="678905" y="5215980"/>
                  </a:cubicBezTo>
                  <a:cubicBezTo>
                    <a:pt x="680987" y="5154923"/>
                    <a:pt x="685149" y="5120232"/>
                    <a:pt x="684456" y="5092479"/>
                  </a:cubicBezTo>
                  <a:cubicBezTo>
                    <a:pt x="683762" y="5077214"/>
                    <a:pt x="698332" y="5070970"/>
                    <a:pt x="708740" y="5061256"/>
                  </a:cubicBezTo>
                  <a:cubicBezTo>
                    <a:pt x="728167" y="5042523"/>
                    <a:pt x="725392" y="5023790"/>
                    <a:pt x="744819" y="5021708"/>
                  </a:cubicBezTo>
                  <a:cubicBezTo>
                    <a:pt x="758695" y="5020321"/>
                    <a:pt x="764246" y="5034891"/>
                    <a:pt x="761471" y="5049461"/>
                  </a:cubicBezTo>
                  <a:cubicBezTo>
                    <a:pt x="754532" y="5086234"/>
                    <a:pt x="763552" y="5136190"/>
                    <a:pt x="762164" y="5172963"/>
                  </a:cubicBezTo>
                  <a:cubicBezTo>
                    <a:pt x="760777" y="5215980"/>
                    <a:pt x="774653" y="5221531"/>
                    <a:pt x="785061" y="5221531"/>
                  </a:cubicBezTo>
                  <a:cubicBezTo>
                    <a:pt x="878728" y="5227081"/>
                    <a:pt x="934234" y="5223612"/>
                    <a:pt x="1077856" y="5213205"/>
                  </a:cubicBezTo>
                  <a:cubicBezTo>
                    <a:pt x="1096590" y="5218062"/>
                    <a:pt x="1229111" y="5041829"/>
                    <a:pt x="1209684" y="4932898"/>
                  </a:cubicBezTo>
                  <a:cubicBezTo>
                    <a:pt x="1197195" y="4862127"/>
                    <a:pt x="1235355" y="4776787"/>
                    <a:pt x="1237437" y="4703935"/>
                  </a:cubicBezTo>
                  <a:cubicBezTo>
                    <a:pt x="1240212" y="4603330"/>
                    <a:pt x="1238825" y="4518682"/>
                    <a:pt x="1243681" y="4418077"/>
                  </a:cubicBezTo>
                  <a:cubicBezTo>
                    <a:pt x="1252701" y="4221724"/>
                    <a:pt x="1240906" y="4026758"/>
                    <a:pt x="1201358" y="3833874"/>
                  </a:cubicBezTo>
                  <a:cubicBezTo>
                    <a:pt x="1186787" y="3762409"/>
                    <a:pt x="1181237" y="3689557"/>
                    <a:pt x="1185400" y="3616012"/>
                  </a:cubicBezTo>
                  <a:cubicBezTo>
                    <a:pt x="1189563" y="3532752"/>
                    <a:pt x="1202746" y="3451574"/>
                    <a:pt x="1215928" y="3369703"/>
                  </a:cubicBezTo>
                  <a:cubicBezTo>
                    <a:pt x="1240212" y="3222611"/>
                    <a:pt x="1266578" y="3075519"/>
                    <a:pt x="1295718" y="2929122"/>
                  </a:cubicBezTo>
                  <a:cubicBezTo>
                    <a:pt x="1310983" y="2852800"/>
                    <a:pt x="1319309" y="2775092"/>
                    <a:pt x="1319309" y="2696689"/>
                  </a:cubicBezTo>
                  <a:cubicBezTo>
                    <a:pt x="1319309" y="2598165"/>
                    <a:pt x="1280454" y="2512824"/>
                    <a:pt x="1222867" y="2435116"/>
                  </a:cubicBezTo>
                  <a:cubicBezTo>
                    <a:pt x="1215928" y="2426096"/>
                    <a:pt x="1208990" y="2416382"/>
                    <a:pt x="1202052" y="2407362"/>
                  </a:cubicBezTo>
                  <a:cubicBezTo>
                    <a:pt x="1217316" y="2417770"/>
                    <a:pt x="1226336" y="2412219"/>
                    <a:pt x="1236049" y="2401812"/>
                  </a:cubicBezTo>
                  <a:cubicBezTo>
                    <a:pt x="1242988" y="2394874"/>
                    <a:pt x="1250620" y="2388629"/>
                    <a:pt x="1258946" y="2382385"/>
                  </a:cubicBezTo>
                  <a:cubicBezTo>
                    <a:pt x="1407425" y="2270678"/>
                    <a:pt x="1561455" y="2166604"/>
                    <a:pt x="1712015" y="2057673"/>
                  </a:cubicBezTo>
                  <a:cubicBezTo>
                    <a:pt x="1759196" y="2023675"/>
                    <a:pt x="1809845" y="1994534"/>
                    <a:pt x="1850087" y="1952211"/>
                  </a:cubicBezTo>
                  <a:cubicBezTo>
                    <a:pt x="1903512" y="1895317"/>
                    <a:pt x="1922246" y="1830791"/>
                    <a:pt x="1895880" y="1755164"/>
                  </a:cubicBezTo>
                  <a:cubicBezTo>
                    <a:pt x="1879228" y="1707290"/>
                    <a:pt x="1859107" y="1660803"/>
                    <a:pt x="1829966" y="1619173"/>
                  </a:cubicBezTo>
                  <a:close/>
                  <a:moveTo>
                    <a:pt x="230692" y="2354632"/>
                  </a:moveTo>
                  <a:cubicBezTo>
                    <a:pt x="230692" y="2354632"/>
                    <a:pt x="230692" y="2354632"/>
                    <a:pt x="230692" y="2354632"/>
                  </a:cubicBezTo>
                  <a:cubicBezTo>
                    <a:pt x="230692" y="2354632"/>
                    <a:pt x="230692" y="2354632"/>
                    <a:pt x="230692" y="2354632"/>
                  </a:cubicBezTo>
                  <a:cubicBezTo>
                    <a:pt x="230692" y="2354632"/>
                    <a:pt x="230692" y="2354632"/>
                    <a:pt x="230692" y="2354632"/>
                  </a:cubicBezTo>
                  <a:close/>
                  <a:moveTo>
                    <a:pt x="270240" y="2303288"/>
                  </a:moveTo>
                  <a:cubicBezTo>
                    <a:pt x="270934" y="2303288"/>
                    <a:pt x="270934" y="2303288"/>
                    <a:pt x="271628" y="2303288"/>
                  </a:cubicBezTo>
                  <a:cubicBezTo>
                    <a:pt x="271628" y="2303288"/>
                    <a:pt x="271628" y="2303982"/>
                    <a:pt x="270934" y="2303982"/>
                  </a:cubicBezTo>
                  <a:cubicBezTo>
                    <a:pt x="270934" y="2303982"/>
                    <a:pt x="270240" y="2303982"/>
                    <a:pt x="270240" y="2303288"/>
                  </a:cubicBezTo>
                  <a:close/>
                  <a:moveTo>
                    <a:pt x="803794" y="4826049"/>
                  </a:moveTo>
                  <a:cubicBezTo>
                    <a:pt x="778816" y="4848945"/>
                    <a:pt x="769797" y="4871841"/>
                    <a:pt x="776735" y="4904451"/>
                  </a:cubicBezTo>
                  <a:cubicBezTo>
                    <a:pt x="780204" y="4920409"/>
                    <a:pt x="747594" y="4968977"/>
                    <a:pt x="747594" y="4991873"/>
                  </a:cubicBezTo>
                  <a:cubicBezTo>
                    <a:pt x="732330" y="4946775"/>
                    <a:pt x="758001" y="4873923"/>
                    <a:pt x="750369" y="4834374"/>
                  </a:cubicBezTo>
                  <a:cubicBezTo>
                    <a:pt x="702495" y="4579046"/>
                    <a:pt x="649764" y="4325798"/>
                    <a:pt x="585238" y="4073938"/>
                  </a:cubicBezTo>
                  <a:cubicBezTo>
                    <a:pt x="569974" y="4013575"/>
                    <a:pt x="550547" y="3953906"/>
                    <a:pt x="544996" y="3892155"/>
                  </a:cubicBezTo>
                  <a:cubicBezTo>
                    <a:pt x="539446" y="3824854"/>
                    <a:pt x="535283" y="3706903"/>
                    <a:pt x="565117" y="3647234"/>
                  </a:cubicBezTo>
                  <a:cubicBezTo>
                    <a:pt x="617848" y="3543854"/>
                    <a:pt x="631031" y="3468226"/>
                    <a:pt x="653233" y="3355826"/>
                  </a:cubicBezTo>
                  <a:cubicBezTo>
                    <a:pt x="655315" y="3345419"/>
                    <a:pt x="683068" y="3115761"/>
                    <a:pt x="685843" y="3104660"/>
                  </a:cubicBezTo>
                  <a:cubicBezTo>
                    <a:pt x="704577" y="3183063"/>
                    <a:pt x="731636" y="3495286"/>
                    <a:pt x="738574" y="3575770"/>
                  </a:cubicBezTo>
                  <a:cubicBezTo>
                    <a:pt x="750369" y="3717310"/>
                    <a:pt x="763552" y="3858158"/>
                    <a:pt x="776735" y="3999005"/>
                  </a:cubicBezTo>
                  <a:cubicBezTo>
                    <a:pt x="786448" y="4103773"/>
                    <a:pt x="794081" y="4208541"/>
                    <a:pt x="807957" y="4313309"/>
                  </a:cubicBezTo>
                  <a:cubicBezTo>
                    <a:pt x="822528" y="4424322"/>
                    <a:pt x="839179" y="4534641"/>
                    <a:pt x="859994" y="4644266"/>
                  </a:cubicBezTo>
                  <a:cubicBezTo>
                    <a:pt x="873871" y="4717118"/>
                    <a:pt x="856525" y="4778174"/>
                    <a:pt x="803794" y="4826049"/>
                  </a:cubicBezTo>
                  <a:close/>
                  <a:moveTo>
                    <a:pt x="1515662" y="1842586"/>
                  </a:moveTo>
                  <a:cubicBezTo>
                    <a:pt x="1413669" y="1896705"/>
                    <a:pt x="1312370" y="1950130"/>
                    <a:pt x="1210378" y="2003554"/>
                  </a:cubicBezTo>
                  <a:cubicBezTo>
                    <a:pt x="1163197" y="2028532"/>
                    <a:pt x="1115323" y="2053510"/>
                    <a:pt x="1063286" y="2081263"/>
                  </a:cubicBezTo>
                  <a:cubicBezTo>
                    <a:pt x="1070224" y="2021594"/>
                    <a:pt x="1090345" y="1972332"/>
                    <a:pt x="1111854" y="1924458"/>
                  </a:cubicBezTo>
                  <a:cubicBezTo>
                    <a:pt x="1171523" y="1791937"/>
                    <a:pt x="1249232" y="1669823"/>
                    <a:pt x="1327635" y="1547709"/>
                  </a:cubicBezTo>
                  <a:cubicBezTo>
                    <a:pt x="1335961" y="1534526"/>
                    <a:pt x="1340124" y="1536608"/>
                    <a:pt x="1347756" y="1548403"/>
                  </a:cubicBezTo>
                  <a:cubicBezTo>
                    <a:pt x="1406731" y="1637213"/>
                    <a:pt x="1465706" y="1726023"/>
                    <a:pt x="1526763" y="1814139"/>
                  </a:cubicBezTo>
                  <a:cubicBezTo>
                    <a:pt x="1539252" y="1832873"/>
                    <a:pt x="1526763" y="1836342"/>
                    <a:pt x="1515662" y="1842586"/>
                  </a:cubicBezTo>
                  <a:close/>
                </a:path>
              </a:pathLst>
            </a:custGeom>
            <a:solidFill>
              <a:srgbClr val="000000"/>
            </a:solidFill>
            <a:ln w="6927"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E392319-E385-4D90-B20A-BDE7CDA833FB}"/>
                </a:ext>
              </a:extLst>
            </p:cNvPr>
            <p:cNvSpPr/>
            <p:nvPr/>
          </p:nvSpPr>
          <p:spPr>
            <a:xfrm>
              <a:off x="7695937" y="1812094"/>
              <a:ext cx="846471" cy="1068496"/>
            </a:xfrm>
            <a:custGeom>
              <a:avLst/>
              <a:gdLst>
                <a:gd name="connsiteX0" fmla="*/ 849357 w 846470"/>
                <a:gd name="connsiteY0" fmla="*/ 915631 h 1068495"/>
                <a:gd name="connsiteX1" fmla="*/ 845888 w 846470"/>
                <a:gd name="connsiteY1" fmla="*/ 946854 h 1068495"/>
                <a:gd name="connsiteX2" fmla="*/ 827154 w 846470"/>
                <a:gd name="connsiteY2" fmla="*/ 963505 h 1068495"/>
                <a:gd name="connsiteX3" fmla="*/ 685613 w 846470"/>
                <a:gd name="connsiteY3" fmla="*/ 927426 h 1068495"/>
                <a:gd name="connsiteX4" fmla="*/ 659942 w 846470"/>
                <a:gd name="connsiteY4" fmla="*/ 939221 h 1068495"/>
                <a:gd name="connsiteX5" fmla="*/ 625944 w 846470"/>
                <a:gd name="connsiteY5" fmla="*/ 984320 h 1068495"/>
                <a:gd name="connsiteX6" fmla="*/ 514932 w 846470"/>
                <a:gd name="connsiteY6" fmla="*/ 1075212 h 1068495"/>
                <a:gd name="connsiteX7" fmla="*/ 517707 w 846470"/>
                <a:gd name="connsiteY7" fmla="*/ 1044683 h 1068495"/>
                <a:gd name="connsiteX8" fmla="*/ 541991 w 846470"/>
                <a:gd name="connsiteY8" fmla="*/ 878858 h 1068495"/>
                <a:gd name="connsiteX9" fmla="*/ 464282 w 846470"/>
                <a:gd name="connsiteY9" fmla="*/ 1029419 h 1068495"/>
                <a:gd name="connsiteX10" fmla="*/ 458732 w 846470"/>
                <a:gd name="connsiteY10" fmla="*/ 1040520 h 1068495"/>
                <a:gd name="connsiteX11" fmla="*/ 444161 w 846470"/>
                <a:gd name="connsiteY11" fmla="*/ 1055785 h 1068495"/>
                <a:gd name="connsiteX12" fmla="*/ 432366 w 846470"/>
                <a:gd name="connsiteY12" fmla="*/ 1036357 h 1068495"/>
                <a:gd name="connsiteX13" fmla="*/ 406001 w 846470"/>
                <a:gd name="connsiteY13" fmla="*/ 894817 h 1068495"/>
                <a:gd name="connsiteX14" fmla="*/ 361596 w 846470"/>
                <a:gd name="connsiteY14" fmla="*/ 714421 h 1068495"/>
                <a:gd name="connsiteX15" fmla="*/ 278336 w 846470"/>
                <a:gd name="connsiteY15" fmla="*/ 496559 h 1068495"/>
                <a:gd name="connsiteX16" fmla="*/ 90309 w 846470"/>
                <a:gd name="connsiteY16" fmla="*/ 271065 h 1068495"/>
                <a:gd name="connsiteX17" fmla="*/ 70882 w 846470"/>
                <a:gd name="connsiteY17" fmla="*/ 253025 h 1068495"/>
                <a:gd name="connsiteX18" fmla="*/ 8437 w 846470"/>
                <a:gd name="connsiteY18" fmla="*/ 210008 h 1068495"/>
                <a:gd name="connsiteX19" fmla="*/ 20232 w 846470"/>
                <a:gd name="connsiteY19" fmla="*/ 149645 h 1068495"/>
                <a:gd name="connsiteX20" fmla="*/ 376166 w 846470"/>
                <a:gd name="connsiteY20" fmla="*/ 1165 h 1068495"/>
                <a:gd name="connsiteX21" fmla="*/ 549623 w 846470"/>
                <a:gd name="connsiteY21" fmla="*/ 60141 h 1068495"/>
                <a:gd name="connsiteX22" fmla="*/ 659248 w 846470"/>
                <a:gd name="connsiteY22" fmla="*/ 230129 h 1068495"/>
                <a:gd name="connsiteX23" fmla="*/ 781362 w 846470"/>
                <a:gd name="connsiteY23" fmla="*/ 633243 h 1068495"/>
                <a:gd name="connsiteX24" fmla="*/ 834787 w 846470"/>
                <a:gd name="connsiteY24" fmla="*/ 895510 h 1068495"/>
                <a:gd name="connsiteX25" fmla="*/ 849357 w 846470"/>
                <a:gd name="connsiteY25" fmla="*/ 915631 h 1068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46470" h="1068495">
                  <a:moveTo>
                    <a:pt x="849357" y="915631"/>
                  </a:moveTo>
                  <a:cubicBezTo>
                    <a:pt x="829930" y="923264"/>
                    <a:pt x="843806" y="937834"/>
                    <a:pt x="845888" y="946854"/>
                  </a:cubicBezTo>
                  <a:cubicBezTo>
                    <a:pt x="850051" y="966975"/>
                    <a:pt x="844500" y="968362"/>
                    <a:pt x="827154" y="963505"/>
                  </a:cubicBezTo>
                  <a:cubicBezTo>
                    <a:pt x="779974" y="951017"/>
                    <a:pt x="732794" y="939221"/>
                    <a:pt x="685613" y="927426"/>
                  </a:cubicBezTo>
                  <a:cubicBezTo>
                    <a:pt x="673818" y="924651"/>
                    <a:pt x="664105" y="923264"/>
                    <a:pt x="659942" y="939221"/>
                  </a:cubicBezTo>
                  <a:cubicBezTo>
                    <a:pt x="655085" y="958649"/>
                    <a:pt x="639821" y="971832"/>
                    <a:pt x="625944" y="984320"/>
                  </a:cubicBezTo>
                  <a:cubicBezTo>
                    <a:pt x="590559" y="1016236"/>
                    <a:pt x="555868" y="1050234"/>
                    <a:pt x="514932" y="1075212"/>
                  </a:cubicBezTo>
                  <a:cubicBezTo>
                    <a:pt x="507300" y="1064111"/>
                    <a:pt x="514238" y="1054397"/>
                    <a:pt x="517707" y="1044683"/>
                  </a:cubicBezTo>
                  <a:cubicBezTo>
                    <a:pt x="537828" y="991259"/>
                    <a:pt x="549623" y="937140"/>
                    <a:pt x="541991" y="878858"/>
                  </a:cubicBezTo>
                  <a:cubicBezTo>
                    <a:pt x="516319" y="929508"/>
                    <a:pt x="491342" y="980157"/>
                    <a:pt x="464282" y="1029419"/>
                  </a:cubicBezTo>
                  <a:cubicBezTo>
                    <a:pt x="462201" y="1032888"/>
                    <a:pt x="460813" y="1037051"/>
                    <a:pt x="458732" y="1040520"/>
                  </a:cubicBezTo>
                  <a:cubicBezTo>
                    <a:pt x="454569" y="1046765"/>
                    <a:pt x="451793" y="1056479"/>
                    <a:pt x="444161" y="1055785"/>
                  </a:cubicBezTo>
                  <a:cubicBezTo>
                    <a:pt x="434448" y="1054397"/>
                    <a:pt x="433754" y="1043990"/>
                    <a:pt x="432366" y="1036357"/>
                  </a:cubicBezTo>
                  <a:cubicBezTo>
                    <a:pt x="424734" y="989177"/>
                    <a:pt x="418490" y="941303"/>
                    <a:pt x="406001" y="894817"/>
                  </a:cubicBezTo>
                  <a:cubicBezTo>
                    <a:pt x="400450" y="832372"/>
                    <a:pt x="381717" y="773397"/>
                    <a:pt x="361596" y="714421"/>
                  </a:cubicBezTo>
                  <a:cubicBezTo>
                    <a:pt x="335924" y="640875"/>
                    <a:pt x="308865" y="568023"/>
                    <a:pt x="278336" y="496559"/>
                  </a:cubicBezTo>
                  <a:cubicBezTo>
                    <a:pt x="237400" y="400811"/>
                    <a:pt x="172180" y="329346"/>
                    <a:pt x="90309" y="271065"/>
                  </a:cubicBezTo>
                  <a:cubicBezTo>
                    <a:pt x="83370" y="266208"/>
                    <a:pt x="73657" y="263433"/>
                    <a:pt x="70882" y="253025"/>
                  </a:cubicBezTo>
                  <a:cubicBezTo>
                    <a:pt x="39659" y="253719"/>
                    <a:pt x="23007" y="234292"/>
                    <a:pt x="8437" y="210008"/>
                  </a:cubicBezTo>
                  <a:cubicBezTo>
                    <a:pt x="-5440" y="185724"/>
                    <a:pt x="-2664" y="165603"/>
                    <a:pt x="20232" y="149645"/>
                  </a:cubicBezTo>
                  <a:cubicBezTo>
                    <a:pt x="129163" y="76099"/>
                    <a:pt x="242951" y="13654"/>
                    <a:pt x="376166" y="1165"/>
                  </a:cubicBezTo>
                  <a:cubicBezTo>
                    <a:pt x="441386" y="-5079"/>
                    <a:pt x="500361" y="13654"/>
                    <a:pt x="549623" y="60141"/>
                  </a:cubicBezTo>
                  <a:cubicBezTo>
                    <a:pt x="600273" y="108015"/>
                    <a:pt x="632189" y="167684"/>
                    <a:pt x="659248" y="230129"/>
                  </a:cubicBezTo>
                  <a:cubicBezTo>
                    <a:pt x="716142" y="359181"/>
                    <a:pt x="749446" y="495865"/>
                    <a:pt x="781362" y="633243"/>
                  </a:cubicBezTo>
                  <a:cubicBezTo>
                    <a:pt x="801483" y="719972"/>
                    <a:pt x="820216" y="807394"/>
                    <a:pt x="834787" y="895510"/>
                  </a:cubicBezTo>
                  <a:cubicBezTo>
                    <a:pt x="836174" y="905918"/>
                    <a:pt x="843806" y="909387"/>
                    <a:pt x="849357" y="915631"/>
                  </a:cubicBezTo>
                  <a:close/>
                </a:path>
              </a:pathLst>
            </a:custGeom>
            <a:solidFill>
              <a:srgbClr val="663515"/>
            </a:solidFill>
            <a:ln w="692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37D6ED3-2238-4BD8-9075-662B56EED6D5}"/>
                </a:ext>
              </a:extLst>
            </p:cNvPr>
            <p:cNvSpPr/>
            <p:nvPr/>
          </p:nvSpPr>
          <p:spPr>
            <a:xfrm>
              <a:off x="7682420" y="2663893"/>
              <a:ext cx="562001" cy="881162"/>
            </a:xfrm>
            <a:custGeom>
              <a:avLst/>
              <a:gdLst>
                <a:gd name="connsiteX0" fmla="*/ 424374 w 562000"/>
                <a:gd name="connsiteY0" fmla="*/ 38854 h 881162"/>
                <a:gd name="connsiteX1" fmla="*/ 454903 w 562000"/>
                <a:gd name="connsiteY1" fmla="*/ 205373 h 881162"/>
                <a:gd name="connsiteX2" fmla="*/ 561752 w 562000"/>
                <a:gd name="connsiteY2" fmla="*/ 0 h 881162"/>
                <a:gd name="connsiteX3" fmla="*/ 536775 w 562000"/>
                <a:gd name="connsiteY3" fmla="*/ 194966 h 881162"/>
                <a:gd name="connsiteX4" fmla="*/ 527755 w 562000"/>
                <a:gd name="connsiteY4" fmla="*/ 222719 h 881162"/>
                <a:gd name="connsiteX5" fmla="*/ 469473 w 562000"/>
                <a:gd name="connsiteY5" fmla="*/ 308754 h 881162"/>
                <a:gd name="connsiteX6" fmla="*/ 334870 w 562000"/>
                <a:gd name="connsiteY6" fmla="*/ 543268 h 881162"/>
                <a:gd name="connsiteX7" fmla="*/ 205125 w 562000"/>
                <a:gd name="connsiteY7" fmla="*/ 786801 h 881162"/>
                <a:gd name="connsiteX8" fmla="*/ 142680 w 562000"/>
                <a:gd name="connsiteY8" fmla="*/ 881856 h 881162"/>
                <a:gd name="connsiteX9" fmla="*/ 126722 w 562000"/>
                <a:gd name="connsiteY9" fmla="*/ 879774 h 881162"/>
                <a:gd name="connsiteX10" fmla="*/ 7383 w 562000"/>
                <a:gd name="connsiteY10" fmla="*/ 615426 h 881162"/>
                <a:gd name="connsiteX11" fmla="*/ 42075 w 562000"/>
                <a:gd name="connsiteY11" fmla="*/ 430867 h 881162"/>
                <a:gd name="connsiteX12" fmla="*/ 114927 w 562000"/>
                <a:gd name="connsiteY12" fmla="*/ 299040 h 881162"/>
                <a:gd name="connsiteX13" fmla="*/ 123947 w 562000"/>
                <a:gd name="connsiteY13" fmla="*/ 104074 h 881162"/>
                <a:gd name="connsiteX14" fmla="*/ 135742 w 562000"/>
                <a:gd name="connsiteY14" fmla="*/ 63138 h 881162"/>
                <a:gd name="connsiteX15" fmla="*/ 212757 w 562000"/>
                <a:gd name="connsiteY15" fmla="*/ 9714 h 881162"/>
                <a:gd name="connsiteX16" fmla="*/ 212063 w 562000"/>
                <a:gd name="connsiteY16" fmla="*/ 115175 h 881162"/>
                <a:gd name="connsiteX17" fmla="*/ 173208 w 562000"/>
                <a:gd name="connsiteY17" fmla="*/ 202598 h 881162"/>
                <a:gd name="connsiteX18" fmla="*/ 260631 w 562000"/>
                <a:gd name="connsiteY18" fmla="*/ 158193 h 881162"/>
                <a:gd name="connsiteX19" fmla="*/ 286302 w 562000"/>
                <a:gd name="connsiteY19" fmla="*/ 149867 h 881162"/>
                <a:gd name="connsiteX20" fmla="*/ 295322 w 562000"/>
                <a:gd name="connsiteY20" fmla="*/ 178314 h 881162"/>
                <a:gd name="connsiteX21" fmla="*/ 282139 w 562000"/>
                <a:gd name="connsiteY21" fmla="*/ 297652 h 881162"/>
                <a:gd name="connsiteX22" fmla="*/ 338340 w 562000"/>
                <a:gd name="connsiteY22" fmla="*/ 104074 h 881162"/>
                <a:gd name="connsiteX23" fmla="*/ 424374 w 562000"/>
                <a:gd name="connsiteY23" fmla="*/ 38854 h 88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62000" h="881162">
                  <a:moveTo>
                    <a:pt x="424374" y="38854"/>
                  </a:moveTo>
                  <a:cubicBezTo>
                    <a:pt x="440332" y="91585"/>
                    <a:pt x="445189" y="146398"/>
                    <a:pt x="454903" y="205373"/>
                  </a:cubicBezTo>
                  <a:cubicBezTo>
                    <a:pt x="490982" y="136684"/>
                    <a:pt x="524979" y="71464"/>
                    <a:pt x="561752" y="0"/>
                  </a:cubicBezTo>
                  <a:cubicBezTo>
                    <a:pt x="569384" y="71464"/>
                    <a:pt x="561752" y="133909"/>
                    <a:pt x="536775" y="194966"/>
                  </a:cubicBezTo>
                  <a:cubicBezTo>
                    <a:pt x="533305" y="203986"/>
                    <a:pt x="527061" y="212311"/>
                    <a:pt x="527755" y="222719"/>
                  </a:cubicBezTo>
                  <a:cubicBezTo>
                    <a:pt x="503471" y="247697"/>
                    <a:pt x="484044" y="277531"/>
                    <a:pt x="469473" y="308754"/>
                  </a:cubicBezTo>
                  <a:cubicBezTo>
                    <a:pt x="431313" y="390625"/>
                    <a:pt x="388295" y="470416"/>
                    <a:pt x="334870" y="543268"/>
                  </a:cubicBezTo>
                  <a:cubicBezTo>
                    <a:pt x="280058" y="618201"/>
                    <a:pt x="243285" y="702154"/>
                    <a:pt x="205125" y="786801"/>
                  </a:cubicBezTo>
                  <a:cubicBezTo>
                    <a:pt x="189166" y="822187"/>
                    <a:pt x="162801" y="849940"/>
                    <a:pt x="142680" y="881856"/>
                  </a:cubicBezTo>
                  <a:cubicBezTo>
                    <a:pt x="135742" y="892263"/>
                    <a:pt x="131579" y="888100"/>
                    <a:pt x="126722" y="879774"/>
                  </a:cubicBezTo>
                  <a:cubicBezTo>
                    <a:pt x="77460" y="795821"/>
                    <a:pt x="31667" y="710480"/>
                    <a:pt x="7383" y="615426"/>
                  </a:cubicBezTo>
                  <a:cubicBezTo>
                    <a:pt x="-9962" y="548818"/>
                    <a:pt x="3914" y="487761"/>
                    <a:pt x="42075" y="430867"/>
                  </a:cubicBezTo>
                  <a:cubicBezTo>
                    <a:pt x="69828" y="389238"/>
                    <a:pt x="101050" y="348996"/>
                    <a:pt x="114927" y="299040"/>
                  </a:cubicBezTo>
                  <a:cubicBezTo>
                    <a:pt x="132966" y="234514"/>
                    <a:pt x="128803" y="169294"/>
                    <a:pt x="123947" y="104074"/>
                  </a:cubicBezTo>
                  <a:cubicBezTo>
                    <a:pt x="122559" y="88116"/>
                    <a:pt x="123947" y="74240"/>
                    <a:pt x="135742" y="63138"/>
                  </a:cubicBezTo>
                  <a:cubicBezTo>
                    <a:pt x="157250" y="39548"/>
                    <a:pt x="178065" y="13877"/>
                    <a:pt x="212757" y="9714"/>
                  </a:cubicBezTo>
                  <a:cubicBezTo>
                    <a:pt x="228021" y="45099"/>
                    <a:pt x="222470" y="80484"/>
                    <a:pt x="212063" y="115175"/>
                  </a:cubicBezTo>
                  <a:cubicBezTo>
                    <a:pt x="203043" y="144316"/>
                    <a:pt x="191248" y="172763"/>
                    <a:pt x="173208" y="202598"/>
                  </a:cubicBezTo>
                  <a:cubicBezTo>
                    <a:pt x="204431" y="185946"/>
                    <a:pt x="232878" y="172763"/>
                    <a:pt x="260631" y="158193"/>
                  </a:cubicBezTo>
                  <a:cubicBezTo>
                    <a:pt x="268263" y="154030"/>
                    <a:pt x="275895" y="148479"/>
                    <a:pt x="286302" y="149867"/>
                  </a:cubicBezTo>
                  <a:cubicBezTo>
                    <a:pt x="302954" y="154724"/>
                    <a:pt x="298098" y="167213"/>
                    <a:pt x="295322" y="178314"/>
                  </a:cubicBezTo>
                  <a:cubicBezTo>
                    <a:pt x="286302" y="217862"/>
                    <a:pt x="275895" y="256717"/>
                    <a:pt x="282139" y="297652"/>
                  </a:cubicBezTo>
                  <a:cubicBezTo>
                    <a:pt x="307811" y="235208"/>
                    <a:pt x="330707" y="172069"/>
                    <a:pt x="338340" y="104074"/>
                  </a:cubicBezTo>
                  <a:cubicBezTo>
                    <a:pt x="344584" y="49262"/>
                    <a:pt x="370256" y="31222"/>
                    <a:pt x="424374" y="38854"/>
                  </a:cubicBezTo>
                  <a:close/>
                </a:path>
              </a:pathLst>
            </a:custGeom>
            <a:solidFill>
              <a:srgbClr val="FEFEFE"/>
            </a:solidFill>
            <a:ln w="6927"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2F7AEBF-27CC-408A-92BE-C39697147893}"/>
                </a:ext>
              </a:extLst>
            </p:cNvPr>
            <p:cNvSpPr/>
            <p:nvPr/>
          </p:nvSpPr>
          <p:spPr>
            <a:xfrm>
              <a:off x="7715120" y="2065119"/>
              <a:ext cx="388544" cy="915854"/>
            </a:xfrm>
            <a:custGeom>
              <a:avLst/>
              <a:gdLst>
                <a:gd name="connsiteX0" fmla="*/ 391674 w 388543"/>
                <a:gd name="connsiteY0" fmla="*/ 637628 h 915853"/>
                <a:gd name="connsiteX1" fmla="*/ 336862 w 388543"/>
                <a:gd name="connsiteY1" fmla="*/ 650811 h 915853"/>
                <a:gd name="connsiteX2" fmla="*/ 319516 w 388543"/>
                <a:gd name="connsiteY2" fmla="*/ 670932 h 915853"/>
                <a:gd name="connsiteX3" fmla="*/ 303558 w 388543"/>
                <a:gd name="connsiteY3" fmla="*/ 755579 h 915853"/>
                <a:gd name="connsiteX4" fmla="*/ 257072 w 388543"/>
                <a:gd name="connsiteY4" fmla="*/ 895733 h 915853"/>
                <a:gd name="connsiteX5" fmla="*/ 244583 w 388543"/>
                <a:gd name="connsiteY5" fmla="*/ 915854 h 915853"/>
                <a:gd name="connsiteX6" fmla="*/ 245277 w 388543"/>
                <a:gd name="connsiteY6" fmla="*/ 824268 h 915853"/>
                <a:gd name="connsiteX7" fmla="*/ 259153 w 388543"/>
                <a:gd name="connsiteY7" fmla="*/ 766680 h 915853"/>
                <a:gd name="connsiteX8" fmla="*/ 251521 w 388543"/>
                <a:gd name="connsiteY8" fmla="*/ 752110 h 915853"/>
                <a:gd name="connsiteX9" fmla="*/ 276499 w 388543"/>
                <a:gd name="connsiteY9" fmla="*/ 665381 h 915853"/>
                <a:gd name="connsiteX10" fmla="*/ 258459 w 388543"/>
                <a:gd name="connsiteY10" fmla="*/ 539799 h 915853"/>
                <a:gd name="connsiteX11" fmla="*/ 193933 w 388543"/>
                <a:gd name="connsiteY11" fmla="*/ 510658 h 915853"/>
                <a:gd name="connsiteX12" fmla="*/ 170343 w 388543"/>
                <a:gd name="connsiteY12" fmla="*/ 509270 h 915853"/>
                <a:gd name="connsiteX13" fmla="*/ 93328 w 388543"/>
                <a:gd name="connsiteY13" fmla="*/ 457233 h 915853"/>
                <a:gd name="connsiteX14" fmla="*/ 56555 w 388543"/>
                <a:gd name="connsiteY14" fmla="*/ 330956 h 915853"/>
                <a:gd name="connsiteX15" fmla="*/ 28108 w 388543"/>
                <a:gd name="connsiteY15" fmla="*/ 299734 h 915853"/>
                <a:gd name="connsiteX16" fmla="*/ 5906 w 388543"/>
                <a:gd name="connsiteY16" fmla="*/ 262267 h 915853"/>
                <a:gd name="connsiteX17" fmla="*/ 19089 w 388543"/>
                <a:gd name="connsiteY17" fmla="*/ 224800 h 915853"/>
                <a:gd name="connsiteX18" fmla="*/ 13538 w 388543"/>
                <a:gd name="connsiteY18" fmla="*/ 154724 h 915853"/>
                <a:gd name="connsiteX19" fmla="*/ 3131 w 388543"/>
                <a:gd name="connsiteY19" fmla="*/ 58282 h 915853"/>
                <a:gd name="connsiteX20" fmla="*/ 6600 w 388543"/>
                <a:gd name="connsiteY20" fmla="*/ 38854 h 915853"/>
                <a:gd name="connsiteX21" fmla="*/ 51005 w 388543"/>
                <a:gd name="connsiteY21" fmla="*/ 0 h 915853"/>
                <a:gd name="connsiteX22" fmla="*/ 244583 w 388543"/>
                <a:gd name="connsiteY22" fmla="*/ 204679 h 915853"/>
                <a:gd name="connsiteX23" fmla="*/ 388205 w 388543"/>
                <a:gd name="connsiteY23" fmla="*/ 614038 h 915853"/>
                <a:gd name="connsiteX24" fmla="*/ 391674 w 388543"/>
                <a:gd name="connsiteY24" fmla="*/ 637628 h 91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8543" h="915853">
                  <a:moveTo>
                    <a:pt x="391674" y="637628"/>
                  </a:moveTo>
                  <a:cubicBezTo>
                    <a:pt x="374329" y="646648"/>
                    <a:pt x="354901" y="643179"/>
                    <a:pt x="336862" y="650811"/>
                  </a:cubicBezTo>
                  <a:cubicBezTo>
                    <a:pt x="325761" y="655668"/>
                    <a:pt x="321598" y="659831"/>
                    <a:pt x="319516" y="670932"/>
                  </a:cubicBezTo>
                  <a:cubicBezTo>
                    <a:pt x="314659" y="699379"/>
                    <a:pt x="307721" y="727132"/>
                    <a:pt x="303558" y="755579"/>
                  </a:cubicBezTo>
                  <a:cubicBezTo>
                    <a:pt x="296620" y="804841"/>
                    <a:pt x="274417" y="849246"/>
                    <a:pt x="257072" y="895733"/>
                  </a:cubicBezTo>
                  <a:cubicBezTo>
                    <a:pt x="254990" y="900589"/>
                    <a:pt x="251521" y="904752"/>
                    <a:pt x="244583" y="915854"/>
                  </a:cubicBezTo>
                  <a:cubicBezTo>
                    <a:pt x="241114" y="880468"/>
                    <a:pt x="238338" y="852021"/>
                    <a:pt x="245277" y="824268"/>
                  </a:cubicBezTo>
                  <a:cubicBezTo>
                    <a:pt x="250133" y="804841"/>
                    <a:pt x="250133" y="784720"/>
                    <a:pt x="259153" y="766680"/>
                  </a:cubicBezTo>
                  <a:cubicBezTo>
                    <a:pt x="262622" y="759742"/>
                    <a:pt x="260541" y="753498"/>
                    <a:pt x="251521" y="752110"/>
                  </a:cubicBezTo>
                  <a:cubicBezTo>
                    <a:pt x="265398" y="725051"/>
                    <a:pt x="272336" y="695216"/>
                    <a:pt x="276499" y="665381"/>
                  </a:cubicBezTo>
                  <a:cubicBezTo>
                    <a:pt x="282743" y="621670"/>
                    <a:pt x="277887" y="579347"/>
                    <a:pt x="258459" y="539799"/>
                  </a:cubicBezTo>
                  <a:cubicBezTo>
                    <a:pt x="242501" y="508576"/>
                    <a:pt x="228625" y="503026"/>
                    <a:pt x="193933" y="510658"/>
                  </a:cubicBezTo>
                  <a:cubicBezTo>
                    <a:pt x="185607" y="512739"/>
                    <a:pt x="177975" y="515515"/>
                    <a:pt x="170343" y="509270"/>
                  </a:cubicBezTo>
                  <a:cubicBezTo>
                    <a:pt x="123163" y="509964"/>
                    <a:pt x="110674" y="501638"/>
                    <a:pt x="93328" y="457233"/>
                  </a:cubicBezTo>
                  <a:cubicBezTo>
                    <a:pt x="78064" y="416297"/>
                    <a:pt x="66269" y="373974"/>
                    <a:pt x="56555" y="330956"/>
                  </a:cubicBezTo>
                  <a:cubicBezTo>
                    <a:pt x="53086" y="313610"/>
                    <a:pt x="46842" y="303203"/>
                    <a:pt x="28108" y="299734"/>
                  </a:cubicBezTo>
                  <a:cubicBezTo>
                    <a:pt x="7293" y="296265"/>
                    <a:pt x="-2420" y="284470"/>
                    <a:pt x="5906" y="262267"/>
                  </a:cubicBezTo>
                  <a:cubicBezTo>
                    <a:pt x="10763" y="249778"/>
                    <a:pt x="14232" y="237289"/>
                    <a:pt x="19089" y="224800"/>
                  </a:cubicBezTo>
                  <a:cubicBezTo>
                    <a:pt x="29496" y="200516"/>
                    <a:pt x="33659" y="180395"/>
                    <a:pt x="13538" y="154724"/>
                  </a:cubicBezTo>
                  <a:cubicBezTo>
                    <a:pt x="-7277" y="127664"/>
                    <a:pt x="1743" y="90892"/>
                    <a:pt x="3131" y="58282"/>
                  </a:cubicBezTo>
                  <a:cubicBezTo>
                    <a:pt x="3131" y="52037"/>
                    <a:pt x="5212" y="45099"/>
                    <a:pt x="6600" y="38854"/>
                  </a:cubicBezTo>
                  <a:cubicBezTo>
                    <a:pt x="11456" y="5551"/>
                    <a:pt x="17701" y="0"/>
                    <a:pt x="51005" y="0"/>
                  </a:cubicBezTo>
                  <a:cubicBezTo>
                    <a:pt x="134958" y="49262"/>
                    <a:pt x="203647" y="115869"/>
                    <a:pt x="244583" y="204679"/>
                  </a:cubicBezTo>
                  <a:cubicBezTo>
                    <a:pt x="306333" y="335813"/>
                    <a:pt x="358371" y="471110"/>
                    <a:pt x="388205" y="614038"/>
                  </a:cubicBezTo>
                  <a:cubicBezTo>
                    <a:pt x="390981" y="621670"/>
                    <a:pt x="390981" y="629996"/>
                    <a:pt x="391674" y="637628"/>
                  </a:cubicBezTo>
                  <a:close/>
                </a:path>
              </a:pathLst>
            </a:custGeom>
            <a:solidFill>
              <a:srgbClr val="FCC791"/>
            </a:solidFill>
            <a:ln w="6927"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D50C6AE-99AE-4036-BB86-597EBE00B0AD}"/>
                </a:ext>
              </a:extLst>
            </p:cNvPr>
            <p:cNvSpPr/>
            <p:nvPr/>
          </p:nvSpPr>
          <p:spPr>
            <a:xfrm>
              <a:off x="7841751" y="2565970"/>
              <a:ext cx="159581" cy="312223"/>
            </a:xfrm>
            <a:custGeom>
              <a:avLst/>
              <a:gdLst>
                <a:gd name="connsiteX0" fmla="*/ 45099 w 159580"/>
                <a:gd name="connsiteY0" fmla="*/ 8419 h 312222"/>
                <a:gd name="connsiteX1" fmla="*/ 61751 w 159580"/>
                <a:gd name="connsiteY1" fmla="*/ 4950 h 312222"/>
                <a:gd name="connsiteX2" fmla="*/ 144316 w 159580"/>
                <a:gd name="connsiteY2" fmla="*/ 45886 h 312222"/>
                <a:gd name="connsiteX3" fmla="*/ 142929 w 159580"/>
                <a:gd name="connsiteY3" fmla="*/ 234607 h 312222"/>
                <a:gd name="connsiteX4" fmla="*/ 126277 w 159580"/>
                <a:gd name="connsiteY4" fmla="*/ 251259 h 312222"/>
                <a:gd name="connsiteX5" fmla="*/ 0 w 159580"/>
                <a:gd name="connsiteY5" fmla="*/ 314398 h 312222"/>
                <a:gd name="connsiteX6" fmla="*/ 54812 w 159580"/>
                <a:gd name="connsiteY6" fmla="*/ 107637 h 312222"/>
                <a:gd name="connsiteX7" fmla="*/ 32610 w 159580"/>
                <a:gd name="connsiteY7" fmla="*/ 43805 h 312222"/>
                <a:gd name="connsiteX8" fmla="*/ 45099 w 159580"/>
                <a:gd name="connsiteY8" fmla="*/ 8419 h 31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580" h="312222">
                  <a:moveTo>
                    <a:pt x="45099" y="8419"/>
                  </a:moveTo>
                  <a:cubicBezTo>
                    <a:pt x="50649" y="7032"/>
                    <a:pt x="56200" y="6338"/>
                    <a:pt x="61751" y="4950"/>
                  </a:cubicBezTo>
                  <a:cubicBezTo>
                    <a:pt x="109625" y="-6845"/>
                    <a:pt x="126277" y="787"/>
                    <a:pt x="144316" y="45886"/>
                  </a:cubicBezTo>
                  <a:cubicBezTo>
                    <a:pt x="169294" y="109024"/>
                    <a:pt x="161662" y="172163"/>
                    <a:pt x="142929" y="234607"/>
                  </a:cubicBezTo>
                  <a:cubicBezTo>
                    <a:pt x="140153" y="244321"/>
                    <a:pt x="131134" y="245015"/>
                    <a:pt x="126277" y="251259"/>
                  </a:cubicBezTo>
                  <a:cubicBezTo>
                    <a:pt x="86035" y="271380"/>
                    <a:pt x="45793" y="291501"/>
                    <a:pt x="0" y="314398"/>
                  </a:cubicBezTo>
                  <a:cubicBezTo>
                    <a:pt x="37467" y="246402"/>
                    <a:pt x="69383" y="182570"/>
                    <a:pt x="54812" y="107637"/>
                  </a:cubicBezTo>
                  <a:cubicBezTo>
                    <a:pt x="50649" y="85434"/>
                    <a:pt x="45099" y="62538"/>
                    <a:pt x="32610" y="43805"/>
                  </a:cubicBezTo>
                  <a:cubicBezTo>
                    <a:pt x="20121" y="25071"/>
                    <a:pt x="20815" y="13276"/>
                    <a:pt x="45099" y="8419"/>
                  </a:cubicBezTo>
                  <a:close/>
                </a:path>
              </a:pathLst>
            </a:custGeom>
            <a:solidFill>
              <a:srgbClr val="653515"/>
            </a:solidFill>
            <a:ln w="692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9B16CBB-0157-436C-A125-F2529425CDEC}"/>
                </a:ext>
              </a:extLst>
            </p:cNvPr>
            <p:cNvSpPr/>
            <p:nvPr/>
          </p:nvSpPr>
          <p:spPr>
            <a:xfrm>
              <a:off x="7517089" y="3909052"/>
              <a:ext cx="131827" cy="333038"/>
            </a:xfrm>
            <a:custGeom>
              <a:avLst/>
              <a:gdLst>
                <a:gd name="connsiteX0" fmla="*/ 2033 w 131827"/>
                <a:gd name="connsiteY0" fmla="*/ 250041 h 333037"/>
                <a:gd name="connsiteX1" fmla="*/ 9665 w 131827"/>
                <a:gd name="connsiteY1" fmla="*/ 189679 h 333037"/>
                <a:gd name="connsiteX2" fmla="*/ 43662 w 131827"/>
                <a:gd name="connsiteY2" fmla="*/ 110582 h 333037"/>
                <a:gd name="connsiteX3" fmla="*/ 64477 w 131827"/>
                <a:gd name="connsiteY3" fmla="*/ 96012 h 333037"/>
                <a:gd name="connsiteX4" fmla="*/ 83904 w 131827"/>
                <a:gd name="connsiteY4" fmla="*/ 64789 h 333037"/>
                <a:gd name="connsiteX5" fmla="*/ 77660 w 131827"/>
                <a:gd name="connsiteY5" fmla="*/ 30792 h 333037"/>
                <a:gd name="connsiteX6" fmla="*/ 89455 w 131827"/>
                <a:gd name="connsiteY6" fmla="*/ 3732 h 333037"/>
                <a:gd name="connsiteX7" fmla="*/ 132472 w 131827"/>
                <a:gd name="connsiteY7" fmla="*/ 7202 h 333037"/>
                <a:gd name="connsiteX8" fmla="*/ 124840 w 131827"/>
                <a:gd name="connsiteY8" fmla="*/ 63402 h 333037"/>
                <a:gd name="connsiteX9" fmla="*/ 104719 w 131827"/>
                <a:gd name="connsiteY9" fmla="*/ 73115 h 333037"/>
                <a:gd name="connsiteX10" fmla="*/ 110270 w 131827"/>
                <a:gd name="connsiteY10" fmla="*/ 121683 h 333037"/>
                <a:gd name="connsiteX11" fmla="*/ 115127 w 131827"/>
                <a:gd name="connsiteY11" fmla="*/ 137641 h 333037"/>
                <a:gd name="connsiteX12" fmla="*/ 131779 w 131827"/>
                <a:gd name="connsiteY12" fmla="*/ 177883 h 333037"/>
                <a:gd name="connsiteX13" fmla="*/ 101250 w 131827"/>
                <a:gd name="connsiteY13" fmla="*/ 204249 h 333037"/>
                <a:gd name="connsiteX14" fmla="*/ 117902 w 131827"/>
                <a:gd name="connsiteY14" fmla="*/ 269469 h 333037"/>
                <a:gd name="connsiteX15" fmla="*/ 61702 w 131827"/>
                <a:gd name="connsiteY15" fmla="*/ 254898 h 333037"/>
                <a:gd name="connsiteX16" fmla="*/ 95006 w 131827"/>
                <a:gd name="connsiteY16" fmla="*/ 318037 h 333037"/>
                <a:gd name="connsiteX17" fmla="*/ 81129 w 131827"/>
                <a:gd name="connsiteY17" fmla="*/ 336770 h 333037"/>
                <a:gd name="connsiteX18" fmla="*/ 2033 w 131827"/>
                <a:gd name="connsiteY18" fmla="*/ 250041 h 33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827" h="333037">
                  <a:moveTo>
                    <a:pt x="2033" y="250041"/>
                  </a:moveTo>
                  <a:cubicBezTo>
                    <a:pt x="-2130" y="229227"/>
                    <a:pt x="-49" y="208412"/>
                    <a:pt x="9665" y="189679"/>
                  </a:cubicBezTo>
                  <a:cubicBezTo>
                    <a:pt x="22848" y="164007"/>
                    <a:pt x="38806" y="139723"/>
                    <a:pt x="43662" y="110582"/>
                  </a:cubicBezTo>
                  <a:cubicBezTo>
                    <a:pt x="45050" y="100175"/>
                    <a:pt x="54070" y="96706"/>
                    <a:pt x="64477" y="96012"/>
                  </a:cubicBezTo>
                  <a:cubicBezTo>
                    <a:pt x="85292" y="94624"/>
                    <a:pt x="88067" y="82135"/>
                    <a:pt x="83904" y="64789"/>
                  </a:cubicBezTo>
                  <a:cubicBezTo>
                    <a:pt x="81129" y="53688"/>
                    <a:pt x="79048" y="41893"/>
                    <a:pt x="77660" y="30792"/>
                  </a:cubicBezTo>
                  <a:cubicBezTo>
                    <a:pt x="76272" y="19691"/>
                    <a:pt x="75579" y="7895"/>
                    <a:pt x="89455" y="3732"/>
                  </a:cubicBezTo>
                  <a:cubicBezTo>
                    <a:pt x="104026" y="-430"/>
                    <a:pt x="119290" y="-3206"/>
                    <a:pt x="132472" y="7202"/>
                  </a:cubicBezTo>
                  <a:cubicBezTo>
                    <a:pt x="142880" y="15528"/>
                    <a:pt x="136635" y="55770"/>
                    <a:pt x="124840" y="63402"/>
                  </a:cubicBezTo>
                  <a:cubicBezTo>
                    <a:pt x="119290" y="66871"/>
                    <a:pt x="113045" y="69646"/>
                    <a:pt x="104719" y="73115"/>
                  </a:cubicBezTo>
                  <a:cubicBezTo>
                    <a:pt x="124840" y="87686"/>
                    <a:pt x="129003" y="103644"/>
                    <a:pt x="110270" y="121683"/>
                  </a:cubicBezTo>
                  <a:cubicBezTo>
                    <a:pt x="102638" y="128621"/>
                    <a:pt x="111658" y="133478"/>
                    <a:pt x="115127" y="137641"/>
                  </a:cubicBezTo>
                  <a:cubicBezTo>
                    <a:pt x="124147" y="149436"/>
                    <a:pt x="132472" y="161925"/>
                    <a:pt x="131779" y="177883"/>
                  </a:cubicBezTo>
                  <a:cubicBezTo>
                    <a:pt x="131085" y="196617"/>
                    <a:pt x="126922" y="211187"/>
                    <a:pt x="101250" y="204249"/>
                  </a:cubicBezTo>
                  <a:cubicBezTo>
                    <a:pt x="114433" y="225757"/>
                    <a:pt x="142880" y="243797"/>
                    <a:pt x="117902" y="269469"/>
                  </a:cubicBezTo>
                  <a:cubicBezTo>
                    <a:pt x="97781" y="290284"/>
                    <a:pt x="82517" y="268775"/>
                    <a:pt x="61702" y="254898"/>
                  </a:cubicBezTo>
                  <a:cubicBezTo>
                    <a:pt x="74885" y="279182"/>
                    <a:pt x="85986" y="297916"/>
                    <a:pt x="95006" y="318037"/>
                  </a:cubicBezTo>
                  <a:cubicBezTo>
                    <a:pt x="99863" y="329138"/>
                    <a:pt x="102638" y="343015"/>
                    <a:pt x="81129" y="336770"/>
                  </a:cubicBezTo>
                  <a:cubicBezTo>
                    <a:pt x="40193" y="321506"/>
                    <a:pt x="11053" y="294447"/>
                    <a:pt x="2033" y="250041"/>
                  </a:cubicBezTo>
                  <a:close/>
                </a:path>
              </a:pathLst>
            </a:custGeom>
            <a:solidFill>
              <a:srgbClr val="FBC792"/>
            </a:solidFill>
            <a:ln w="6927"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765A234-C0AD-4CC3-9956-4AD373C3FC3C}"/>
                </a:ext>
              </a:extLst>
            </p:cNvPr>
            <p:cNvSpPr/>
            <p:nvPr/>
          </p:nvSpPr>
          <p:spPr>
            <a:xfrm>
              <a:off x="8031111" y="3840625"/>
              <a:ext cx="444050" cy="367729"/>
            </a:xfrm>
            <a:custGeom>
              <a:avLst/>
              <a:gdLst>
                <a:gd name="connsiteX0" fmla="*/ 161023 w 444050"/>
                <a:gd name="connsiteY0" fmla="*/ 74935 h 367729"/>
                <a:gd name="connsiteX1" fmla="*/ 82621 w 444050"/>
                <a:gd name="connsiteY1" fmla="*/ 92281 h 367729"/>
                <a:gd name="connsiteX2" fmla="*/ 49317 w 444050"/>
                <a:gd name="connsiteY2" fmla="*/ 108932 h 367729"/>
                <a:gd name="connsiteX3" fmla="*/ 18095 w 444050"/>
                <a:gd name="connsiteY3" fmla="*/ 100606 h 367729"/>
                <a:gd name="connsiteX4" fmla="*/ 20176 w 444050"/>
                <a:gd name="connsiteY4" fmla="*/ 72853 h 367729"/>
                <a:gd name="connsiteX5" fmla="*/ 156167 w 444050"/>
                <a:gd name="connsiteY5" fmla="*/ 695 h 367729"/>
                <a:gd name="connsiteX6" fmla="*/ 315053 w 444050"/>
                <a:gd name="connsiteY6" fmla="*/ 30530 h 367729"/>
                <a:gd name="connsiteX7" fmla="*/ 371253 w 444050"/>
                <a:gd name="connsiteY7" fmla="*/ 94362 h 367729"/>
                <a:gd name="connsiteX8" fmla="*/ 437861 w 444050"/>
                <a:gd name="connsiteY8" fmla="*/ 256024 h 367729"/>
                <a:gd name="connsiteX9" fmla="*/ 448962 w 444050"/>
                <a:gd name="connsiteY9" fmla="*/ 274064 h 367729"/>
                <a:gd name="connsiteX10" fmla="*/ 426760 w 444050"/>
                <a:gd name="connsiteY10" fmla="*/ 278920 h 367729"/>
                <a:gd name="connsiteX11" fmla="*/ 307421 w 444050"/>
                <a:gd name="connsiteY11" fmla="*/ 281696 h 367729"/>
                <a:gd name="connsiteX12" fmla="*/ 156860 w 444050"/>
                <a:gd name="connsiteY12" fmla="*/ 330264 h 367729"/>
                <a:gd name="connsiteX13" fmla="*/ 95804 w 444050"/>
                <a:gd name="connsiteY13" fmla="*/ 362874 h 367729"/>
                <a:gd name="connsiteX14" fmla="*/ 64581 w 444050"/>
                <a:gd name="connsiteY14" fmla="*/ 361486 h 367729"/>
                <a:gd name="connsiteX15" fmla="*/ 76376 w 444050"/>
                <a:gd name="connsiteY15" fmla="*/ 334427 h 367729"/>
                <a:gd name="connsiteX16" fmla="*/ 140902 w 444050"/>
                <a:gd name="connsiteY16" fmla="*/ 271982 h 367729"/>
                <a:gd name="connsiteX17" fmla="*/ 197796 w 444050"/>
                <a:gd name="connsiteY17" fmla="*/ 215088 h 367729"/>
                <a:gd name="connsiteX18" fmla="*/ 167962 w 444050"/>
                <a:gd name="connsiteY18" fmla="*/ 216476 h 367729"/>
                <a:gd name="connsiteX19" fmla="*/ 62500 w 444050"/>
                <a:gd name="connsiteY19" fmla="*/ 253943 h 367729"/>
                <a:gd name="connsiteX20" fmla="*/ 11850 w 444050"/>
                <a:gd name="connsiteY20" fmla="*/ 255330 h 367729"/>
                <a:gd name="connsiteX21" fmla="*/ 7687 w 444050"/>
                <a:gd name="connsiteY21" fmla="*/ 183866 h 367729"/>
                <a:gd name="connsiteX22" fmla="*/ 46542 w 444050"/>
                <a:gd name="connsiteY22" fmla="*/ 139461 h 367729"/>
                <a:gd name="connsiteX23" fmla="*/ 147147 w 444050"/>
                <a:gd name="connsiteY23" fmla="*/ 86730 h 367729"/>
                <a:gd name="connsiteX24" fmla="*/ 161023 w 444050"/>
                <a:gd name="connsiteY24" fmla="*/ 74935 h 367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44050" h="367729">
                  <a:moveTo>
                    <a:pt x="161023" y="74935"/>
                  </a:moveTo>
                  <a:cubicBezTo>
                    <a:pt x="132576" y="74241"/>
                    <a:pt x="106905" y="78404"/>
                    <a:pt x="82621" y="92281"/>
                  </a:cubicBezTo>
                  <a:cubicBezTo>
                    <a:pt x="71520" y="98525"/>
                    <a:pt x="61112" y="104769"/>
                    <a:pt x="49317" y="108932"/>
                  </a:cubicBezTo>
                  <a:cubicBezTo>
                    <a:pt x="37522" y="113095"/>
                    <a:pt x="25727" y="111014"/>
                    <a:pt x="18095" y="100606"/>
                  </a:cubicBezTo>
                  <a:cubicBezTo>
                    <a:pt x="10463" y="90893"/>
                    <a:pt x="15319" y="81873"/>
                    <a:pt x="20176" y="72853"/>
                  </a:cubicBezTo>
                  <a:cubicBezTo>
                    <a:pt x="42379" y="31224"/>
                    <a:pt x="110374" y="-5549"/>
                    <a:pt x="156167" y="695"/>
                  </a:cubicBezTo>
                  <a:cubicBezTo>
                    <a:pt x="209591" y="7633"/>
                    <a:pt x="262322" y="16653"/>
                    <a:pt x="315053" y="30530"/>
                  </a:cubicBezTo>
                  <a:cubicBezTo>
                    <a:pt x="355989" y="40937"/>
                    <a:pt x="361540" y="54120"/>
                    <a:pt x="371253" y="94362"/>
                  </a:cubicBezTo>
                  <a:cubicBezTo>
                    <a:pt x="385130" y="151256"/>
                    <a:pt x="399007" y="208844"/>
                    <a:pt x="437861" y="256024"/>
                  </a:cubicBezTo>
                  <a:cubicBezTo>
                    <a:pt x="442718" y="261575"/>
                    <a:pt x="451738" y="267125"/>
                    <a:pt x="448962" y="274064"/>
                  </a:cubicBezTo>
                  <a:cubicBezTo>
                    <a:pt x="445493" y="283083"/>
                    <a:pt x="434392" y="278920"/>
                    <a:pt x="426760" y="278920"/>
                  </a:cubicBezTo>
                  <a:cubicBezTo>
                    <a:pt x="387211" y="280308"/>
                    <a:pt x="346969" y="282390"/>
                    <a:pt x="307421" y="281696"/>
                  </a:cubicBezTo>
                  <a:cubicBezTo>
                    <a:pt x="251221" y="279614"/>
                    <a:pt x="201265" y="296266"/>
                    <a:pt x="156860" y="330264"/>
                  </a:cubicBezTo>
                  <a:cubicBezTo>
                    <a:pt x="138127" y="344140"/>
                    <a:pt x="118700" y="356629"/>
                    <a:pt x="95804" y="362874"/>
                  </a:cubicBezTo>
                  <a:cubicBezTo>
                    <a:pt x="85396" y="365649"/>
                    <a:pt x="72213" y="374669"/>
                    <a:pt x="64581" y="361486"/>
                  </a:cubicBezTo>
                  <a:cubicBezTo>
                    <a:pt x="58337" y="350385"/>
                    <a:pt x="68744" y="341365"/>
                    <a:pt x="76376" y="334427"/>
                  </a:cubicBezTo>
                  <a:cubicBezTo>
                    <a:pt x="97885" y="313612"/>
                    <a:pt x="118700" y="292797"/>
                    <a:pt x="140902" y="271982"/>
                  </a:cubicBezTo>
                  <a:cubicBezTo>
                    <a:pt x="159636" y="253943"/>
                    <a:pt x="180451" y="237291"/>
                    <a:pt x="197796" y="215088"/>
                  </a:cubicBezTo>
                  <a:cubicBezTo>
                    <a:pt x="185307" y="207456"/>
                    <a:pt x="176288" y="213701"/>
                    <a:pt x="167962" y="216476"/>
                  </a:cubicBezTo>
                  <a:cubicBezTo>
                    <a:pt x="132576" y="228271"/>
                    <a:pt x="97885" y="242147"/>
                    <a:pt x="62500" y="253943"/>
                  </a:cubicBezTo>
                  <a:cubicBezTo>
                    <a:pt x="45848" y="259493"/>
                    <a:pt x="23645" y="272676"/>
                    <a:pt x="11850" y="255330"/>
                  </a:cubicBezTo>
                  <a:cubicBezTo>
                    <a:pt x="-2026" y="235209"/>
                    <a:pt x="-4108" y="208150"/>
                    <a:pt x="7687" y="183866"/>
                  </a:cubicBezTo>
                  <a:cubicBezTo>
                    <a:pt x="16013" y="165826"/>
                    <a:pt x="31277" y="151950"/>
                    <a:pt x="46542" y="139461"/>
                  </a:cubicBezTo>
                  <a:cubicBezTo>
                    <a:pt x="76376" y="114483"/>
                    <a:pt x="109680" y="97137"/>
                    <a:pt x="147147" y="86730"/>
                  </a:cubicBezTo>
                  <a:cubicBezTo>
                    <a:pt x="151310" y="83955"/>
                    <a:pt x="158248" y="84648"/>
                    <a:pt x="161023" y="74935"/>
                  </a:cubicBezTo>
                  <a:close/>
                </a:path>
              </a:pathLst>
            </a:custGeom>
            <a:solidFill>
              <a:srgbClr val="FCC792"/>
            </a:solidFill>
            <a:ln w="6927" cap="flat">
              <a:noFill/>
              <a:prstDash val="solid"/>
              <a:miter/>
            </a:ln>
          </p:spPr>
          <p:txBody>
            <a:bodyPr rtlCol="0" anchor="ctr"/>
            <a:lstStyle/>
            <a:p>
              <a:endParaRPr lang="en-US"/>
            </a:p>
          </p:txBody>
        </p:sp>
      </p:grpSp>
      <p:grpSp>
        <p:nvGrpSpPr>
          <p:cNvPr id="14" name="Group 13">
            <a:extLst>
              <a:ext uri="{FF2B5EF4-FFF2-40B4-BE49-F238E27FC236}">
                <a16:creationId xmlns:a16="http://schemas.microsoft.com/office/drawing/2014/main" id="{67B34D96-E3C1-4DD6-B114-C556DB810002}"/>
              </a:ext>
            </a:extLst>
          </p:cNvPr>
          <p:cNvGrpSpPr/>
          <p:nvPr/>
        </p:nvGrpSpPr>
        <p:grpSpPr>
          <a:xfrm>
            <a:off x="2654726" y="2115023"/>
            <a:ext cx="6845391" cy="484632"/>
            <a:chOff x="2766211" y="2575497"/>
            <a:chExt cx="6845391" cy="484632"/>
          </a:xfrm>
        </p:grpSpPr>
        <p:sp>
          <p:nvSpPr>
            <p:cNvPr id="15" name="Pentagon 10">
              <a:extLst>
                <a:ext uri="{FF2B5EF4-FFF2-40B4-BE49-F238E27FC236}">
                  <a16:creationId xmlns:a16="http://schemas.microsoft.com/office/drawing/2014/main" id="{DD6B73A1-6EF7-442E-A913-5FC10F020A29}"/>
                </a:ext>
              </a:extLst>
            </p:cNvPr>
            <p:cNvSpPr/>
            <p:nvPr/>
          </p:nvSpPr>
          <p:spPr>
            <a:xfrm>
              <a:off x="7713076" y="2575497"/>
              <a:ext cx="1898526" cy="484632"/>
            </a:xfrm>
            <a:prstGeom prst="homePlat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6" name="Pentagon 15">
              <a:extLst>
                <a:ext uri="{FF2B5EF4-FFF2-40B4-BE49-F238E27FC236}">
                  <a16:creationId xmlns:a16="http://schemas.microsoft.com/office/drawing/2014/main" id="{9848EE70-FBD5-44C4-8883-3E72F7811D01}"/>
                </a:ext>
              </a:extLst>
            </p:cNvPr>
            <p:cNvSpPr/>
            <p:nvPr/>
          </p:nvSpPr>
          <p:spPr>
            <a:xfrm flipH="1">
              <a:off x="2803368" y="2575497"/>
              <a:ext cx="1898526" cy="484632"/>
            </a:xfrm>
            <a:prstGeom prst="homePlat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TextBox 16">
              <a:extLst>
                <a:ext uri="{FF2B5EF4-FFF2-40B4-BE49-F238E27FC236}">
                  <a16:creationId xmlns:a16="http://schemas.microsoft.com/office/drawing/2014/main" id="{D567E657-4028-4F87-9E20-8EFBDADE3AE6}"/>
                </a:ext>
              </a:extLst>
            </p:cNvPr>
            <p:cNvSpPr txBox="1"/>
            <p:nvPr/>
          </p:nvSpPr>
          <p:spPr>
            <a:xfrm>
              <a:off x="2766211" y="2651075"/>
              <a:ext cx="2122556" cy="307777"/>
            </a:xfrm>
            <a:prstGeom prst="rect">
              <a:avLst/>
            </a:prstGeom>
            <a:noFill/>
          </p:spPr>
          <p:txBody>
            <a:bodyPr wrap="square" rtlCol="0">
              <a:spAutoFit/>
            </a:bodyPr>
            <a:lstStyle/>
            <a:p>
              <a:pPr algn="ctr"/>
              <a:r>
                <a:rPr lang="en-GB" altLang="ko-KR" sz="1400" b="1" dirty="0">
                  <a:solidFill>
                    <a:schemeClr val="tx1">
                      <a:lumMod val="75000"/>
                      <a:lumOff val="25000"/>
                    </a:schemeClr>
                  </a:solidFill>
                  <a:cs typeface="Arial" pitchFamily="34" charset="0"/>
                </a:rPr>
                <a:t>Low maintenance </a:t>
              </a:r>
              <a:endParaRPr lang="ko-KR" altLang="en-US" sz="1400" b="1" dirty="0">
                <a:solidFill>
                  <a:schemeClr val="tx1">
                    <a:lumMod val="75000"/>
                    <a:lumOff val="25000"/>
                  </a:schemeClr>
                </a:solidFill>
                <a:cs typeface="Arial" pitchFamily="34" charset="0"/>
              </a:endParaRPr>
            </a:p>
          </p:txBody>
        </p:sp>
        <p:sp>
          <p:nvSpPr>
            <p:cNvPr id="18" name="TextBox 17">
              <a:extLst>
                <a:ext uri="{FF2B5EF4-FFF2-40B4-BE49-F238E27FC236}">
                  <a16:creationId xmlns:a16="http://schemas.microsoft.com/office/drawing/2014/main" id="{3072C8B7-0012-443C-919C-FBF6E3560C8C}"/>
                </a:ext>
              </a:extLst>
            </p:cNvPr>
            <p:cNvSpPr txBox="1"/>
            <p:nvPr/>
          </p:nvSpPr>
          <p:spPr>
            <a:xfrm>
              <a:off x="7801667" y="2663926"/>
              <a:ext cx="1736099"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High maintenance </a:t>
              </a:r>
              <a:endParaRPr lang="ko-KR" altLang="en-US" sz="1400" b="1" dirty="0">
                <a:solidFill>
                  <a:schemeClr val="tx1">
                    <a:lumMod val="75000"/>
                    <a:lumOff val="25000"/>
                  </a:schemeClr>
                </a:solidFill>
                <a:cs typeface="Arial" pitchFamily="34" charset="0"/>
              </a:endParaRPr>
            </a:p>
          </p:txBody>
        </p:sp>
      </p:grpSp>
      <p:grpSp>
        <p:nvGrpSpPr>
          <p:cNvPr id="19" name="Group 18">
            <a:extLst>
              <a:ext uri="{FF2B5EF4-FFF2-40B4-BE49-F238E27FC236}">
                <a16:creationId xmlns:a16="http://schemas.microsoft.com/office/drawing/2014/main" id="{BCAA13C7-4431-4934-8FB8-9B633765748D}"/>
              </a:ext>
            </a:extLst>
          </p:cNvPr>
          <p:cNvGrpSpPr/>
          <p:nvPr/>
        </p:nvGrpSpPr>
        <p:grpSpPr>
          <a:xfrm>
            <a:off x="3098593" y="3063693"/>
            <a:ext cx="5994812" cy="484632"/>
            <a:chOff x="3206868" y="1790901"/>
            <a:chExt cx="5994812" cy="484632"/>
          </a:xfrm>
        </p:grpSpPr>
        <p:sp>
          <p:nvSpPr>
            <p:cNvPr id="20" name="Pentagon 14">
              <a:extLst>
                <a:ext uri="{FF2B5EF4-FFF2-40B4-BE49-F238E27FC236}">
                  <a16:creationId xmlns:a16="http://schemas.microsoft.com/office/drawing/2014/main" id="{81ACCB09-507B-4900-8F2A-9F0AB1282D47}"/>
                </a:ext>
              </a:extLst>
            </p:cNvPr>
            <p:cNvSpPr/>
            <p:nvPr/>
          </p:nvSpPr>
          <p:spPr>
            <a:xfrm>
              <a:off x="7303154" y="1790901"/>
              <a:ext cx="1898526" cy="484632"/>
            </a:xfrm>
            <a:prstGeom prst="homePlat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1" name="Pentagon 16">
              <a:extLst>
                <a:ext uri="{FF2B5EF4-FFF2-40B4-BE49-F238E27FC236}">
                  <a16:creationId xmlns:a16="http://schemas.microsoft.com/office/drawing/2014/main" id="{A2373D63-FF8F-47EA-820A-EAA2F92C1CF0}"/>
                </a:ext>
              </a:extLst>
            </p:cNvPr>
            <p:cNvSpPr/>
            <p:nvPr/>
          </p:nvSpPr>
          <p:spPr>
            <a:xfrm flipH="1">
              <a:off x="3206868" y="1790901"/>
              <a:ext cx="1898526" cy="484632"/>
            </a:xfrm>
            <a:prstGeom prst="homePlat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2" name="TextBox 21">
              <a:extLst>
                <a:ext uri="{FF2B5EF4-FFF2-40B4-BE49-F238E27FC236}">
                  <a16:creationId xmlns:a16="http://schemas.microsoft.com/office/drawing/2014/main" id="{04C588C7-2FC6-47B1-9BE9-ECCBE2C5A4B2}"/>
                </a:ext>
              </a:extLst>
            </p:cNvPr>
            <p:cNvSpPr txBox="1"/>
            <p:nvPr/>
          </p:nvSpPr>
          <p:spPr>
            <a:xfrm>
              <a:off x="3427608" y="1882990"/>
              <a:ext cx="159206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Cost </a:t>
              </a:r>
              <a:endParaRPr lang="ko-KR" altLang="en-US" sz="1400" b="1" dirty="0">
                <a:solidFill>
                  <a:schemeClr val="tx1">
                    <a:lumMod val="75000"/>
                    <a:lumOff val="25000"/>
                  </a:schemeClr>
                </a:solidFill>
                <a:cs typeface="Arial" pitchFamily="34" charset="0"/>
              </a:endParaRPr>
            </a:p>
          </p:txBody>
        </p:sp>
        <p:sp>
          <p:nvSpPr>
            <p:cNvPr id="23" name="TextBox 22">
              <a:extLst>
                <a:ext uri="{FF2B5EF4-FFF2-40B4-BE49-F238E27FC236}">
                  <a16:creationId xmlns:a16="http://schemas.microsoft.com/office/drawing/2014/main" id="{58746D7A-33A2-4835-B2B0-356E3539941C}"/>
                </a:ext>
              </a:extLst>
            </p:cNvPr>
            <p:cNvSpPr txBox="1"/>
            <p:nvPr/>
          </p:nvSpPr>
          <p:spPr>
            <a:xfrm>
              <a:off x="7423512" y="1882990"/>
              <a:ext cx="159206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Cost </a:t>
              </a:r>
              <a:endParaRPr lang="ko-KR" altLang="en-US" sz="1400" b="1" dirty="0">
                <a:solidFill>
                  <a:schemeClr val="tx1">
                    <a:lumMod val="75000"/>
                    <a:lumOff val="25000"/>
                  </a:schemeClr>
                </a:solidFill>
                <a:cs typeface="Arial" pitchFamily="34" charset="0"/>
              </a:endParaRPr>
            </a:p>
          </p:txBody>
        </p:sp>
      </p:grpSp>
      <p:grpSp>
        <p:nvGrpSpPr>
          <p:cNvPr id="24" name="Group 23">
            <a:extLst>
              <a:ext uri="{FF2B5EF4-FFF2-40B4-BE49-F238E27FC236}">
                <a16:creationId xmlns:a16="http://schemas.microsoft.com/office/drawing/2014/main" id="{211AFBB9-FB30-4355-8A1B-CAD316874A1B}"/>
              </a:ext>
            </a:extLst>
          </p:cNvPr>
          <p:cNvGrpSpPr/>
          <p:nvPr/>
        </p:nvGrpSpPr>
        <p:grpSpPr>
          <a:xfrm flipH="1">
            <a:off x="3063960" y="1300805"/>
            <a:ext cx="5994812" cy="484632"/>
            <a:chOff x="3206868" y="1790901"/>
            <a:chExt cx="5994812" cy="484632"/>
          </a:xfrm>
        </p:grpSpPr>
        <p:sp>
          <p:nvSpPr>
            <p:cNvPr id="25" name="Pentagon 14">
              <a:extLst>
                <a:ext uri="{FF2B5EF4-FFF2-40B4-BE49-F238E27FC236}">
                  <a16:creationId xmlns:a16="http://schemas.microsoft.com/office/drawing/2014/main" id="{C5F02D37-ECC1-4BAB-A3DC-B0E309534BC3}"/>
                </a:ext>
              </a:extLst>
            </p:cNvPr>
            <p:cNvSpPr/>
            <p:nvPr/>
          </p:nvSpPr>
          <p:spPr>
            <a:xfrm>
              <a:off x="7303154" y="1790901"/>
              <a:ext cx="1898526" cy="484632"/>
            </a:xfrm>
            <a:prstGeom prst="homePlat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6" name="Pentagon 16">
              <a:extLst>
                <a:ext uri="{FF2B5EF4-FFF2-40B4-BE49-F238E27FC236}">
                  <a16:creationId xmlns:a16="http://schemas.microsoft.com/office/drawing/2014/main" id="{9138D9B1-4EFF-4098-80F5-38B1054D83C6}"/>
                </a:ext>
              </a:extLst>
            </p:cNvPr>
            <p:cNvSpPr/>
            <p:nvPr/>
          </p:nvSpPr>
          <p:spPr>
            <a:xfrm flipH="1">
              <a:off x="3206868" y="1790901"/>
              <a:ext cx="1898526" cy="484632"/>
            </a:xfrm>
            <a:prstGeom prst="homePlat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7" name="TextBox 26">
              <a:extLst>
                <a:ext uri="{FF2B5EF4-FFF2-40B4-BE49-F238E27FC236}">
                  <a16:creationId xmlns:a16="http://schemas.microsoft.com/office/drawing/2014/main" id="{67E9BC49-DBF3-4A56-9A2F-7ABB0FB31660}"/>
                </a:ext>
              </a:extLst>
            </p:cNvPr>
            <p:cNvSpPr txBox="1"/>
            <p:nvPr/>
          </p:nvSpPr>
          <p:spPr>
            <a:xfrm>
              <a:off x="3427608" y="1882990"/>
              <a:ext cx="1592062" cy="307777"/>
            </a:xfrm>
            <a:prstGeom prst="rect">
              <a:avLst/>
            </a:prstGeom>
            <a:noFill/>
          </p:spPr>
          <p:txBody>
            <a:bodyPr wrap="square" rtlCol="0">
              <a:spAutoFit/>
            </a:bodyPr>
            <a:lstStyle/>
            <a:p>
              <a:pPr algn="ctr"/>
              <a:r>
                <a:rPr lang="en-GB" altLang="ko-KR" sz="1400" b="1" dirty="0">
                  <a:solidFill>
                    <a:schemeClr val="tx1">
                      <a:lumMod val="75000"/>
                      <a:lumOff val="25000"/>
                    </a:schemeClr>
                  </a:solidFill>
                  <a:cs typeface="Arial" pitchFamily="34" charset="0"/>
                </a:rPr>
                <a:t>High emission </a:t>
              </a:r>
              <a:endParaRPr lang="ko-KR" altLang="en-US" sz="1400" b="1" dirty="0">
                <a:solidFill>
                  <a:schemeClr val="tx1">
                    <a:lumMod val="75000"/>
                    <a:lumOff val="25000"/>
                  </a:schemeClr>
                </a:solidFill>
                <a:cs typeface="Arial" pitchFamily="34" charset="0"/>
              </a:endParaRPr>
            </a:p>
          </p:txBody>
        </p:sp>
        <p:sp>
          <p:nvSpPr>
            <p:cNvPr id="28" name="TextBox 27">
              <a:extLst>
                <a:ext uri="{FF2B5EF4-FFF2-40B4-BE49-F238E27FC236}">
                  <a16:creationId xmlns:a16="http://schemas.microsoft.com/office/drawing/2014/main" id="{117F9ADE-B7AF-40AE-B646-2D8DD3D352A3}"/>
                </a:ext>
              </a:extLst>
            </p:cNvPr>
            <p:cNvSpPr txBox="1"/>
            <p:nvPr/>
          </p:nvSpPr>
          <p:spPr>
            <a:xfrm>
              <a:off x="7423512" y="1882990"/>
              <a:ext cx="159206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No emissions</a:t>
              </a:r>
              <a:endParaRPr lang="ko-KR" altLang="en-US" sz="1400" b="1" dirty="0">
                <a:solidFill>
                  <a:schemeClr val="tx1">
                    <a:lumMod val="75000"/>
                    <a:lumOff val="25000"/>
                  </a:schemeClr>
                </a:solidFill>
                <a:cs typeface="Arial" pitchFamily="34" charset="0"/>
              </a:endParaRPr>
            </a:p>
          </p:txBody>
        </p:sp>
      </p:grpSp>
      <p:sp>
        <p:nvSpPr>
          <p:cNvPr id="29" name="직사각형 1">
            <a:extLst>
              <a:ext uri="{FF2B5EF4-FFF2-40B4-BE49-F238E27FC236}">
                <a16:creationId xmlns:a16="http://schemas.microsoft.com/office/drawing/2014/main" id="{269B904C-2921-40EE-8C08-C00C7FC5BE02}"/>
              </a:ext>
            </a:extLst>
          </p:cNvPr>
          <p:cNvSpPr/>
          <p:nvPr/>
        </p:nvSpPr>
        <p:spPr>
          <a:xfrm>
            <a:off x="9194693" y="1190085"/>
            <a:ext cx="2303399" cy="523220"/>
          </a:xfrm>
          <a:prstGeom prst="rect">
            <a:avLst/>
          </a:prstGeom>
        </p:spPr>
        <p:txBody>
          <a:bodyPr wrap="square">
            <a:spAutoFit/>
          </a:bodyPr>
          <a:lstStyle/>
          <a:p>
            <a:pPr algn="ctr"/>
            <a:r>
              <a:rPr lang="en-GB" sz="1400" b="0" i="0" dirty="0">
                <a:solidFill>
                  <a:srgbClr val="333333"/>
                </a:solidFill>
                <a:effectLst/>
                <a:latin typeface="verdana" panose="020B0604030504040204" pitchFamily="34" charset="0"/>
              </a:rPr>
              <a:t>CO</a:t>
            </a:r>
            <a:r>
              <a:rPr lang="en-GB" sz="1400" b="0" i="0" baseline="-25000" dirty="0">
                <a:solidFill>
                  <a:srgbClr val="333333"/>
                </a:solidFill>
                <a:effectLst/>
                <a:latin typeface="verdana" panose="020B0604030504040204" pitchFamily="34" charset="0"/>
              </a:rPr>
              <a:t>2</a:t>
            </a:r>
            <a:r>
              <a:rPr lang="en-US" altLang="ko-KR" sz="1400" dirty="0"/>
              <a:t> emissions is harmful for the environment.</a:t>
            </a:r>
          </a:p>
        </p:txBody>
      </p:sp>
      <p:sp>
        <p:nvSpPr>
          <p:cNvPr id="30" name="직사각형 1">
            <a:extLst>
              <a:ext uri="{FF2B5EF4-FFF2-40B4-BE49-F238E27FC236}">
                <a16:creationId xmlns:a16="http://schemas.microsoft.com/office/drawing/2014/main" id="{7D835E41-5340-4941-AEC1-23DED635632B}"/>
              </a:ext>
            </a:extLst>
          </p:cNvPr>
          <p:cNvSpPr/>
          <p:nvPr/>
        </p:nvSpPr>
        <p:spPr>
          <a:xfrm>
            <a:off x="9306780" y="2937271"/>
            <a:ext cx="2303399" cy="738664"/>
          </a:xfrm>
          <a:prstGeom prst="rect">
            <a:avLst/>
          </a:prstGeom>
        </p:spPr>
        <p:txBody>
          <a:bodyPr wrap="square">
            <a:spAutoFit/>
          </a:bodyPr>
          <a:lstStyle/>
          <a:p>
            <a:pPr algn="ctr"/>
            <a:r>
              <a:rPr lang="en-GB" altLang="ko-KR" sz="1400" dirty="0"/>
              <a:t>since petrol is always on the rise, the overall cost of a petrol car is higher.</a:t>
            </a:r>
            <a:endParaRPr lang="en-US" altLang="ko-KR" sz="1400" dirty="0"/>
          </a:p>
        </p:txBody>
      </p:sp>
      <p:sp>
        <p:nvSpPr>
          <p:cNvPr id="31" name="직사각형 1">
            <a:extLst>
              <a:ext uri="{FF2B5EF4-FFF2-40B4-BE49-F238E27FC236}">
                <a16:creationId xmlns:a16="http://schemas.microsoft.com/office/drawing/2014/main" id="{B4E9BB6A-4276-4872-8590-41019A83A0C2}"/>
              </a:ext>
            </a:extLst>
          </p:cNvPr>
          <p:cNvSpPr/>
          <p:nvPr/>
        </p:nvSpPr>
        <p:spPr>
          <a:xfrm>
            <a:off x="755628" y="1197359"/>
            <a:ext cx="2303399" cy="523220"/>
          </a:xfrm>
          <a:prstGeom prst="rect">
            <a:avLst/>
          </a:prstGeom>
        </p:spPr>
        <p:txBody>
          <a:bodyPr wrap="square">
            <a:spAutoFit/>
          </a:bodyPr>
          <a:lstStyle/>
          <a:p>
            <a:pPr algn="ctr"/>
            <a:r>
              <a:rPr lang="en-US" altLang="ko-KR" sz="1400" dirty="0"/>
              <a:t> Electric cars is better for the environment. </a:t>
            </a:r>
          </a:p>
        </p:txBody>
      </p:sp>
      <p:sp>
        <p:nvSpPr>
          <p:cNvPr id="32" name="직사각형 1">
            <a:extLst>
              <a:ext uri="{FF2B5EF4-FFF2-40B4-BE49-F238E27FC236}">
                <a16:creationId xmlns:a16="http://schemas.microsoft.com/office/drawing/2014/main" id="{0D84B47F-50B1-4D5E-BCBA-F53D841E96AA}"/>
              </a:ext>
            </a:extLst>
          </p:cNvPr>
          <p:cNvSpPr/>
          <p:nvPr/>
        </p:nvSpPr>
        <p:spPr>
          <a:xfrm>
            <a:off x="252563" y="2032187"/>
            <a:ext cx="2365009" cy="738664"/>
          </a:xfrm>
          <a:prstGeom prst="rect">
            <a:avLst/>
          </a:prstGeom>
        </p:spPr>
        <p:txBody>
          <a:bodyPr wrap="square">
            <a:spAutoFit/>
          </a:bodyPr>
          <a:lstStyle/>
          <a:p>
            <a:pPr algn="ctr"/>
            <a:r>
              <a:rPr lang="en-GB" altLang="ko-KR" sz="1400" dirty="0"/>
              <a:t>The only repairs electric cars will need are brake pads, tyres and suspension.</a:t>
            </a:r>
            <a:endParaRPr lang="en-US" altLang="ko-KR" sz="1400" dirty="0"/>
          </a:p>
        </p:txBody>
      </p:sp>
      <p:sp>
        <p:nvSpPr>
          <p:cNvPr id="33" name="직사각형 1">
            <a:extLst>
              <a:ext uri="{FF2B5EF4-FFF2-40B4-BE49-F238E27FC236}">
                <a16:creationId xmlns:a16="http://schemas.microsoft.com/office/drawing/2014/main" id="{2766B040-903C-4523-B5D6-16ACECE8589A}"/>
              </a:ext>
            </a:extLst>
          </p:cNvPr>
          <p:cNvSpPr/>
          <p:nvPr/>
        </p:nvSpPr>
        <p:spPr>
          <a:xfrm>
            <a:off x="659380" y="3004819"/>
            <a:ext cx="2303399" cy="738664"/>
          </a:xfrm>
          <a:prstGeom prst="rect">
            <a:avLst/>
          </a:prstGeom>
        </p:spPr>
        <p:txBody>
          <a:bodyPr wrap="square">
            <a:spAutoFit/>
          </a:bodyPr>
          <a:lstStyle/>
          <a:p>
            <a:pPr algn="ctr"/>
            <a:r>
              <a:rPr lang="en-GB" altLang="ko-KR" sz="1400" dirty="0"/>
              <a:t>Upfront, the cost of an electric car is high, but in the long term it is cheaper</a:t>
            </a:r>
            <a:r>
              <a:rPr lang="en-US" altLang="ko-KR" sz="1400" dirty="0"/>
              <a:t>.</a:t>
            </a:r>
          </a:p>
        </p:txBody>
      </p:sp>
      <p:grpSp>
        <p:nvGrpSpPr>
          <p:cNvPr id="71" name="Group 70">
            <a:extLst>
              <a:ext uri="{FF2B5EF4-FFF2-40B4-BE49-F238E27FC236}">
                <a16:creationId xmlns:a16="http://schemas.microsoft.com/office/drawing/2014/main" id="{433AAE4D-6CDC-4A1E-B3D3-FCC9BF9D25F7}"/>
              </a:ext>
            </a:extLst>
          </p:cNvPr>
          <p:cNvGrpSpPr/>
          <p:nvPr/>
        </p:nvGrpSpPr>
        <p:grpSpPr>
          <a:xfrm rot="21004375">
            <a:off x="1598881" y="4860252"/>
            <a:ext cx="2465638" cy="1122012"/>
            <a:chOff x="7638049" y="3414373"/>
            <a:chExt cx="3724136" cy="1694703"/>
          </a:xfrm>
        </p:grpSpPr>
        <p:sp>
          <p:nvSpPr>
            <p:cNvPr id="70" name="Freeform: Shape 69">
              <a:extLst>
                <a:ext uri="{FF2B5EF4-FFF2-40B4-BE49-F238E27FC236}">
                  <a16:creationId xmlns:a16="http://schemas.microsoft.com/office/drawing/2014/main" id="{33267FD4-C28D-4F80-9B8E-C6CE875D84C9}"/>
                </a:ext>
              </a:extLst>
            </p:cNvPr>
            <p:cNvSpPr/>
            <p:nvPr/>
          </p:nvSpPr>
          <p:spPr>
            <a:xfrm flipH="1">
              <a:off x="7638049" y="3414373"/>
              <a:ext cx="3724136" cy="1694703"/>
            </a:xfrm>
            <a:custGeom>
              <a:avLst/>
              <a:gdLst>
                <a:gd name="connsiteX0" fmla="*/ 3045397 w 3724136"/>
                <a:gd name="connsiteY0" fmla="*/ 1193407 h 1694703"/>
                <a:gd name="connsiteX1" fmla="*/ 3080452 w 3724136"/>
                <a:gd name="connsiteY1" fmla="*/ 1198040 h 1694703"/>
                <a:gd name="connsiteX2" fmla="*/ 3210224 w 3724136"/>
                <a:gd name="connsiteY2" fmla="*/ 1408048 h 1694703"/>
                <a:gd name="connsiteX3" fmla="*/ 3000221 w 3724136"/>
                <a:gd name="connsiteY3" fmla="*/ 1537820 h 1694703"/>
                <a:gd name="connsiteX4" fmla="*/ 2870444 w 3724136"/>
                <a:gd name="connsiteY4" fmla="*/ 1327817 h 1694703"/>
                <a:gd name="connsiteX5" fmla="*/ 3011169 w 3724136"/>
                <a:gd name="connsiteY5" fmla="*/ 1195777 h 1694703"/>
                <a:gd name="connsiteX6" fmla="*/ 3045397 w 3724136"/>
                <a:gd name="connsiteY6" fmla="*/ 1193407 h 1694703"/>
                <a:gd name="connsiteX7" fmla="*/ 859907 w 3724136"/>
                <a:gd name="connsiteY7" fmla="*/ 1191327 h 1694703"/>
                <a:gd name="connsiteX8" fmla="*/ 894961 w 3724136"/>
                <a:gd name="connsiteY8" fmla="*/ 1195960 h 1694703"/>
                <a:gd name="connsiteX9" fmla="*/ 1024734 w 3724136"/>
                <a:gd name="connsiteY9" fmla="*/ 1405967 h 1694703"/>
                <a:gd name="connsiteX10" fmla="*/ 814730 w 3724136"/>
                <a:gd name="connsiteY10" fmla="*/ 1535740 h 1694703"/>
                <a:gd name="connsiteX11" fmla="*/ 684954 w 3724136"/>
                <a:gd name="connsiteY11" fmla="*/ 1325736 h 1694703"/>
                <a:gd name="connsiteX12" fmla="*/ 825679 w 3724136"/>
                <a:gd name="connsiteY12" fmla="*/ 1193696 h 1694703"/>
                <a:gd name="connsiteX13" fmla="*/ 859907 w 3724136"/>
                <a:gd name="connsiteY13" fmla="*/ 1191327 h 1694703"/>
                <a:gd name="connsiteX14" fmla="*/ 3039554 w 3724136"/>
                <a:gd name="connsiteY14" fmla="*/ 1037503 h 1694703"/>
                <a:gd name="connsiteX15" fmla="*/ 2710953 w 3724136"/>
                <a:gd name="connsiteY15" fmla="*/ 1352412 h 1694703"/>
                <a:gd name="connsiteX16" fmla="*/ 2710953 w 3724136"/>
                <a:gd name="connsiteY16" fmla="*/ 1366104 h 1694703"/>
                <a:gd name="connsiteX17" fmla="*/ 3039554 w 3724136"/>
                <a:gd name="connsiteY17" fmla="*/ 1694703 h 1694703"/>
                <a:gd name="connsiteX18" fmla="*/ 3368153 w 3724136"/>
                <a:gd name="connsiteY18" fmla="*/ 1366104 h 1694703"/>
                <a:gd name="connsiteX19" fmla="*/ 3368153 w 3724136"/>
                <a:gd name="connsiteY19" fmla="*/ 1362682 h 1694703"/>
                <a:gd name="connsiteX20" fmla="*/ 3039554 w 3724136"/>
                <a:gd name="connsiteY20" fmla="*/ 1037503 h 1694703"/>
                <a:gd name="connsiteX21" fmla="*/ 855729 w 3724136"/>
                <a:gd name="connsiteY21" fmla="*/ 1030657 h 1694703"/>
                <a:gd name="connsiteX22" fmla="*/ 527130 w 3724136"/>
                <a:gd name="connsiteY22" fmla="*/ 1359258 h 1694703"/>
                <a:gd name="connsiteX23" fmla="*/ 527130 w 3724136"/>
                <a:gd name="connsiteY23" fmla="*/ 1362678 h 1694703"/>
                <a:gd name="connsiteX24" fmla="*/ 855729 w 3724136"/>
                <a:gd name="connsiteY24" fmla="*/ 1687857 h 1694703"/>
                <a:gd name="connsiteX25" fmla="*/ 1184330 w 3724136"/>
                <a:gd name="connsiteY25" fmla="*/ 1359258 h 1694703"/>
                <a:gd name="connsiteX26" fmla="*/ 1184330 w 3724136"/>
                <a:gd name="connsiteY26" fmla="*/ 1352412 h 1694703"/>
                <a:gd name="connsiteX27" fmla="*/ 855729 w 3724136"/>
                <a:gd name="connsiteY27" fmla="*/ 1030657 h 1694703"/>
                <a:gd name="connsiteX28" fmla="*/ 215646 w 3724136"/>
                <a:gd name="connsiteY28" fmla="*/ 876624 h 1694703"/>
                <a:gd name="connsiteX29" fmla="*/ 249875 w 3724136"/>
                <a:gd name="connsiteY29" fmla="*/ 904007 h 1694703"/>
                <a:gd name="connsiteX30" fmla="*/ 263567 w 3724136"/>
                <a:gd name="connsiteY30" fmla="*/ 1030657 h 1694703"/>
                <a:gd name="connsiteX31" fmla="*/ 229338 w 3724136"/>
                <a:gd name="connsiteY31" fmla="*/ 1071728 h 1694703"/>
                <a:gd name="connsiteX32" fmla="*/ 102688 w 3724136"/>
                <a:gd name="connsiteY32" fmla="*/ 1085424 h 1694703"/>
                <a:gd name="connsiteX33" fmla="*/ 68459 w 3724136"/>
                <a:gd name="connsiteY33" fmla="*/ 1058041 h 1694703"/>
                <a:gd name="connsiteX34" fmla="*/ 3453728 w 3724136"/>
                <a:gd name="connsiteY34" fmla="*/ 568560 h 1694703"/>
                <a:gd name="connsiteX35" fmla="*/ 3511916 w 3724136"/>
                <a:gd name="connsiteY35" fmla="*/ 794474 h 1694703"/>
                <a:gd name="connsiteX36" fmla="*/ 3470840 w 3724136"/>
                <a:gd name="connsiteY36" fmla="*/ 804744 h 1694703"/>
                <a:gd name="connsiteX37" fmla="*/ 3361307 w 3724136"/>
                <a:gd name="connsiteY37" fmla="*/ 739706 h 1694703"/>
                <a:gd name="connsiteX38" fmla="*/ 3347616 w 3724136"/>
                <a:gd name="connsiteY38" fmla="*/ 688365 h 1694703"/>
                <a:gd name="connsiteX39" fmla="*/ 3412653 w 3724136"/>
                <a:gd name="connsiteY39" fmla="*/ 578830 h 1694703"/>
                <a:gd name="connsiteX40" fmla="*/ 1289883 w 3724136"/>
                <a:gd name="connsiteY40" fmla="*/ 432304 h 1694703"/>
                <a:gd name="connsiteX41" fmla="*/ 1289883 w 3724136"/>
                <a:gd name="connsiteY41" fmla="*/ 564866 h 1694703"/>
                <a:gd name="connsiteX42" fmla="*/ 1194601 w 3724136"/>
                <a:gd name="connsiteY42" fmla="*/ 565139 h 1694703"/>
                <a:gd name="connsiteX43" fmla="*/ 1184330 w 3724136"/>
                <a:gd name="connsiteY43" fmla="*/ 510376 h 1694703"/>
                <a:gd name="connsiteX44" fmla="*/ 1254982 w 3724136"/>
                <a:gd name="connsiteY44" fmla="*/ 457107 h 1694703"/>
                <a:gd name="connsiteX45" fmla="*/ 1972977 w 3724136"/>
                <a:gd name="connsiteY45" fmla="*/ 144006 h 1694703"/>
                <a:gd name="connsiteX46" fmla="*/ 1972977 w 3724136"/>
                <a:gd name="connsiteY46" fmla="*/ 562910 h 1694703"/>
                <a:gd name="connsiteX47" fmla="*/ 1323758 w 3724136"/>
                <a:gd name="connsiteY47" fmla="*/ 564770 h 1694703"/>
                <a:gd name="connsiteX48" fmla="*/ 1323758 w 3724136"/>
                <a:gd name="connsiteY48" fmla="*/ 409608 h 1694703"/>
                <a:gd name="connsiteX49" fmla="*/ 1343657 w 3724136"/>
                <a:gd name="connsiteY49" fmla="*/ 396777 h 1694703"/>
                <a:gd name="connsiteX50" fmla="*/ 1393130 w 3724136"/>
                <a:gd name="connsiteY50" fmla="*/ 366614 h 1694703"/>
                <a:gd name="connsiteX51" fmla="*/ 1785482 w 3724136"/>
                <a:gd name="connsiteY51" fmla="*/ 196321 h 1694703"/>
                <a:gd name="connsiteX52" fmla="*/ 2954459 w 3724136"/>
                <a:gd name="connsiteY52" fmla="*/ 138117 h 1694703"/>
                <a:gd name="connsiteX53" fmla="*/ 3020942 w 3724136"/>
                <a:gd name="connsiteY53" fmla="*/ 144923 h 1694703"/>
                <a:gd name="connsiteX54" fmla="*/ 3268889 w 3724136"/>
                <a:gd name="connsiteY54" fmla="*/ 174926 h 1694703"/>
                <a:gd name="connsiteX55" fmla="*/ 3306539 w 3724136"/>
                <a:gd name="connsiteY55" fmla="*/ 216005 h 1694703"/>
                <a:gd name="connsiteX56" fmla="*/ 3323656 w 3724136"/>
                <a:gd name="connsiteY56" fmla="*/ 496681 h 1694703"/>
                <a:gd name="connsiteX57" fmla="*/ 3286002 w 3724136"/>
                <a:gd name="connsiteY57" fmla="*/ 551448 h 1694703"/>
                <a:gd name="connsiteX58" fmla="*/ 2954459 w 3724136"/>
                <a:gd name="connsiteY58" fmla="*/ 554841 h 1694703"/>
                <a:gd name="connsiteX59" fmla="*/ 2310473 w 3724136"/>
                <a:gd name="connsiteY59" fmla="*/ 103047 h 1694703"/>
                <a:gd name="connsiteX60" fmla="*/ 2799950 w 3724136"/>
                <a:gd name="connsiteY60" fmla="*/ 122301 h 1694703"/>
                <a:gd name="connsiteX61" fmla="*/ 2920584 w 3724136"/>
                <a:gd name="connsiteY61" fmla="*/ 134649 h 1694703"/>
                <a:gd name="connsiteX62" fmla="*/ 2920584 w 3724136"/>
                <a:gd name="connsiteY62" fmla="*/ 555186 h 1694703"/>
                <a:gd name="connsiteX63" fmla="*/ 2240301 w 3724136"/>
                <a:gd name="connsiteY63" fmla="*/ 562146 h 1694703"/>
                <a:gd name="connsiteX64" fmla="*/ 2006852 w 3724136"/>
                <a:gd name="connsiteY64" fmla="*/ 562814 h 1694703"/>
                <a:gd name="connsiteX65" fmla="*/ 2006852 w 3724136"/>
                <a:gd name="connsiteY65" fmla="*/ 134554 h 1694703"/>
                <a:gd name="connsiteX66" fmla="*/ 2013587 w 3724136"/>
                <a:gd name="connsiteY66" fmla="*/ 132676 h 1694703"/>
                <a:gd name="connsiteX67" fmla="*/ 2221477 w 3724136"/>
                <a:gd name="connsiteY67" fmla="*/ 103047 h 1694703"/>
                <a:gd name="connsiteX68" fmla="*/ 2310473 w 3724136"/>
                <a:gd name="connsiteY68" fmla="*/ 103047 h 1694703"/>
                <a:gd name="connsiteX69" fmla="*/ 2334431 w 3724136"/>
                <a:gd name="connsiteY69" fmla="*/ 359 h 1694703"/>
                <a:gd name="connsiteX70" fmla="*/ 1345209 w 3724136"/>
                <a:gd name="connsiteY70" fmla="*/ 257077 h 1694703"/>
                <a:gd name="connsiteX71" fmla="*/ 1013184 w 3724136"/>
                <a:gd name="connsiteY71" fmla="*/ 479568 h 1694703"/>
                <a:gd name="connsiteX72" fmla="*/ 766733 w 3724136"/>
                <a:gd name="connsiteY72" fmla="*/ 551447 h 1694703"/>
                <a:gd name="connsiteX73" fmla="*/ 13692 w 3724136"/>
                <a:gd name="connsiteY73" fmla="*/ 1092268 h 1694703"/>
                <a:gd name="connsiteX74" fmla="*/ 3424 w 3724136"/>
                <a:gd name="connsiteY74" fmla="*/ 1256569 h 1694703"/>
                <a:gd name="connsiteX75" fmla="*/ 112959 w 3724136"/>
                <a:gd name="connsiteY75" fmla="*/ 1379793 h 1694703"/>
                <a:gd name="connsiteX76" fmla="*/ 503171 w 3724136"/>
                <a:gd name="connsiteY76" fmla="*/ 1372948 h 1694703"/>
                <a:gd name="connsiteX77" fmla="*/ 503171 w 3724136"/>
                <a:gd name="connsiteY77" fmla="*/ 1369526 h 1694703"/>
                <a:gd name="connsiteX78" fmla="*/ 855729 w 3724136"/>
                <a:gd name="connsiteY78" fmla="*/ 1016964 h 1694703"/>
                <a:gd name="connsiteX79" fmla="*/ 1208293 w 3724136"/>
                <a:gd name="connsiteY79" fmla="*/ 1362680 h 1694703"/>
                <a:gd name="connsiteX80" fmla="*/ 2690415 w 3724136"/>
                <a:gd name="connsiteY80" fmla="*/ 1355835 h 1694703"/>
                <a:gd name="connsiteX81" fmla="*/ 3042977 w 3724136"/>
                <a:gd name="connsiteY81" fmla="*/ 1016964 h 1694703"/>
                <a:gd name="connsiteX82" fmla="*/ 3395537 w 3724136"/>
                <a:gd name="connsiteY82" fmla="*/ 1366102 h 1694703"/>
                <a:gd name="connsiteX83" fmla="*/ 3597490 w 3724136"/>
                <a:gd name="connsiteY83" fmla="*/ 1372948 h 1694703"/>
                <a:gd name="connsiteX84" fmla="*/ 3724136 w 3724136"/>
                <a:gd name="connsiteY84" fmla="*/ 1239456 h 1694703"/>
                <a:gd name="connsiteX85" fmla="*/ 3683062 w 3724136"/>
                <a:gd name="connsiteY85" fmla="*/ 869781 h 1694703"/>
                <a:gd name="connsiteX86" fmla="*/ 3683062 w 3724136"/>
                <a:gd name="connsiteY86" fmla="*/ 862935 h 1694703"/>
                <a:gd name="connsiteX87" fmla="*/ 3679640 w 3724136"/>
                <a:gd name="connsiteY87" fmla="*/ 852665 h 1694703"/>
                <a:gd name="connsiteX88" fmla="*/ 3631720 w 3724136"/>
                <a:gd name="connsiteY88" fmla="*/ 808168 h 1694703"/>
                <a:gd name="connsiteX89" fmla="*/ 3618027 w 3724136"/>
                <a:gd name="connsiteY89" fmla="*/ 808168 h 1694703"/>
                <a:gd name="connsiteX90" fmla="*/ 3614603 w 3724136"/>
                <a:gd name="connsiteY90" fmla="*/ 808168 h 1694703"/>
                <a:gd name="connsiteX91" fmla="*/ 3542724 w 3724136"/>
                <a:gd name="connsiteY91" fmla="*/ 804744 h 1694703"/>
                <a:gd name="connsiteX92" fmla="*/ 3385269 w 3724136"/>
                <a:gd name="connsiteY92" fmla="*/ 140698 h 1694703"/>
                <a:gd name="connsiteX93" fmla="*/ 3320232 w 3724136"/>
                <a:gd name="connsiteY93" fmla="*/ 85931 h 1694703"/>
                <a:gd name="connsiteX94" fmla="*/ 2334431 w 3724136"/>
                <a:gd name="connsiteY94" fmla="*/ 359 h 169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724136" h="1694703">
                  <a:moveTo>
                    <a:pt x="3045397" y="1193407"/>
                  </a:moveTo>
                  <a:cubicBezTo>
                    <a:pt x="3056991" y="1193755"/>
                    <a:pt x="3068723" y="1195271"/>
                    <a:pt x="3080452" y="1198040"/>
                  </a:cubicBezTo>
                  <a:cubicBezTo>
                    <a:pt x="3174277" y="1220195"/>
                    <a:pt x="3232383" y="1314218"/>
                    <a:pt x="3210224" y="1408048"/>
                  </a:cubicBezTo>
                  <a:cubicBezTo>
                    <a:pt x="3188069" y="1501873"/>
                    <a:pt x="3094046" y="1559979"/>
                    <a:pt x="3000221" y="1537820"/>
                  </a:cubicBezTo>
                  <a:cubicBezTo>
                    <a:pt x="2906391" y="1515665"/>
                    <a:pt x="2848289" y="1421642"/>
                    <a:pt x="2870444" y="1327817"/>
                  </a:cubicBezTo>
                  <a:cubicBezTo>
                    <a:pt x="2887061" y="1257445"/>
                    <a:pt x="2944102" y="1207170"/>
                    <a:pt x="3011169" y="1195777"/>
                  </a:cubicBezTo>
                  <a:cubicBezTo>
                    <a:pt x="3022347" y="1193877"/>
                    <a:pt x="3033803" y="1193059"/>
                    <a:pt x="3045397" y="1193407"/>
                  </a:cubicBezTo>
                  <a:close/>
                  <a:moveTo>
                    <a:pt x="859907" y="1191327"/>
                  </a:moveTo>
                  <a:cubicBezTo>
                    <a:pt x="871501" y="1191675"/>
                    <a:pt x="883233" y="1193190"/>
                    <a:pt x="894961" y="1195960"/>
                  </a:cubicBezTo>
                  <a:cubicBezTo>
                    <a:pt x="988787" y="1218114"/>
                    <a:pt x="1046892" y="1312138"/>
                    <a:pt x="1024734" y="1405967"/>
                  </a:cubicBezTo>
                  <a:cubicBezTo>
                    <a:pt x="1002579" y="1499792"/>
                    <a:pt x="908556" y="1557898"/>
                    <a:pt x="814730" y="1535740"/>
                  </a:cubicBezTo>
                  <a:cubicBezTo>
                    <a:pt x="720900" y="1513585"/>
                    <a:pt x="662799" y="1419562"/>
                    <a:pt x="684954" y="1325736"/>
                  </a:cubicBezTo>
                  <a:cubicBezTo>
                    <a:pt x="701569" y="1255364"/>
                    <a:pt x="758612" y="1205089"/>
                    <a:pt x="825679" y="1193696"/>
                  </a:cubicBezTo>
                  <a:cubicBezTo>
                    <a:pt x="836857" y="1191797"/>
                    <a:pt x="848313" y="1190978"/>
                    <a:pt x="859907" y="1191327"/>
                  </a:cubicBezTo>
                  <a:close/>
                  <a:moveTo>
                    <a:pt x="3039554" y="1037503"/>
                  </a:moveTo>
                  <a:cubicBezTo>
                    <a:pt x="2861562" y="1037503"/>
                    <a:pt x="2717799" y="1177845"/>
                    <a:pt x="2710953" y="1352412"/>
                  </a:cubicBezTo>
                  <a:cubicBezTo>
                    <a:pt x="2710953" y="1355836"/>
                    <a:pt x="2710953" y="1362682"/>
                    <a:pt x="2710953" y="1366104"/>
                  </a:cubicBezTo>
                  <a:cubicBezTo>
                    <a:pt x="2710953" y="1547520"/>
                    <a:pt x="2858140" y="1694703"/>
                    <a:pt x="3039554" y="1694703"/>
                  </a:cubicBezTo>
                  <a:cubicBezTo>
                    <a:pt x="3220970" y="1694703"/>
                    <a:pt x="3368153" y="1547520"/>
                    <a:pt x="3368153" y="1366104"/>
                  </a:cubicBezTo>
                  <a:cubicBezTo>
                    <a:pt x="3368153" y="1366104"/>
                    <a:pt x="3368153" y="1366104"/>
                    <a:pt x="3368153" y="1362682"/>
                  </a:cubicBezTo>
                  <a:cubicBezTo>
                    <a:pt x="3368153" y="1184690"/>
                    <a:pt x="3220970" y="1037503"/>
                    <a:pt x="3039554" y="1037503"/>
                  </a:cubicBezTo>
                  <a:close/>
                  <a:moveTo>
                    <a:pt x="855729" y="1030657"/>
                  </a:moveTo>
                  <a:cubicBezTo>
                    <a:pt x="674317" y="1030657"/>
                    <a:pt x="527130" y="1177842"/>
                    <a:pt x="527130" y="1359258"/>
                  </a:cubicBezTo>
                  <a:cubicBezTo>
                    <a:pt x="527130" y="1359258"/>
                    <a:pt x="527130" y="1362678"/>
                    <a:pt x="527130" y="1362678"/>
                  </a:cubicBezTo>
                  <a:cubicBezTo>
                    <a:pt x="530554" y="1544095"/>
                    <a:pt x="674317" y="1687857"/>
                    <a:pt x="855729" y="1687857"/>
                  </a:cubicBezTo>
                  <a:cubicBezTo>
                    <a:pt x="1037146" y="1687857"/>
                    <a:pt x="1184330" y="1540670"/>
                    <a:pt x="1184330" y="1359258"/>
                  </a:cubicBezTo>
                  <a:cubicBezTo>
                    <a:pt x="1184330" y="1355836"/>
                    <a:pt x="1184330" y="1355836"/>
                    <a:pt x="1184330" y="1352412"/>
                  </a:cubicBezTo>
                  <a:cubicBezTo>
                    <a:pt x="1180909" y="1174420"/>
                    <a:pt x="1033721" y="1030657"/>
                    <a:pt x="855729" y="1030657"/>
                  </a:cubicBezTo>
                  <a:close/>
                  <a:moveTo>
                    <a:pt x="215646" y="876624"/>
                  </a:moveTo>
                  <a:lnTo>
                    <a:pt x="249875" y="904007"/>
                  </a:lnTo>
                  <a:cubicBezTo>
                    <a:pt x="287526" y="934816"/>
                    <a:pt x="294371" y="993003"/>
                    <a:pt x="263567" y="1030657"/>
                  </a:cubicBezTo>
                  <a:lnTo>
                    <a:pt x="229338" y="1071728"/>
                  </a:lnTo>
                  <a:cubicBezTo>
                    <a:pt x="198530" y="1109382"/>
                    <a:pt x="140342" y="1116228"/>
                    <a:pt x="102688" y="1085424"/>
                  </a:cubicBezTo>
                  <a:lnTo>
                    <a:pt x="68459" y="1058041"/>
                  </a:lnTo>
                  <a:close/>
                  <a:moveTo>
                    <a:pt x="3453728" y="568560"/>
                  </a:moveTo>
                  <a:lnTo>
                    <a:pt x="3511916" y="794474"/>
                  </a:lnTo>
                  <a:lnTo>
                    <a:pt x="3470840" y="804744"/>
                  </a:lnTo>
                  <a:cubicBezTo>
                    <a:pt x="3422920" y="818435"/>
                    <a:pt x="3374999" y="787628"/>
                    <a:pt x="3361307" y="739706"/>
                  </a:cubicBezTo>
                  <a:lnTo>
                    <a:pt x="3347616" y="688365"/>
                  </a:lnTo>
                  <a:cubicBezTo>
                    <a:pt x="3333924" y="640443"/>
                    <a:pt x="3364732" y="592523"/>
                    <a:pt x="3412653" y="578830"/>
                  </a:cubicBezTo>
                  <a:close/>
                  <a:moveTo>
                    <a:pt x="1289883" y="432304"/>
                  </a:moveTo>
                  <a:lnTo>
                    <a:pt x="1289883" y="564866"/>
                  </a:lnTo>
                  <a:lnTo>
                    <a:pt x="1194601" y="565139"/>
                  </a:lnTo>
                  <a:cubicBezTo>
                    <a:pt x="1139834" y="565139"/>
                    <a:pt x="1129563" y="551448"/>
                    <a:pt x="1184330" y="510376"/>
                  </a:cubicBezTo>
                  <a:cubicBezTo>
                    <a:pt x="1213425" y="488128"/>
                    <a:pt x="1236102" y="471012"/>
                    <a:pt x="1254982" y="457107"/>
                  </a:cubicBezTo>
                  <a:close/>
                  <a:moveTo>
                    <a:pt x="1972977" y="144006"/>
                  </a:moveTo>
                  <a:lnTo>
                    <a:pt x="1972977" y="562910"/>
                  </a:lnTo>
                  <a:lnTo>
                    <a:pt x="1323758" y="564770"/>
                  </a:lnTo>
                  <a:lnTo>
                    <a:pt x="1323758" y="409608"/>
                  </a:lnTo>
                  <a:lnTo>
                    <a:pt x="1343657" y="396777"/>
                  </a:lnTo>
                  <a:cubicBezTo>
                    <a:pt x="1357831" y="388006"/>
                    <a:pt x="1373448" y="378593"/>
                    <a:pt x="1393130" y="366614"/>
                  </a:cubicBezTo>
                  <a:cubicBezTo>
                    <a:pt x="1488972" y="310135"/>
                    <a:pt x="1633590" y="246809"/>
                    <a:pt x="1785482" y="196321"/>
                  </a:cubicBezTo>
                  <a:close/>
                  <a:moveTo>
                    <a:pt x="2954459" y="138117"/>
                  </a:moveTo>
                  <a:lnTo>
                    <a:pt x="3020942" y="144923"/>
                  </a:lnTo>
                  <a:cubicBezTo>
                    <a:pt x="3097316" y="153748"/>
                    <a:pt x="3178182" y="163802"/>
                    <a:pt x="3268889" y="174926"/>
                  </a:cubicBezTo>
                  <a:cubicBezTo>
                    <a:pt x="3289427" y="178351"/>
                    <a:pt x="3306539" y="195464"/>
                    <a:pt x="3306539" y="216005"/>
                  </a:cubicBezTo>
                  <a:lnTo>
                    <a:pt x="3323656" y="496681"/>
                  </a:lnTo>
                  <a:cubicBezTo>
                    <a:pt x="3323656" y="520643"/>
                    <a:pt x="3320232" y="551448"/>
                    <a:pt x="3286002" y="551448"/>
                  </a:cubicBezTo>
                  <a:lnTo>
                    <a:pt x="2954459" y="554841"/>
                  </a:lnTo>
                  <a:close/>
                  <a:moveTo>
                    <a:pt x="2310473" y="103047"/>
                  </a:moveTo>
                  <a:cubicBezTo>
                    <a:pt x="2505579" y="103047"/>
                    <a:pt x="2654476" y="109893"/>
                    <a:pt x="2799950" y="122301"/>
                  </a:cubicBezTo>
                  <a:lnTo>
                    <a:pt x="2920584" y="134649"/>
                  </a:lnTo>
                  <a:lnTo>
                    <a:pt x="2920584" y="555186"/>
                  </a:lnTo>
                  <a:lnTo>
                    <a:pt x="2240301" y="562146"/>
                  </a:lnTo>
                  <a:lnTo>
                    <a:pt x="2006852" y="562814"/>
                  </a:lnTo>
                  <a:lnTo>
                    <a:pt x="2006852" y="134554"/>
                  </a:lnTo>
                  <a:lnTo>
                    <a:pt x="2013587" y="132676"/>
                  </a:lnTo>
                  <a:cubicBezTo>
                    <a:pt x="2087982" y="116310"/>
                    <a:pt x="2159009" y="105614"/>
                    <a:pt x="2221477" y="103047"/>
                  </a:cubicBezTo>
                  <a:cubicBezTo>
                    <a:pt x="2255705" y="103047"/>
                    <a:pt x="2276243" y="103047"/>
                    <a:pt x="2310473" y="103047"/>
                  </a:cubicBezTo>
                  <a:close/>
                  <a:moveTo>
                    <a:pt x="2334431" y="359"/>
                  </a:moveTo>
                  <a:cubicBezTo>
                    <a:pt x="1951065" y="3781"/>
                    <a:pt x="1660118" y="68818"/>
                    <a:pt x="1345209" y="257077"/>
                  </a:cubicBezTo>
                  <a:cubicBezTo>
                    <a:pt x="1235676" y="325535"/>
                    <a:pt x="1115873" y="411110"/>
                    <a:pt x="1013184" y="479568"/>
                  </a:cubicBezTo>
                  <a:cubicBezTo>
                    <a:pt x="944725" y="524064"/>
                    <a:pt x="821501" y="541180"/>
                    <a:pt x="766733" y="551447"/>
                  </a:cubicBezTo>
                  <a:cubicBezTo>
                    <a:pt x="455250" y="602793"/>
                    <a:pt x="154033" y="804744"/>
                    <a:pt x="13692" y="1092268"/>
                  </a:cubicBezTo>
                  <a:cubicBezTo>
                    <a:pt x="0" y="1147036"/>
                    <a:pt x="-3424" y="1212073"/>
                    <a:pt x="3424" y="1256569"/>
                  </a:cubicBezTo>
                  <a:cubicBezTo>
                    <a:pt x="10270" y="1321606"/>
                    <a:pt x="30808" y="1379793"/>
                    <a:pt x="112959" y="1379793"/>
                  </a:cubicBezTo>
                  <a:cubicBezTo>
                    <a:pt x="243029" y="1376373"/>
                    <a:pt x="373101" y="1376373"/>
                    <a:pt x="503171" y="1372948"/>
                  </a:cubicBezTo>
                  <a:cubicBezTo>
                    <a:pt x="503171" y="1372948"/>
                    <a:pt x="503171" y="1369526"/>
                    <a:pt x="503171" y="1369526"/>
                  </a:cubicBezTo>
                  <a:cubicBezTo>
                    <a:pt x="503171" y="1174419"/>
                    <a:pt x="660626" y="1016964"/>
                    <a:pt x="855729" y="1016964"/>
                  </a:cubicBezTo>
                  <a:cubicBezTo>
                    <a:pt x="1047414" y="1016964"/>
                    <a:pt x="1204868" y="1170997"/>
                    <a:pt x="1208293" y="1362680"/>
                  </a:cubicBezTo>
                  <a:cubicBezTo>
                    <a:pt x="1701193" y="1355835"/>
                    <a:pt x="2197514" y="1352410"/>
                    <a:pt x="2690415" y="1355835"/>
                  </a:cubicBezTo>
                  <a:cubicBezTo>
                    <a:pt x="2697261" y="1167573"/>
                    <a:pt x="2851294" y="1016964"/>
                    <a:pt x="3042977" y="1016964"/>
                  </a:cubicBezTo>
                  <a:cubicBezTo>
                    <a:pt x="3238082" y="1016964"/>
                    <a:pt x="3395537" y="1174419"/>
                    <a:pt x="3395537" y="1366102"/>
                  </a:cubicBezTo>
                  <a:cubicBezTo>
                    <a:pt x="3463994" y="1369526"/>
                    <a:pt x="3529031" y="1369526"/>
                    <a:pt x="3597490" y="1372948"/>
                  </a:cubicBezTo>
                  <a:cubicBezTo>
                    <a:pt x="3696753" y="1376373"/>
                    <a:pt x="3710445" y="1307914"/>
                    <a:pt x="3724136" y="1239456"/>
                  </a:cubicBezTo>
                  <a:cubicBezTo>
                    <a:pt x="3700177" y="1112806"/>
                    <a:pt x="3696753" y="989581"/>
                    <a:pt x="3683062" y="869781"/>
                  </a:cubicBezTo>
                  <a:cubicBezTo>
                    <a:pt x="3683062" y="866356"/>
                    <a:pt x="3683062" y="866356"/>
                    <a:pt x="3683062" y="862935"/>
                  </a:cubicBezTo>
                  <a:cubicBezTo>
                    <a:pt x="3683062" y="859511"/>
                    <a:pt x="3683062" y="856089"/>
                    <a:pt x="3679640" y="852665"/>
                  </a:cubicBezTo>
                  <a:cubicBezTo>
                    <a:pt x="3672794" y="825281"/>
                    <a:pt x="3659103" y="811589"/>
                    <a:pt x="3631720" y="808168"/>
                  </a:cubicBezTo>
                  <a:cubicBezTo>
                    <a:pt x="3628294" y="808168"/>
                    <a:pt x="3621449" y="808168"/>
                    <a:pt x="3618027" y="808168"/>
                  </a:cubicBezTo>
                  <a:cubicBezTo>
                    <a:pt x="3618027" y="808168"/>
                    <a:pt x="3614603" y="808168"/>
                    <a:pt x="3614603" y="808168"/>
                  </a:cubicBezTo>
                  <a:cubicBezTo>
                    <a:pt x="3590644" y="804744"/>
                    <a:pt x="3566683" y="804744"/>
                    <a:pt x="3542724" y="804744"/>
                  </a:cubicBezTo>
                  <a:cubicBezTo>
                    <a:pt x="3467420" y="585677"/>
                    <a:pt x="3433190" y="363188"/>
                    <a:pt x="3385269" y="140698"/>
                  </a:cubicBezTo>
                  <a:cubicBezTo>
                    <a:pt x="3378424" y="103048"/>
                    <a:pt x="3347615" y="89355"/>
                    <a:pt x="3320232" y="85931"/>
                  </a:cubicBezTo>
                  <a:cubicBezTo>
                    <a:pt x="3019015" y="17472"/>
                    <a:pt x="2621956" y="-3065"/>
                    <a:pt x="2334431" y="359"/>
                  </a:cubicBezTo>
                  <a:close/>
                </a:path>
              </a:pathLst>
            </a:custGeom>
            <a:solidFill>
              <a:schemeClr val="accent1"/>
            </a:solidFill>
            <a:ln w="9525" cap="flat">
              <a:noFill/>
              <a:prstDash val="solid"/>
              <a:miter/>
            </a:ln>
          </p:spPr>
          <p:txBody>
            <a:bodyPr wrap="square" rtlCol="0" anchor="ctr">
              <a:noAutofit/>
            </a:bodyPr>
            <a:lstStyle/>
            <a:p>
              <a:endParaRPr lang="en-US"/>
            </a:p>
          </p:txBody>
        </p:sp>
        <p:grpSp>
          <p:nvGrpSpPr>
            <p:cNvPr id="65" name="Group 64">
              <a:extLst>
                <a:ext uri="{FF2B5EF4-FFF2-40B4-BE49-F238E27FC236}">
                  <a16:creationId xmlns:a16="http://schemas.microsoft.com/office/drawing/2014/main" id="{9F4EF674-B127-47DB-88E6-84997F5E7CB1}"/>
                </a:ext>
              </a:extLst>
            </p:cNvPr>
            <p:cNvGrpSpPr/>
            <p:nvPr/>
          </p:nvGrpSpPr>
          <p:grpSpPr>
            <a:xfrm>
              <a:off x="9075928" y="4115037"/>
              <a:ext cx="544596" cy="576203"/>
              <a:chOff x="7660892" y="3400808"/>
              <a:chExt cx="299886" cy="317291"/>
            </a:xfrm>
            <a:solidFill>
              <a:schemeClr val="bg1"/>
            </a:solidFill>
          </p:grpSpPr>
          <p:sp>
            <p:nvSpPr>
              <p:cNvPr id="66" name="Freeform: Shape 65">
                <a:extLst>
                  <a:ext uri="{FF2B5EF4-FFF2-40B4-BE49-F238E27FC236}">
                    <a16:creationId xmlns:a16="http://schemas.microsoft.com/office/drawing/2014/main" id="{ABAFB984-8A44-4846-83F8-9183C1D75CF3}"/>
                  </a:ext>
                </a:extLst>
              </p:cNvPr>
              <p:cNvSpPr/>
              <p:nvPr/>
            </p:nvSpPr>
            <p:spPr>
              <a:xfrm>
                <a:off x="7706009" y="3400808"/>
                <a:ext cx="194702" cy="317291"/>
              </a:xfrm>
              <a:custGeom>
                <a:avLst/>
                <a:gdLst>
                  <a:gd name="connsiteX0" fmla="*/ 195423 w 194701"/>
                  <a:gd name="connsiteY0" fmla="*/ 1442 h 317291"/>
                  <a:gd name="connsiteX1" fmla="*/ 153958 w 194701"/>
                  <a:gd name="connsiteY1" fmla="*/ 63819 h 317291"/>
                  <a:gd name="connsiteX2" fmla="*/ 127638 w 194701"/>
                  <a:gd name="connsiteY2" fmla="*/ 103120 h 317291"/>
                  <a:gd name="connsiteX3" fmla="*/ 131964 w 194701"/>
                  <a:gd name="connsiteY3" fmla="*/ 111773 h 317291"/>
                  <a:gd name="connsiteX4" fmla="*/ 183164 w 194701"/>
                  <a:gd name="connsiteY4" fmla="*/ 111773 h 317291"/>
                  <a:gd name="connsiteX5" fmla="*/ 190375 w 194701"/>
                  <a:gd name="connsiteY5" fmla="*/ 113215 h 317291"/>
                  <a:gd name="connsiteX6" fmla="*/ 186769 w 194701"/>
                  <a:gd name="connsiteY6" fmla="*/ 119345 h 317291"/>
                  <a:gd name="connsiteX7" fmla="*/ 116821 w 194701"/>
                  <a:gd name="connsiteY7" fmla="*/ 196865 h 317291"/>
                  <a:gd name="connsiteX8" fmla="*/ 7211 w 194701"/>
                  <a:gd name="connsiteY8" fmla="*/ 315849 h 317291"/>
                  <a:gd name="connsiteX9" fmla="*/ 0 w 194701"/>
                  <a:gd name="connsiteY9" fmla="*/ 320537 h 317291"/>
                  <a:gd name="connsiteX10" fmla="*/ 13340 w 194701"/>
                  <a:gd name="connsiteY10" fmla="*/ 293855 h 317291"/>
                  <a:gd name="connsiteX11" fmla="*/ 76078 w 194701"/>
                  <a:gd name="connsiteY11" fmla="*/ 171986 h 317291"/>
                  <a:gd name="connsiteX12" fmla="*/ 69227 w 194701"/>
                  <a:gd name="connsiteY12" fmla="*/ 160809 h 317291"/>
                  <a:gd name="connsiteX13" fmla="*/ 35695 w 194701"/>
                  <a:gd name="connsiteY13" fmla="*/ 160088 h 317291"/>
                  <a:gd name="connsiteX14" fmla="*/ 31008 w 194701"/>
                  <a:gd name="connsiteY14" fmla="*/ 151074 h 317291"/>
                  <a:gd name="connsiteX15" fmla="*/ 106004 w 194701"/>
                  <a:gd name="connsiteY15" fmla="*/ 7572 h 317291"/>
                  <a:gd name="connsiteX16" fmla="*/ 115018 w 194701"/>
                  <a:gd name="connsiteY16" fmla="*/ 721 h 317291"/>
                  <a:gd name="connsiteX17" fmla="*/ 187851 w 194701"/>
                  <a:gd name="connsiteY17" fmla="*/ 0 h 317291"/>
                  <a:gd name="connsiteX18" fmla="*/ 195423 w 194701"/>
                  <a:gd name="connsiteY18" fmla="*/ 1442 h 31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4701" h="317291">
                    <a:moveTo>
                      <a:pt x="195423" y="1442"/>
                    </a:moveTo>
                    <a:cubicBezTo>
                      <a:pt x="181361" y="22715"/>
                      <a:pt x="167660" y="43267"/>
                      <a:pt x="153958" y="63819"/>
                    </a:cubicBezTo>
                    <a:cubicBezTo>
                      <a:pt x="145305" y="76799"/>
                      <a:pt x="136652" y="90140"/>
                      <a:pt x="127638" y="103120"/>
                    </a:cubicBezTo>
                    <a:cubicBezTo>
                      <a:pt x="123311" y="109249"/>
                      <a:pt x="124393" y="111773"/>
                      <a:pt x="131964" y="111773"/>
                    </a:cubicBezTo>
                    <a:cubicBezTo>
                      <a:pt x="148911" y="111773"/>
                      <a:pt x="166217" y="111773"/>
                      <a:pt x="183164" y="111773"/>
                    </a:cubicBezTo>
                    <a:cubicBezTo>
                      <a:pt x="185688" y="111773"/>
                      <a:pt x="188933" y="110691"/>
                      <a:pt x="190375" y="113215"/>
                    </a:cubicBezTo>
                    <a:cubicBezTo>
                      <a:pt x="191817" y="116100"/>
                      <a:pt x="188572" y="117542"/>
                      <a:pt x="186769" y="119345"/>
                    </a:cubicBezTo>
                    <a:cubicBezTo>
                      <a:pt x="163333" y="145305"/>
                      <a:pt x="140257" y="171265"/>
                      <a:pt x="116821" y="196865"/>
                    </a:cubicBezTo>
                    <a:cubicBezTo>
                      <a:pt x="80404" y="236526"/>
                      <a:pt x="43988" y="276188"/>
                      <a:pt x="7211" y="315849"/>
                    </a:cubicBezTo>
                    <a:cubicBezTo>
                      <a:pt x="5769" y="317652"/>
                      <a:pt x="4687" y="319815"/>
                      <a:pt x="0" y="320537"/>
                    </a:cubicBezTo>
                    <a:cubicBezTo>
                      <a:pt x="4687" y="310801"/>
                      <a:pt x="9014" y="302509"/>
                      <a:pt x="13340" y="293855"/>
                    </a:cubicBezTo>
                    <a:cubicBezTo>
                      <a:pt x="34253" y="253112"/>
                      <a:pt x="55165" y="212369"/>
                      <a:pt x="76078" y="171986"/>
                    </a:cubicBezTo>
                    <a:cubicBezTo>
                      <a:pt x="81126" y="161891"/>
                      <a:pt x="80404" y="161170"/>
                      <a:pt x="69227" y="160809"/>
                    </a:cubicBezTo>
                    <a:cubicBezTo>
                      <a:pt x="58050" y="160449"/>
                      <a:pt x="46873" y="160449"/>
                      <a:pt x="35695" y="160088"/>
                    </a:cubicBezTo>
                    <a:cubicBezTo>
                      <a:pt x="29926" y="159727"/>
                      <a:pt x="27402" y="157564"/>
                      <a:pt x="31008" y="151074"/>
                    </a:cubicBezTo>
                    <a:cubicBezTo>
                      <a:pt x="56247" y="103480"/>
                      <a:pt x="81126" y="55526"/>
                      <a:pt x="106004" y="7572"/>
                    </a:cubicBezTo>
                    <a:cubicBezTo>
                      <a:pt x="107807" y="3966"/>
                      <a:pt x="110331" y="1082"/>
                      <a:pt x="115018" y="721"/>
                    </a:cubicBezTo>
                    <a:cubicBezTo>
                      <a:pt x="139175" y="361"/>
                      <a:pt x="163693" y="0"/>
                      <a:pt x="187851" y="0"/>
                    </a:cubicBezTo>
                    <a:cubicBezTo>
                      <a:pt x="190375" y="361"/>
                      <a:pt x="192178" y="1082"/>
                      <a:pt x="195423" y="1442"/>
                    </a:cubicBezTo>
                    <a:close/>
                  </a:path>
                </a:pathLst>
              </a:custGeom>
              <a:grpFill/>
              <a:ln w="3604"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FBBE68BE-78CE-4F45-8602-2E26F2E78388}"/>
                  </a:ext>
                </a:extLst>
              </p:cNvPr>
              <p:cNvSpPr/>
              <p:nvPr/>
            </p:nvSpPr>
            <p:spPr>
              <a:xfrm>
                <a:off x="7744443" y="3438721"/>
                <a:ext cx="216335" cy="277630"/>
              </a:xfrm>
              <a:custGeom>
                <a:avLst/>
                <a:gdLst>
                  <a:gd name="connsiteX0" fmla="*/ 67931 w 216335"/>
                  <a:gd name="connsiteY0" fmla="*/ 277937 h 277630"/>
                  <a:gd name="connsiteX1" fmla="*/ 4833 w 216335"/>
                  <a:gd name="connsiteY1" fmla="*/ 264956 h 277630"/>
                  <a:gd name="connsiteX2" fmla="*/ 2670 w 216335"/>
                  <a:gd name="connsiteY2" fmla="*/ 255942 h 277630"/>
                  <a:gd name="connsiteX3" fmla="*/ 28630 w 216335"/>
                  <a:gd name="connsiteY3" fmla="*/ 248371 h 277630"/>
                  <a:gd name="connsiteX4" fmla="*/ 191963 w 216335"/>
                  <a:gd name="connsiteY4" fmla="*/ 150659 h 277630"/>
                  <a:gd name="connsiteX5" fmla="*/ 142206 w 216335"/>
                  <a:gd name="connsiteY5" fmla="*/ 24464 h 277630"/>
                  <a:gd name="connsiteX6" fmla="*/ 135716 w 216335"/>
                  <a:gd name="connsiteY6" fmla="*/ 14729 h 277630"/>
                  <a:gd name="connsiteX7" fmla="*/ 145811 w 216335"/>
                  <a:gd name="connsiteY7" fmla="*/ 667 h 277630"/>
                  <a:gd name="connsiteX8" fmla="*/ 155186 w 216335"/>
                  <a:gd name="connsiteY8" fmla="*/ 4273 h 277630"/>
                  <a:gd name="connsiteX9" fmla="*/ 216842 w 216335"/>
                  <a:gd name="connsiteY9" fmla="*/ 107032 h 277630"/>
                  <a:gd name="connsiteX10" fmla="*/ 88843 w 216335"/>
                  <a:gd name="connsiteY10" fmla="*/ 276855 h 277630"/>
                  <a:gd name="connsiteX11" fmla="*/ 67931 w 216335"/>
                  <a:gd name="connsiteY11" fmla="*/ 277937 h 27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335" h="277630">
                    <a:moveTo>
                      <a:pt x="67931" y="277937"/>
                    </a:moveTo>
                    <a:cubicBezTo>
                      <a:pt x="45937" y="278297"/>
                      <a:pt x="24664" y="273970"/>
                      <a:pt x="4833" y="264956"/>
                    </a:cubicBezTo>
                    <a:cubicBezTo>
                      <a:pt x="-575" y="262433"/>
                      <a:pt x="-1657" y="260630"/>
                      <a:pt x="2670" y="255942"/>
                    </a:cubicBezTo>
                    <a:cubicBezTo>
                      <a:pt x="13126" y="244044"/>
                      <a:pt x="13486" y="243683"/>
                      <a:pt x="28630" y="248371"/>
                    </a:cubicBezTo>
                    <a:cubicBezTo>
                      <a:pt x="101823" y="271086"/>
                      <a:pt x="178262" y="226016"/>
                      <a:pt x="191963" y="150659"/>
                    </a:cubicBezTo>
                    <a:cubicBezTo>
                      <a:pt x="200977" y="99460"/>
                      <a:pt x="183670" y="56914"/>
                      <a:pt x="142206" y="24464"/>
                    </a:cubicBezTo>
                    <a:cubicBezTo>
                      <a:pt x="138961" y="21940"/>
                      <a:pt x="133552" y="20137"/>
                      <a:pt x="135716" y="14729"/>
                    </a:cubicBezTo>
                    <a:cubicBezTo>
                      <a:pt x="137879" y="9320"/>
                      <a:pt x="140764" y="3552"/>
                      <a:pt x="145811" y="667"/>
                    </a:cubicBezTo>
                    <a:cubicBezTo>
                      <a:pt x="149417" y="-1496"/>
                      <a:pt x="152662" y="2109"/>
                      <a:pt x="155186" y="4273"/>
                    </a:cubicBezTo>
                    <a:cubicBezTo>
                      <a:pt x="189800" y="30233"/>
                      <a:pt x="210712" y="64125"/>
                      <a:pt x="216842" y="107032"/>
                    </a:cubicBezTo>
                    <a:cubicBezTo>
                      <a:pt x="228019" y="187797"/>
                      <a:pt x="172493" y="263514"/>
                      <a:pt x="88843" y="276855"/>
                    </a:cubicBezTo>
                    <a:cubicBezTo>
                      <a:pt x="81993" y="277576"/>
                      <a:pt x="74781" y="277576"/>
                      <a:pt x="67931" y="277937"/>
                    </a:cubicBezTo>
                    <a:close/>
                  </a:path>
                </a:pathLst>
              </a:custGeom>
              <a:grpFill/>
              <a:ln w="3604"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37750D4-3518-48E5-911D-2F694238108E}"/>
                  </a:ext>
                </a:extLst>
              </p:cNvPr>
              <p:cNvSpPr/>
              <p:nvPr/>
            </p:nvSpPr>
            <p:spPr>
              <a:xfrm>
                <a:off x="7660892" y="3415434"/>
                <a:ext cx="133407" cy="263208"/>
              </a:xfrm>
              <a:custGeom>
                <a:avLst/>
                <a:gdLst>
                  <a:gd name="connsiteX0" fmla="*/ 46 w 133406"/>
                  <a:gd name="connsiteY0" fmla="*/ 150150 h 263207"/>
                  <a:gd name="connsiteX1" fmla="*/ 123357 w 133406"/>
                  <a:gd name="connsiteY1" fmla="*/ 1239 h 263207"/>
                  <a:gd name="connsiteX2" fmla="*/ 134174 w 133406"/>
                  <a:gd name="connsiteY2" fmla="*/ 2321 h 263207"/>
                  <a:gd name="connsiteX3" fmla="*/ 131290 w 133406"/>
                  <a:gd name="connsiteY3" fmla="*/ 12056 h 263207"/>
                  <a:gd name="connsiteX4" fmla="*/ 113262 w 133406"/>
                  <a:gd name="connsiteY4" fmla="*/ 28281 h 263207"/>
                  <a:gd name="connsiteX5" fmla="*/ 58457 w 133406"/>
                  <a:gd name="connsiteY5" fmla="*/ 238126 h 263207"/>
                  <a:gd name="connsiteX6" fmla="*/ 56294 w 133406"/>
                  <a:gd name="connsiteY6" fmla="*/ 263726 h 263207"/>
                  <a:gd name="connsiteX7" fmla="*/ 47640 w 133406"/>
                  <a:gd name="connsiteY7" fmla="*/ 260481 h 263207"/>
                  <a:gd name="connsiteX8" fmla="*/ 46 w 133406"/>
                  <a:gd name="connsiteY8" fmla="*/ 150150 h 263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06" h="263207">
                    <a:moveTo>
                      <a:pt x="46" y="150150"/>
                    </a:moveTo>
                    <a:cubicBezTo>
                      <a:pt x="-1756" y="81644"/>
                      <a:pt x="49082" y="15301"/>
                      <a:pt x="123357" y="1239"/>
                    </a:cubicBezTo>
                    <a:cubicBezTo>
                      <a:pt x="126963" y="518"/>
                      <a:pt x="131650" y="-1645"/>
                      <a:pt x="134174" y="2321"/>
                    </a:cubicBezTo>
                    <a:cubicBezTo>
                      <a:pt x="136338" y="5566"/>
                      <a:pt x="132732" y="8811"/>
                      <a:pt x="131290" y="12056"/>
                    </a:cubicBezTo>
                    <a:cubicBezTo>
                      <a:pt x="128045" y="20709"/>
                      <a:pt x="122276" y="25036"/>
                      <a:pt x="113262" y="28281"/>
                    </a:cubicBezTo>
                    <a:cubicBezTo>
                      <a:pt x="19877" y="59289"/>
                      <a:pt x="-5362" y="169980"/>
                      <a:pt x="58457" y="238126"/>
                    </a:cubicBezTo>
                    <a:cubicBezTo>
                      <a:pt x="64947" y="244977"/>
                      <a:pt x="63865" y="257957"/>
                      <a:pt x="56294" y="263726"/>
                    </a:cubicBezTo>
                    <a:cubicBezTo>
                      <a:pt x="51606" y="267331"/>
                      <a:pt x="49804" y="262644"/>
                      <a:pt x="47640" y="260481"/>
                    </a:cubicBezTo>
                    <a:cubicBezTo>
                      <a:pt x="15911" y="230915"/>
                      <a:pt x="46" y="193777"/>
                      <a:pt x="46" y="150150"/>
                    </a:cubicBezTo>
                    <a:close/>
                  </a:path>
                </a:pathLst>
              </a:custGeom>
              <a:grpFill/>
              <a:ln w="3604" cap="flat">
                <a:noFill/>
                <a:prstDash val="solid"/>
                <a:miter/>
              </a:ln>
            </p:spPr>
            <p:txBody>
              <a:bodyPr rtlCol="0" anchor="ctr"/>
              <a:lstStyle/>
              <a:p>
                <a:endParaRPr lang="en-US"/>
              </a:p>
            </p:txBody>
          </p:sp>
        </p:grpSp>
      </p:grpSp>
      <p:grpSp>
        <p:nvGrpSpPr>
          <p:cNvPr id="80" name="Group 79">
            <a:extLst>
              <a:ext uri="{FF2B5EF4-FFF2-40B4-BE49-F238E27FC236}">
                <a16:creationId xmlns:a16="http://schemas.microsoft.com/office/drawing/2014/main" id="{38054F6E-8B9A-4F63-B081-9A322293AD56}"/>
              </a:ext>
            </a:extLst>
          </p:cNvPr>
          <p:cNvGrpSpPr/>
          <p:nvPr/>
        </p:nvGrpSpPr>
        <p:grpSpPr>
          <a:xfrm>
            <a:off x="7920472" y="3803199"/>
            <a:ext cx="2465638" cy="1122012"/>
            <a:chOff x="7155440" y="3211910"/>
            <a:chExt cx="3724136" cy="1694703"/>
          </a:xfrm>
        </p:grpSpPr>
        <p:sp>
          <p:nvSpPr>
            <p:cNvPr id="73" name="Freeform: Shape 72">
              <a:extLst>
                <a:ext uri="{FF2B5EF4-FFF2-40B4-BE49-F238E27FC236}">
                  <a16:creationId xmlns:a16="http://schemas.microsoft.com/office/drawing/2014/main" id="{6B27254A-EFC3-4046-82A0-A45C057CEF56}"/>
                </a:ext>
              </a:extLst>
            </p:cNvPr>
            <p:cNvSpPr/>
            <p:nvPr/>
          </p:nvSpPr>
          <p:spPr>
            <a:xfrm rot="21062029">
              <a:off x="7155440" y="3211910"/>
              <a:ext cx="3724136" cy="1694703"/>
            </a:xfrm>
            <a:custGeom>
              <a:avLst/>
              <a:gdLst>
                <a:gd name="connsiteX0" fmla="*/ 3045397 w 3724136"/>
                <a:gd name="connsiteY0" fmla="*/ 1193407 h 1694703"/>
                <a:gd name="connsiteX1" fmla="*/ 3080452 w 3724136"/>
                <a:gd name="connsiteY1" fmla="*/ 1198040 h 1694703"/>
                <a:gd name="connsiteX2" fmla="*/ 3210224 w 3724136"/>
                <a:gd name="connsiteY2" fmla="*/ 1408048 h 1694703"/>
                <a:gd name="connsiteX3" fmla="*/ 3000221 w 3724136"/>
                <a:gd name="connsiteY3" fmla="*/ 1537820 h 1694703"/>
                <a:gd name="connsiteX4" fmla="*/ 2870444 w 3724136"/>
                <a:gd name="connsiteY4" fmla="*/ 1327817 h 1694703"/>
                <a:gd name="connsiteX5" fmla="*/ 3011169 w 3724136"/>
                <a:gd name="connsiteY5" fmla="*/ 1195777 h 1694703"/>
                <a:gd name="connsiteX6" fmla="*/ 3045397 w 3724136"/>
                <a:gd name="connsiteY6" fmla="*/ 1193407 h 1694703"/>
                <a:gd name="connsiteX7" fmla="*/ 859907 w 3724136"/>
                <a:gd name="connsiteY7" fmla="*/ 1191327 h 1694703"/>
                <a:gd name="connsiteX8" fmla="*/ 894961 w 3724136"/>
                <a:gd name="connsiteY8" fmla="*/ 1195960 h 1694703"/>
                <a:gd name="connsiteX9" fmla="*/ 1024734 w 3724136"/>
                <a:gd name="connsiteY9" fmla="*/ 1405967 h 1694703"/>
                <a:gd name="connsiteX10" fmla="*/ 814730 w 3724136"/>
                <a:gd name="connsiteY10" fmla="*/ 1535740 h 1694703"/>
                <a:gd name="connsiteX11" fmla="*/ 684954 w 3724136"/>
                <a:gd name="connsiteY11" fmla="*/ 1325736 h 1694703"/>
                <a:gd name="connsiteX12" fmla="*/ 825679 w 3724136"/>
                <a:gd name="connsiteY12" fmla="*/ 1193696 h 1694703"/>
                <a:gd name="connsiteX13" fmla="*/ 859907 w 3724136"/>
                <a:gd name="connsiteY13" fmla="*/ 1191327 h 1694703"/>
                <a:gd name="connsiteX14" fmla="*/ 3039554 w 3724136"/>
                <a:gd name="connsiteY14" fmla="*/ 1037503 h 1694703"/>
                <a:gd name="connsiteX15" fmla="*/ 2710953 w 3724136"/>
                <a:gd name="connsiteY15" fmla="*/ 1352412 h 1694703"/>
                <a:gd name="connsiteX16" fmla="*/ 2710953 w 3724136"/>
                <a:gd name="connsiteY16" fmla="*/ 1366104 h 1694703"/>
                <a:gd name="connsiteX17" fmla="*/ 3039554 w 3724136"/>
                <a:gd name="connsiteY17" fmla="*/ 1694703 h 1694703"/>
                <a:gd name="connsiteX18" fmla="*/ 3368153 w 3724136"/>
                <a:gd name="connsiteY18" fmla="*/ 1366104 h 1694703"/>
                <a:gd name="connsiteX19" fmla="*/ 3368153 w 3724136"/>
                <a:gd name="connsiteY19" fmla="*/ 1362682 h 1694703"/>
                <a:gd name="connsiteX20" fmla="*/ 3039554 w 3724136"/>
                <a:gd name="connsiteY20" fmla="*/ 1037503 h 1694703"/>
                <a:gd name="connsiteX21" fmla="*/ 855729 w 3724136"/>
                <a:gd name="connsiteY21" fmla="*/ 1030657 h 1694703"/>
                <a:gd name="connsiteX22" fmla="*/ 527130 w 3724136"/>
                <a:gd name="connsiteY22" fmla="*/ 1359258 h 1694703"/>
                <a:gd name="connsiteX23" fmla="*/ 527130 w 3724136"/>
                <a:gd name="connsiteY23" fmla="*/ 1362678 h 1694703"/>
                <a:gd name="connsiteX24" fmla="*/ 855729 w 3724136"/>
                <a:gd name="connsiteY24" fmla="*/ 1687857 h 1694703"/>
                <a:gd name="connsiteX25" fmla="*/ 1184330 w 3724136"/>
                <a:gd name="connsiteY25" fmla="*/ 1359258 h 1694703"/>
                <a:gd name="connsiteX26" fmla="*/ 1184330 w 3724136"/>
                <a:gd name="connsiteY26" fmla="*/ 1352412 h 1694703"/>
                <a:gd name="connsiteX27" fmla="*/ 855729 w 3724136"/>
                <a:gd name="connsiteY27" fmla="*/ 1030657 h 1694703"/>
                <a:gd name="connsiteX28" fmla="*/ 215646 w 3724136"/>
                <a:gd name="connsiteY28" fmla="*/ 876624 h 1694703"/>
                <a:gd name="connsiteX29" fmla="*/ 249875 w 3724136"/>
                <a:gd name="connsiteY29" fmla="*/ 904007 h 1694703"/>
                <a:gd name="connsiteX30" fmla="*/ 263567 w 3724136"/>
                <a:gd name="connsiteY30" fmla="*/ 1030657 h 1694703"/>
                <a:gd name="connsiteX31" fmla="*/ 229338 w 3724136"/>
                <a:gd name="connsiteY31" fmla="*/ 1071728 h 1694703"/>
                <a:gd name="connsiteX32" fmla="*/ 102688 w 3724136"/>
                <a:gd name="connsiteY32" fmla="*/ 1085424 h 1694703"/>
                <a:gd name="connsiteX33" fmla="*/ 68459 w 3724136"/>
                <a:gd name="connsiteY33" fmla="*/ 1058041 h 1694703"/>
                <a:gd name="connsiteX34" fmla="*/ 3453728 w 3724136"/>
                <a:gd name="connsiteY34" fmla="*/ 568560 h 1694703"/>
                <a:gd name="connsiteX35" fmla="*/ 3511916 w 3724136"/>
                <a:gd name="connsiteY35" fmla="*/ 794474 h 1694703"/>
                <a:gd name="connsiteX36" fmla="*/ 3470840 w 3724136"/>
                <a:gd name="connsiteY36" fmla="*/ 804744 h 1694703"/>
                <a:gd name="connsiteX37" fmla="*/ 3361307 w 3724136"/>
                <a:gd name="connsiteY37" fmla="*/ 739706 h 1694703"/>
                <a:gd name="connsiteX38" fmla="*/ 3347616 w 3724136"/>
                <a:gd name="connsiteY38" fmla="*/ 688365 h 1694703"/>
                <a:gd name="connsiteX39" fmla="*/ 3412653 w 3724136"/>
                <a:gd name="connsiteY39" fmla="*/ 578830 h 1694703"/>
                <a:gd name="connsiteX40" fmla="*/ 1289883 w 3724136"/>
                <a:gd name="connsiteY40" fmla="*/ 432304 h 1694703"/>
                <a:gd name="connsiteX41" fmla="*/ 1289883 w 3724136"/>
                <a:gd name="connsiteY41" fmla="*/ 564866 h 1694703"/>
                <a:gd name="connsiteX42" fmla="*/ 1194601 w 3724136"/>
                <a:gd name="connsiteY42" fmla="*/ 565139 h 1694703"/>
                <a:gd name="connsiteX43" fmla="*/ 1184330 w 3724136"/>
                <a:gd name="connsiteY43" fmla="*/ 510376 h 1694703"/>
                <a:gd name="connsiteX44" fmla="*/ 1254982 w 3724136"/>
                <a:gd name="connsiteY44" fmla="*/ 457107 h 1694703"/>
                <a:gd name="connsiteX45" fmla="*/ 1972977 w 3724136"/>
                <a:gd name="connsiteY45" fmla="*/ 144006 h 1694703"/>
                <a:gd name="connsiteX46" fmla="*/ 1972977 w 3724136"/>
                <a:gd name="connsiteY46" fmla="*/ 562910 h 1694703"/>
                <a:gd name="connsiteX47" fmla="*/ 1323758 w 3724136"/>
                <a:gd name="connsiteY47" fmla="*/ 564770 h 1694703"/>
                <a:gd name="connsiteX48" fmla="*/ 1323758 w 3724136"/>
                <a:gd name="connsiteY48" fmla="*/ 409608 h 1694703"/>
                <a:gd name="connsiteX49" fmla="*/ 1343657 w 3724136"/>
                <a:gd name="connsiteY49" fmla="*/ 396777 h 1694703"/>
                <a:gd name="connsiteX50" fmla="*/ 1393130 w 3724136"/>
                <a:gd name="connsiteY50" fmla="*/ 366614 h 1694703"/>
                <a:gd name="connsiteX51" fmla="*/ 1785482 w 3724136"/>
                <a:gd name="connsiteY51" fmla="*/ 196321 h 1694703"/>
                <a:gd name="connsiteX52" fmla="*/ 2954459 w 3724136"/>
                <a:gd name="connsiteY52" fmla="*/ 138117 h 1694703"/>
                <a:gd name="connsiteX53" fmla="*/ 3020942 w 3724136"/>
                <a:gd name="connsiteY53" fmla="*/ 144923 h 1694703"/>
                <a:gd name="connsiteX54" fmla="*/ 3268889 w 3724136"/>
                <a:gd name="connsiteY54" fmla="*/ 174926 h 1694703"/>
                <a:gd name="connsiteX55" fmla="*/ 3306539 w 3724136"/>
                <a:gd name="connsiteY55" fmla="*/ 216005 h 1694703"/>
                <a:gd name="connsiteX56" fmla="*/ 3323656 w 3724136"/>
                <a:gd name="connsiteY56" fmla="*/ 496681 h 1694703"/>
                <a:gd name="connsiteX57" fmla="*/ 3286002 w 3724136"/>
                <a:gd name="connsiteY57" fmla="*/ 551448 h 1694703"/>
                <a:gd name="connsiteX58" fmla="*/ 2954459 w 3724136"/>
                <a:gd name="connsiteY58" fmla="*/ 554841 h 1694703"/>
                <a:gd name="connsiteX59" fmla="*/ 2310473 w 3724136"/>
                <a:gd name="connsiteY59" fmla="*/ 103047 h 1694703"/>
                <a:gd name="connsiteX60" fmla="*/ 2799950 w 3724136"/>
                <a:gd name="connsiteY60" fmla="*/ 122301 h 1694703"/>
                <a:gd name="connsiteX61" fmla="*/ 2920584 w 3724136"/>
                <a:gd name="connsiteY61" fmla="*/ 134649 h 1694703"/>
                <a:gd name="connsiteX62" fmla="*/ 2920584 w 3724136"/>
                <a:gd name="connsiteY62" fmla="*/ 555186 h 1694703"/>
                <a:gd name="connsiteX63" fmla="*/ 2240301 w 3724136"/>
                <a:gd name="connsiteY63" fmla="*/ 562146 h 1694703"/>
                <a:gd name="connsiteX64" fmla="*/ 2006852 w 3724136"/>
                <a:gd name="connsiteY64" fmla="*/ 562814 h 1694703"/>
                <a:gd name="connsiteX65" fmla="*/ 2006852 w 3724136"/>
                <a:gd name="connsiteY65" fmla="*/ 134554 h 1694703"/>
                <a:gd name="connsiteX66" fmla="*/ 2013587 w 3724136"/>
                <a:gd name="connsiteY66" fmla="*/ 132676 h 1694703"/>
                <a:gd name="connsiteX67" fmla="*/ 2221477 w 3724136"/>
                <a:gd name="connsiteY67" fmla="*/ 103047 h 1694703"/>
                <a:gd name="connsiteX68" fmla="*/ 2310473 w 3724136"/>
                <a:gd name="connsiteY68" fmla="*/ 103047 h 1694703"/>
                <a:gd name="connsiteX69" fmla="*/ 2334431 w 3724136"/>
                <a:gd name="connsiteY69" fmla="*/ 359 h 1694703"/>
                <a:gd name="connsiteX70" fmla="*/ 1345209 w 3724136"/>
                <a:gd name="connsiteY70" fmla="*/ 257077 h 1694703"/>
                <a:gd name="connsiteX71" fmla="*/ 1013184 w 3724136"/>
                <a:gd name="connsiteY71" fmla="*/ 479568 h 1694703"/>
                <a:gd name="connsiteX72" fmla="*/ 766733 w 3724136"/>
                <a:gd name="connsiteY72" fmla="*/ 551447 h 1694703"/>
                <a:gd name="connsiteX73" fmla="*/ 13692 w 3724136"/>
                <a:gd name="connsiteY73" fmla="*/ 1092268 h 1694703"/>
                <a:gd name="connsiteX74" fmla="*/ 3424 w 3724136"/>
                <a:gd name="connsiteY74" fmla="*/ 1256569 h 1694703"/>
                <a:gd name="connsiteX75" fmla="*/ 112959 w 3724136"/>
                <a:gd name="connsiteY75" fmla="*/ 1379793 h 1694703"/>
                <a:gd name="connsiteX76" fmla="*/ 503171 w 3724136"/>
                <a:gd name="connsiteY76" fmla="*/ 1372948 h 1694703"/>
                <a:gd name="connsiteX77" fmla="*/ 503171 w 3724136"/>
                <a:gd name="connsiteY77" fmla="*/ 1369526 h 1694703"/>
                <a:gd name="connsiteX78" fmla="*/ 855729 w 3724136"/>
                <a:gd name="connsiteY78" fmla="*/ 1016964 h 1694703"/>
                <a:gd name="connsiteX79" fmla="*/ 1208293 w 3724136"/>
                <a:gd name="connsiteY79" fmla="*/ 1362680 h 1694703"/>
                <a:gd name="connsiteX80" fmla="*/ 2690415 w 3724136"/>
                <a:gd name="connsiteY80" fmla="*/ 1355835 h 1694703"/>
                <a:gd name="connsiteX81" fmla="*/ 3042977 w 3724136"/>
                <a:gd name="connsiteY81" fmla="*/ 1016964 h 1694703"/>
                <a:gd name="connsiteX82" fmla="*/ 3395537 w 3724136"/>
                <a:gd name="connsiteY82" fmla="*/ 1366102 h 1694703"/>
                <a:gd name="connsiteX83" fmla="*/ 3597490 w 3724136"/>
                <a:gd name="connsiteY83" fmla="*/ 1372948 h 1694703"/>
                <a:gd name="connsiteX84" fmla="*/ 3724136 w 3724136"/>
                <a:gd name="connsiteY84" fmla="*/ 1239456 h 1694703"/>
                <a:gd name="connsiteX85" fmla="*/ 3683062 w 3724136"/>
                <a:gd name="connsiteY85" fmla="*/ 869781 h 1694703"/>
                <a:gd name="connsiteX86" fmla="*/ 3683062 w 3724136"/>
                <a:gd name="connsiteY86" fmla="*/ 862935 h 1694703"/>
                <a:gd name="connsiteX87" fmla="*/ 3679640 w 3724136"/>
                <a:gd name="connsiteY87" fmla="*/ 852665 h 1694703"/>
                <a:gd name="connsiteX88" fmla="*/ 3631720 w 3724136"/>
                <a:gd name="connsiteY88" fmla="*/ 808168 h 1694703"/>
                <a:gd name="connsiteX89" fmla="*/ 3618027 w 3724136"/>
                <a:gd name="connsiteY89" fmla="*/ 808168 h 1694703"/>
                <a:gd name="connsiteX90" fmla="*/ 3614603 w 3724136"/>
                <a:gd name="connsiteY90" fmla="*/ 808168 h 1694703"/>
                <a:gd name="connsiteX91" fmla="*/ 3542724 w 3724136"/>
                <a:gd name="connsiteY91" fmla="*/ 804744 h 1694703"/>
                <a:gd name="connsiteX92" fmla="*/ 3385269 w 3724136"/>
                <a:gd name="connsiteY92" fmla="*/ 140698 h 1694703"/>
                <a:gd name="connsiteX93" fmla="*/ 3320232 w 3724136"/>
                <a:gd name="connsiteY93" fmla="*/ 85931 h 1694703"/>
                <a:gd name="connsiteX94" fmla="*/ 2334431 w 3724136"/>
                <a:gd name="connsiteY94" fmla="*/ 359 h 169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724136" h="1694703">
                  <a:moveTo>
                    <a:pt x="3045397" y="1193407"/>
                  </a:moveTo>
                  <a:cubicBezTo>
                    <a:pt x="3056991" y="1193755"/>
                    <a:pt x="3068723" y="1195271"/>
                    <a:pt x="3080452" y="1198040"/>
                  </a:cubicBezTo>
                  <a:cubicBezTo>
                    <a:pt x="3174277" y="1220195"/>
                    <a:pt x="3232383" y="1314218"/>
                    <a:pt x="3210224" y="1408048"/>
                  </a:cubicBezTo>
                  <a:cubicBezTo>
                    <a:pt x="3188069" y="1501873"/>
                    <a:pt x="3094046" y="1559979"/>
                    <a:pt x="3000221" y="1537820"/>
                  </a:cubicBezTo>
                  <a:cubicBezTo>
                    <a:pt x="2906391" y="1515665"/>
                    <a:pt x="2848289" y="1421642"/>
                    <a:pt x="2870444" y="1327817"/>
                  </a:cubicBezTo>
                  <a:cubicBezTo>
                    <a:pt x="2887061" y="1257445"/>
                    <a:pt x="2944102" y="1207170"/>
                    <a:pt x="3011169" y="1195777"/>
                  </a:cubicBezTo>
                  <a:cubicBezTo>
                    <a:pt x="3022347" y="1193877"/>
                    <a:pt x="3033803" y="1193059"/>
                    <a:pt x="3045397" y="1193407"/>
                  </a:cubicBezTo>
                  <a:close/>
                  <a:moveTo>
                    <a:pt x="859907" y="1191327"/>
                  </a:moveTo>
                  <a:cubicBezTo>
                    <a:pt x="871501" y="1191675"/>
                    <a:pt x="883233" y="1193190"/>
                    <a:pt x="894961" y="1195960"/>
                  </a:cubicBezTo>
                  <a:cubicBezTo>
                    <a:pt x="988787" y="1218114"/>
                    <a:pt x="1046892" y="1312138"/>
                    <a:pt x="1024734" y="1405967"/>
                  </a:cubicBezTo>
                  <a:cubicBezTo>
                    <a:pt x="1002579" y="1499792"/>
                    <a:pt x="908556" y="1557898"/>
                    <a:pt x="814730" y="1535740"/>
                  </a:cubicBezTo>
                  <a:cubicBezTo>
                    <a:pt x="720900" y="1513585"/>
                    <a:pt x="662799" y="1419562"/>
                    <a:pt x="684954" y="1325736"/>
                  </a:cubicBezTo>
                  <a:cubicBezTo>
                    <a:pt x="701569" y="1255364"/>
                    <a:pt x="758612" y="1205089"/>
                    <a:pt x="825679" y="1193696"/>
                  </a:cubicBezTo>
                  <a:cubicBezTo>
                    <a:pt x="836857" y="1191797"/>
                    <a:pt x="848313" y="1190978"/>
                    <a:pt x="859907" y="1191327"/>
                  </a:cubicBezTo>
                  <a:close/>
                  <a:moveTo>
                    <a:pt x="3039554" y="1037503"/>
                  </a:moveTo>
                  <a:cubicBezTo>
                    <a:pt x="2861562" y="1037503"/>
                    <a:pt x="2717799" y="1177845"/>
                    <a:pt x="2710953" y="1352412"/>
                  </a:cubicBezTo>
                  <a:cubicBezTo>
                    <a:pt x="2710953" y="1355836"/>
                    <a:pt x="2710953" y="1362682"/>
                    <a:pt x="2710953" y="1366104"/>
                  </a:cubicBezTo>
                  <a:cubicBezTo>
                    <a:pt x="2710953" y="1547520"/>
                    <a:pt x="2858140" y="1694703"/>
                    <a:pt x="3039554" y="1694703"/>
                  </a:cubicBezTo>
                  <a:cubicBezTo>
                    <a:pt x="3220970" y="1694703"/>
                    <a:pt x="3368153" y="1547520"/>
                    <a:pt x="3368153" y="1366104"/>
                  </a:cubicBezTo>
                  <a:cubicBezTo>
                    <a:pt x="3368153" y="1366104"/>
                    <a:pt x="3368153" y="1366104"/>
                    <a:pt x="3368153" y="1362682"/>
                  </a:cubicBezTo>
                  <a:cubicBezTo>
                    <a:pt x="3368153" y="1184690"/>
                    <a:pt x="3220970" y="1037503"/>
                    <a:pt x="3039554" y="1037503"/>
                  </a:cubicBezTo>
                  <a:close/>
                  <a:moveTo>
                    <a:pt x="855729" y="1030657"/>
                  </a:moveTo>
                  <a:cubicBezTo>
                    <a:pt x="674317" y="1030657"/>
                    <a:pt x="527130" y="1177842"/>
                    <a:pt x="527130" y="1359258"/>
                  </a:cubicBezTo>
                  <a:cubicBezTo>
                    <a:pt x="527130" y="1359258"/>
                    <a:pt x="527130" y="1362678"/>
                    <a:pt x="527130" y="1362678"/>
                  </a:cubicBezTo>
                  <a:cubicBezTo>
                    <a:pt x="530554" y="1544095"/>
                    <a:pt x="674317" y="1687857"/>
                    <a:pt x="855729" y="1687857"/>
                  </a:cubicBezTo>
                  <a:cubicBezTo>
                    <a:pt x="1037146" y="1687857"/>
                    <a:pt x="1184330" y="1540670"/>
                    <a:pt x="1184330" y="1359258"/>
                  </a:cubicBezTo>
                  <a:cubicBezTo>
                    <a:pt x="1184330" y="1355836"/>
                    <a:pt x="1184330" y="1355836"/>
                    <a:pt x="1184330" y="1352412"/>
                  </a:cubicBezTo>
                  <a:cubicBezTo>
                    <a:pt x="1180909" y="1174420"/>
                    <a:pt x="1033721" y="1030657"/>
                    <a:pt x="855729" y="1030657"/>
                  </a:cubicBezTo>
                  <a:close/>
                  <a:moveTo>
                    <a:pt x="215646" y="876624"/>
                  </a:moveTo>
                  <a:lnTo>
                    <a:pt x="249875" y="904007"/>
                  </a:lnTo>
                  <a:cubicBezTo>
                    <a:pt x="287526" y="934816"/>
                    <a:pt x="294371" y="993003"/>
                    <a:pt x="263567" y="1030657"/>
                  </a:cubicBezTo>
                  <a:lnTo>
                    <a:pt x="229338" y="1071728"/>
                  </a:lnTo>
                  <a:cubicBezTo>
                    <a:pt x="198530" y="1109382"/>
                    <a:pt x="140342" y="1116228"/>
                    <a:pt x="102688" y="1085424"/>
                  </a:cubicBezTo>
                  <a:lnTo>
                    <a:pt x="68459" y="1058041"/>
                  </a:lnTo>
                  <a:close/>
                  <a:moveTo>
                    <a:pt x="3453728" y="568560"/>
                  </a:moveTo>
                  <a:lnTo>
                    <a:pt x="3511916" y="794474"/>
                  </a:lnTo>
                  <a:lnTo>
                    <a:pt x="3470840" y="804744"/>
                  </a:lnTo>
                  <a:cubicBezTo>
                    <a:pt x="3422920" y="818435"/>
                    <a:pt x="3374999" y="787628"/>
                    <a:pt x="3361307" y="739706"/>
                  </a:cubicBezTo>
                  <a:lnTo>
                    <a:pt x="3347616" y="688365"/>
                  </a:lnTo>
                  <a:cubicBezTo>
                    <a:pt x="3333924" y="640443"/>
                    <a:pt x="3364732" y="592523"/>
                    <a:pt x="3412653" y="578830"/>
                  </a:cubicBezTo>
                  <a:close/>
                  <a:moveTo>
                    <a:pt x="1289883" y="432304"/>
                  </a:moveTo>
                  <a:lnTo>
                    <a:pt x="1289883" y="564866"/>
                  </a:lnTo>
                  <a:lnTo>
                    <a:pt x="1194601" y="565139"/>
                  </a:lnTo>
                  <a:cubicBezTo>
                    <a:pt x="1139834" y="565139"/>
                    <a:pt x="1129563" y="551448"/>
                    <a:pt x="1184330" y="510376"/>
                  </a:cubicBezTo>
                  <a:cubicBezTo>
                    <a:pt x="1213425" y="488128"/>
                    <a:pt x="1236102" y="471012"/>
                    <a:pt x="1254982" y="457107"/>
                  </a:cubicBezTo>
                  <a:close/>
                  <a:moveTo>
                    <a:pt x="1972977" y="144006"/>
                  </a:moveTo>
                  <a:lnTo>
                    <a:pt x="1972977" y="562910"/>
                  </a:lnTo>
                  <a:lnTo>
                    <a:pt x="1323758" y="564770"/>
                  </a:lnTo>
                  <a:lnTo>
                    <a:pt x="1323758" y="409608"/>
                  </a:lnTo>
                  <a:lnTo>
                    <a:pt x="1343657" y="396777"/>
                  </a:lnTo>
                  <a:cubicBezTo>
                    <a:pt x="1357831" y="388006"/>
                    <a:pt x="1373448" y="378593"/>
                    <a:pt x="1393130" y="366614"/>
                  </a:cubicBezTo>
                  <a:cubicBezTo>
                    <a:pt x="1488972" y="310135"/>
                    <a:pt x="1633590" y="246809"/>
                    <a:pt x="1785482" y="196321"/>
                  </a:cubicBezTo>
                  <a:close/>
                  <a:moveTo>
                    <a:pt x="2954459" y="138117"/>
                  </a:moveTo>
                  <a:lnTo>
                    <a:pt x="3020942" y="144923"/>
                  </a:lnTo>
                  <a:cubicBezTo>
                    <a:pt x="3097316" y="153748"/>
                    <a:pt x="3178182" y="163802"/>
                    <a:pt x="3268889" y="174926"/>
                  </a:cubicBezTo>
                  <a:cubicBezTo>
                    <a:pt x="3289427" y="178351"/>
                    <a:pt x="3306539" y="195464"/>
                    <a:pt x="3306539" y="216005"/>
                  </a:cubicBezTo>
                  <a:lnTo>
                    <a:pt x="3323656" y="496681"/>
                  </a:lnTo>
                  <a:cubicBezTo>
                    <a:pt x="3323656" y="520643"/>
                    <a:pt x="3320232" y="551448"/>
                    <a:pt x="3286002" y="551448"/>
                  </a:cubicBezTo>
                  <a:lnTo>
                    <a:pt x="2954459" y="554841"/>
                  </a:lnTo>
                  <a:close/>
                  <a:moveTo>
                    <a:pt x="2310473" y="103047"/>
                  </a:moveTo>
                  <a:cubicBezTo>
                    <a:pt x="2505579" y="103047"/>
                    <a:pt x="2654476" y="109893"/>
                    <a:pt x="2799950" y="122301"/>
                  </a:cubicBezTo>
                  <a:lnTo>
                    <a:pt x="2920584" y="134649"/>
                  </a:lnTo>
                  <a:lnTo>
                    <a:pt x="2920584" y="555186"/>
                  </a:lnTo>
                  <a:lnTo>
                    <a:pt x="2240301" y="562146"/>
                  </a:lnTo>
                  <a:lnTo>
                    <a:pt x="2006852" y="562814"/>
                  </a:lnTo>
                  <a:lnTo>
                    <a:pt x="2006852" y="134554"/>
                  </a:lnTo>
                  <a:lnTo>
                    <a:pt x="2013587" y="132676"/>
                  </a:lnTo>
                  <a:cubicBezTo>
                    <a:pt x="2087982" y="116310"/>
                    <a:pt x="2159009" y="105614"/>
                    <a:pt x="2221477" y="103047"/>
                  </a:cubicBezTo>
                  <a:cubicBezTo>
                    <a:pt x="2255705" y="103047"/>
                    <a:pt x="2276243" y="103047"/>
                    <a:pt x="2310473" y="103047"/>
                  </a:cubicBezTo>
                  <a:close/>
                  <a:moveTo>
                    <a:pt x="2334431" y="359"/>
                  </a:moveTo>
                  <a:cubicBezTo>
                    <a:pt x="1951065" y="3781"/>
                    <a:pt x="1660118" y="68818"/>
                    <a:pt x="1345209" y="257077"/>
                  </a:cubicBezTo>
                  <a:cubicBezTo>
                    <a:pt x="1235676" y="325535"/>
                    <a:pt x="1115873" y="411110"/>
                    <a:pt x="1013184" y="479568"/>
                  </a:cubicBezTo>
                  <a:cubicBezTo>
                    <a:pt x="944725" y="524064"/>
                    <a:pt x="821501" y="541180"/>
                    <a:pt x="766733" y="551447"/>
                  </a:cubicBezTo>
                  <a:cubicBezTo>
                    <a:pt x="455250" y="602793"/>
                    <a:pt x="154033" y="804744"/>
                    <a:pt x="13692" y="1092268"/>
                  </a:cubicBezTo>
                  <a:cubicBezTo>
                    <a:pt x="0" y="1147036"/>
                    <a:pt x="-3424" y="1212073"/>
                    <a:pt x="3424" y="1256569"/>
                  </a:cubicBezTo>
                  <a:cubicBezTo>
                    <a:pt x="10270" y="1321606"/>
                    <a:pt x="30808" y="1379793"/>
                    <a:pt x="112959" y="1379793"/>
                  </a:cubicBezTo>
                  <a:cubicBezTo>
                    <a:pt x="243029" y="1376373"/>
                    <a:pt x="373101" y="1376373"/>
                    <a:pt x="503171" y="1372948"/>
                  </a:cubicBezTo>
                  <a:cubicBezTo>
                    <a:pt x="503171" y="1372948"/>
                    <a:pt x="503171" y="1369526"/>
                    <a:pt x="503171" y="1369526"/>
                  </a:cubicBezTo>
                  <a:cubicBezTo>
                    <a:pt x="503171" y="1174419"/>
                    <a:pt x="660626" y="1016964"/>
                    <a:pt x="855729" y="1016964"/>
                  </a:cubicBezTo>
                  <a:cubicBezTo>
                    <a:pt x="1047414" y="1016964"/>
                    <a:pt x="1204868" y="1170997"/>
                    <a:pt x="1208293" y="1362680"/>
                  </a:cubicBezTo>
                  <a:cubicBezTo>
                    <a:pt x="1701193" y="1355835"/>
                    <a:pt x="2197514" y="1352410"/>
                    <a:pt x="2690415" y="1355835"/>
                  </a:cubicBezTo>
                  <a:cubicBezTo>
                    <a:pt x="2697261" y="1167573"/>
                    <a:pt x="2851294" y="1016964"/>
                    <a:pt x="3042977" y="1016964"/>
                  </a:cubicBezTo>
                  <a:cubicBezTo>
                    <a:pt x="3238082" y="1016964"/>
                    <a:pt x="3395537" y="1174419"/>
                    <a:pt x="3395537" y="1366102"/>
                  </a:cubicBezTo>
                  <a:cubicBezTo>
                    <a:pt x="3463994" y="1369526"/>
                    <a:pt x="3529031" y="1369526"/>
                    <a:pt x="3597490" y="1372948"/>
                  </a:cubicBezTo>
                  <a:cubicBezTo>
                    <a:pt x="3696753" y="1376373"/>
                    <a:pt x="3710445" y="1307914"/>
                    <a:pt x="3724136" y="1239456"/>
                  </a:cubicBezTo>
                  <a:cubicBezTo>
                    <a:pt x="3700177" y="1112806"/>
                    <a:pt x="3696753" y="989581"/>
                    <a:pt x="3683062" y="869781"/>
                  </a:cubicBezTo>
                  <a:cubicBezTo>
                    <a:pt x="3683062" y="866356"/>
                    <a:pt x="3683062" y="866356"/>
                    <a:pt x="3683062" y="862935"/>
                  </a:cubicBezTo>
                  <a:cubicBezTo>
                    <a:pt x="3683062" y="859511"/>
                    <a:pt x="3683062" y="856089"/>
                    <a:pt x="3679640" y="852665"/>
                  </a:cubicBezTo>
                  <a:cubicBezTo>
                    <a:pt x="3672794" y="825281"/>
                    <a:pt x="3659103" y="811589"/>
                    <a:pt x="3631720" y="808168"/>
                  </a:cubicBezTo>
                  <a:cubicBezTo>
                    <a:pt x="3628294" y="808168"/>
                    <a:pt x="3621449" y="808168"/>
                    <a:pt x="3618027" y="808168"/>
                  </a:cubicBezTo>
                  <a:cubicBezTo>
                    <a:pt x="3618027" y="808168"/>
                    <a:pt x="3614603" y="808168"/>
                    <a:pt x="3614603" y="808168"/>
                  </a:cubicBezTo>
                  <a:cubicBezTo>
                    <a:pt x="3590644" y="804744"/>
                    <a:pt x="3566683" y="804744"/>
                    <a:pt x="3542724" y="804744"/>
                  </a:cubicBezTo>
                  <a:cubicBezTo>
                    <a:pt x="3467420" y="585677"/>
                    <a:pt x="3433190" y="363188"/>
                    <a:pt x="3385269" y="140698"/>
                  </a:cubicBezTo>
                  <a:cubicBezTo>
                    <a:pt x="3378424" y="103048"/>
                    <a:pt x="3347615" y="89355"/>
                    <a:pt x="3320232" y="85931"/>
                  </a:cubicBezTo>
                  <a:cubicBezTo>
                    <a:pt x="3019015" y="17472"/>
                    <a:pt x="2621956" y="-3065"/>
                    <a:pt x="2334431" y="359"/>
                  </a:cubicBezTo>
                  <a:close/>
                </a:path>
              </a:pathLst>
            </a:custGeom>
            <a:solidFill>
              <a:schemeClr val="accent6"/>
            </a:solidFill>
            <a:ln w="9525" cap="flat">
              <a:noFill/>
              <a:prstDash val="solid"/>
              <a:miter/>
            </a:ln>
          </p:spPr>
          <p:txBody>
            <a:bodyPr wrap="square" rtlCol="0" anchor="ctr">
              <a:noAutofit/>
            </a:bodyPr>
            <a:lstStyle/>
            <a:p>
              <a:endParaRPr lang="en-US"/>
            </a:p>
          </p:txBody>
        </p:sp>
        <p:sp>
          <p:nvSpPr>
            <p:cNvPr id="79" name="Freeform: Shape 78">
              <a:extLst>
                <a:ext uri="{FF2B5EF4-FFF2-40B4-BE49-F238E27FC236}">
                  <a16:creationId xmlns:a16="http://schemas.microsoft.com/office/drawing/2014/main" id="{418BA105-7F24-468D-9B4D-628E7E24A7A7}"/>
                </a:ext>
              </a:extLst>
            </p:cNvPr>
            <p:cNvSpPr/>
            <p:nvPr/>
          </p:nvSpPr>
          <p:spPr>
            <a:xfrm>
              <a:off x="9074637" y="3829750"/>
              <a:ext cx="415215" cy="595526"/>
            </a:xfrm>
            <a:custGeom>
              <a:avLst/>
              <a:gdLst>
                <a:gd name="connsiteX0" fmla="*/ 289535 w 611876"/>
                <a:gd name="connsiteY0" fmla="*/ 471786 h 877589"/>
                <a:gd name="connsiteX1" fmla="*/ 284701 w 611876"/>
                <a:gd name="connsiteY1" fmla="*/ 482950 h 877589"/>
                <a:gd name="connsiteX2" fmla="*/ 263983 w 611876"/>
                <a:gd name="connsiteY2" fmla="*/ 543722 h 877589"/>
                <a:gd name="connsiteX3" fmla="*/ 212879 w 611876"/>
                <a:gd name="connsiteY3" fmla="*/ 615544 h 877589"/>
                <a:gd name="connsiteX4" fmla="*/ 170523 w 611876"/>
                <a:gd name="connsiteY4" fmla="*/ 699795 h 877589"/>
                <a:gd name="connsiteX5" fmla="*/ 211959 w 611876"/>
                <a:gd name="connsiteY5" fmla="*/ 815354 h 877589"/>
                <a:gd name="connsiteX6" fmla="*/ 221166 w 611876"/>
                <a:gd name="connsiteY6" fmla="*/ 691048 h 877589"/>
                <a:gd name="connsiteX7" fmla="*/ 247869 w 611876"/>
                <a:gd name="connsiteY7" fmla="*/ 654217 h 877589"/>
                <a:gd name="connsiteX8" fmla="*/ 303577 w 611876"/>
                <a:gd name="connsiteY8" fmla="*/ 581934 h 877589"/>
                <a:gd name="connsiteX9" fmla="*/ 326136 w 611876"/>
                <a:gd name="connsiteY9" fmla="*/ 579633 h 877589"/>
                <a:gd name="connsiteX10" fmla="*/ 403942 w 611876"/>
                <a:gd name="connsiteY10" fmla="*/ 732023 h 877589"/>
                <a:gd name="connsiteX11" fmla="*/ 366190 w 611876"/>
                <a:gd name="connsiteY11" fmla="*/ 836532 h 877589"/>
                <a:gd name="connsiteX12" fmla="*/ 365269 w 611876"/>
                <a:gd name="connsiteY12" fmla="*/ 840675 h 877589"/>
                <a:gd name="connsiteX13" fmla="*/ 449981 w 611876"/>
                <a:gd name="connsiteY13" fmla="*/ 697493 h 877589"/>
                <a:gd name="connsiteX14" fmla="*/ 395194 w 611876"/>
                <a:gd name="connsiteY14" fmla="*/ 563058 h 877589"/>
                <a:gd name="connsiteX15" fmla="*/ 301275 w 611876"/>
                <a:gd name="connsiteY15" fmla="*/ 475124 h 877589"/>
                <a:gd name="connsiteX16" fmla="*/ 289535 w 611876"/>
                <a:gd name="connsiteY16" fmla="*/ 471786 h 877589"/>
                <a:gd name="connsiteX17" fmla="*/ 340409 w 611876"/>
                <a:gd name="connsiteY17" fmla="*/ 0 h 877589"/>
                <a:gd name="connsiteX18" fmla="*/ 386908 w 611876"/>
                <a:gd name="connsiteY18" fmla="*/ 59851 h 877589"/>
                <a:gd name="connsiteX19" fmla="*/ 453205 w 611876"/>
                <a:gd name="connsiteY19" fmla="*/ 337466 h 877589"/>
                <a:gd name="connsiteX20" fmla="*/ 457809 w 611876"/>
                <a:gd name="connsiteY20" fmla="*/ 375679 h 877589"/>
                <a:gd name="connsiteX21" fmla="*/ 468858 w 611876"/>
                <a:gd name="connsiteY21" fmla="*/ 368313 h 877589"/>
                <a:gd name="connsiteX22" fmla="*/ 515818 w 611876"/>
                <a:gd name="connsiteY22" fmla="*/ 252294 h 877589"/>
                <a:gd name="connsiteX23" fmla="*/ 519041 w 611876"/>
                <a:gd name="connsiteY23" fmla="*/ 241245 h 877589"/>
                <a:gd name="connsiteX24" fmla="*/ 530550 w 611876"/>
                <a:gd name="connsiteY24" fmla="*/ 247230 h 877589"/>
                <a:gd name="connsiteX25" fmla="*/ 567842 w 611876"/>
                <a:gd name="connsiteY25" fmla="*/ 309843 h 877589"/>
                <a:gd name="connsiteX26" fmla="*/ 611579 w 611876"/>
                <a:gd name="connsiteY26" fmla="*/ 585617 h 877589"/>
                <a:gd name="connsiteX27" fmla="*/ 449061 w 611876"/>
                <a:gd name="connsiteY27" fmla="*/ 845738 h 877589"/>
                <a:gd name="connsiteX28" fmla="*/ 69238 w 611876"/>
                <a:gd name="connsiteY28" fmla="*/ 778060 h 877589"/>
                <a:gd name="connsiteX29" fmla="*/ 26882 w 611876"/>
                <a:gd name="connsiteY29" fmla="*/ 508732 h 877589"/>
                <a:gd name="connsiteX30" fmla="*/ 85812 w 611876"/>
                <a:gd name="connsiteY30" fmla="*/ 417575 h 877589"/>
                <a:gd name="connsiteX31" fmla="*/ 139217 w 611876"/>
                <a:gd name="connsiteY31" fmla="*/ 262883 h 877589"/>
                <a:gd name="connsiteX32" fmla="*/ 140598 w 611876"/>
                <a:gd name="connsiteY32" fmla="*/ 211780 h 877589"/>
                <a:gd name="connsiteX33" fmla="*/ 144742 w 611876"/>
                <a:gd name="connsiteY33" fmla="*/ 199349 h 877589"/>
                <a:gd name="connsiteX34" fmla="*/ 156252 w 611876"/>
                <a:gd name="connsiteY34" fmla="*/ 205795 h 877589"/>
                <a:gd name="connsiteX35" fmla="*/ 199989 w 611876"/>
                <a:gd name="connsiteY35" fmla="*/ 258740 h 877589"/>
                <a:gd name="connsiteX36" fmla="*/ 215182 w 611876"/>
                <a:gd name="connsiteY36" fmla="*/ 261042 h 877589"/>
                <a:gd name="connsiteX37" fmla="*/ 283781 w 611876"/>
                <a:gd name="connsiteY37" fmla="*/ 156533 h 877589"/>
                <a:gd name="connsiteX38" fmla="*/ 333963 w 611876"/>
                <a:gd name="connsiteY38" fmla="*/ 16574 h 877589"/>
                <a:gd name="connsiteX39" fmla="*/ 340409 w 611876"/>
                <a:gd name="connsiteY39" fmla="*/ 0 h 877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1876" h="877589">
                  <a:moveTo>
                    <a:pt x="289535" y="471786"/>
                  </a:moveTo>
                  <a:cubicBezTo>
                    <a:pt x="286772" y="472592"/>
                    <a:pt x="285161" y="475814"/>
                    <a:pt x="284701" y="482950"/>
                  </a:cubicBezTo>
                  <a:cubicBezTo>
                    <a:pt x="283780" y="505049"/>
                    <a:pt x="275032" y="524846"/>
                    <a:pt x="263983" y="543722"/>
                  </a:cubicBezTo>
                  <a:cubicBezTo>
                    <a:pt x="249250" y="569504"/>
                    <a:pt x="230374" y="592063"/>
                    <a:pt x="212879" y="615544"/>
                  </a:cubicBezTo>
                  <a:cubicBezTo>
                    <a:pt x="194464" y="641326"/>
                    <a:pt x="177429" y="668029"/>
                    <a:pt x="170523" y="699795"/>
                  </a:cubicBezTo>
                  <a:cubicBezTo>
                    <a:pt x="160855" y="744453"/>
                    <a:pt x="176969" y="791413"/>
                    <a:pt x="211959" y="815354"/>
                  </a:cubicBezTo>
                  <a:cubicBezTo>
                    <a:pt x="183875" y="770235"/>
                    <a:pt x="197226" y="730181"/>
                    <a:pt x="221166" y="691048"/>
                  </a:cubicBezTo>
                  <a:cubicBezTo>
                    <a:pt x="228993" y="678157"/>
                    <a:pt x="238201" y="666187"/>
                    <a:pt x="247869" y="654217"/>
                  </a:cubicBezTo>
                  <a:cubicBezTo>
                    <a:pt x="266745" y="630277"/>
                    <a:pt x="288844" y="609098"/>
                    <a:pt x="303577" y="581934"/>
                  </a:cubicBezTo>
                  <a:cubicBezTo>
                    <a:pt x="312324" y="565821"/>
                    <a:pt x="314165" y="565360"/>
                    <a:pt x="326136" y="579633"/>
                  </a:cubicBezTo>
                  <a:cubicBezTo>
                    <a:pt x="363888" y="624752"/>
                    <a:pt x="389670" y="675395"/>
                    <a:pt x="403942" y="732023"/>
                  </a:cubicBezTo>
                  <a:cubicBezTo>
                    <a:pt x="414531" y="774839"/>
                    <a:pt x="404402" y="810750"/>
                    <a:pt x="366190" y="836532"/>
                  </a:cubicBezTo>
                  <a:cubicBezTo>
                    <a:pt x="364808" y="837452"/>
                    <a:pt x="362967" y="838833"/>
                    <a:pt x="365269" y="840675"/>
                  </a:cubicBezTo>
                  <a:cubicBezTo>
                    <a:pt x="430644" y="816274"/>
                    <a:pt x="461030" y="765631"/>
                    <a:pt x="449981" y="697493"/>
                  </a:cubicBezTo>
                  <a:cubicBezTo>
                    <a:pt x="442154" y="648692"/>
                    <a:pt x="420976" y="604493"/>
                    <a:pt x="395194" y="563058"/>
                  </a:cubicBezTo>
                  <a:cubicBezTo>
                    <a:pt x="371714" y="525306"/>
                    <a:pt x="341789" y="494921"/>
                    <a:pt x="301275" y="475124"/>
                  </a:cubicBezTo>
                  <a:cubicBezTo>
                    <a:pt x="296211" y="472592"/>
                    <a:pt x="292297" y="470981"/>
                    <a:pt x="289535" y="471786"/>
                  </a:cubicBezTo>
                  <a:close/>
                  <a:moveTo>
                    <a:pt x="340409" y="0"/>
                  </a:moveTo>
                  <a:cubicBezTo>
                    <a:pt x="361127" y="16114"/>
                    <a:pt x="376780" y="35910"/>
                    <a:pt x="386908" y="59851"/>
                  </a:cubicBezTo>
                  <a:cubicBezTo>
                    <a:pt x="425121" y="148706"/>
                    <a:pt x="444918" y="241705"/>
                    <a:pt x="453205" y="337466"/>
                  </a:cubicBezTo>
                  <a:cubicBezTo>
                    <a:pt x="454586" y="350358"/>
                    <a:pt x="456428" y="362788"/>
                    <a:pt x="457809" y="375679"/>
                  </a:cubicBezTo>
                  <a:cubicBezTo>
                    <a:pt x="465175" y="377520"/>
                    <a:pt x="466096" y="371535"/>
                    <a:pt x="468858" y="368313"/>
                  </a:cubicBezTo>
                  <a:cubicBezTo>
                    <a:pt x="495100" y="333783"/>
                    <a:pt x="509373" y="294650"/>
                    <a:pt x="515818" y="252294"/>
                  </a:cubicBezTo>
                  <a:cubicBezTo>
                    <a:pt x="516278" y="248611"/>
                    <a:pt x="514897" y="243086"/>
                    <a:pt x="519041" y="241245"/>
                  </a:cubicBezTo>
                  <a:cubicBezTo>
                    <a:pt x="524105" y="238943"/>
                    <a:pt x="527328" y="244007"/>
                    <a:pt x="530550" y="247230"/>
                  </a:cubicBezTo>
                  <a:cubicBezTo>
                    <a:pt x="548966" y="264725"/>
                    <a:pt x="561397" y="285903"/>
                    <a:pt x="567842" y="309843"/>
                  </a:cubicBezTo>
                  <a:cubicBezTo>
                    <a:pt x="592243" y="400080"/>
                    <a:pt x="607896" y="491697"/>
                    <a:pt x="611579" y="585617"/>
                  </a:cubicBezTo>
                  <a:cubicBezTo>
                    <a:pt x="616644" y="709002"/>
                    <a:pt x="556793" y="793714"/>
                    <a:pt x="449061" y="845738"/>
                  </a:cubicBezTo>
                  <a:cubicBezTo>
                    <a:pt x="323375" y="906970"/>
                    <a:pt x="164078" y="877505"/>
                    <a:pt x="69238" y="778060"/>
                  </a:cubicBezTo>
                  <a:cubicBezTo>
                    <a:pt x="3402" y="709002"/>
                    <a:pt x="-25142" y="609558"/>
                    <a:pt x="26882" y="508732"/>
                  </a:cubicBezTo>
                  <a:cubicBezTo>
                    <a:pt x="43456" y="476504"/>
                    <a:pt x="62332" y="444738"/>
                    <a:pt x="85812" y="417575"/>
                  </a:cubicBezTo>
                  <a:cubicBezTo>
                    <a:pt x="124945" y="372917"/>
                    <a:pt x="136915" y="319972"/>
                    <a:pt x="139217" y="262883"/>
                  </a:cubicBezTo>
                  <a:cubicBezTo>
                    <a:pt x="139678" y="245849"/>
                    <a:pt x="140138" y="228814"/>
                    <a:pt x="140598" y="211780"/>
                  </a:cubicBezTo>
                  <a:cubicBezTo>
                    <a:pt x="140598" y="207176"/>
                    <a:pt x="140138" y="201191"/>
                    <a:pt x="144742" y="199349"/>
                  </a:cubicBezTo>
                  <a:cubicBezTo>
                    <a:pt x="149806" y="197047"/>
                    <a:pt x="153029" y="202572"/>
                    <a:pt x="156252" y="205795"/>
                  </a:cubicBezTo>
                  <a:cubicBezTo>
                    <a:pt x="171905" y="222369"/>
                    <a:pt x="187098" y="239864"/>
                    <a:pt x="199989" y="258740"/>
                  </a:cubicBezTo>
                  <a:cubicBezTo>
                    <a:pt x="204132" y="265185"/>
                    <a:pt x="208736" y="271170"/>
                    <a:pt x="215182" y="261042"/>
                  </a:cubicBezTo>
                  <a:cubicBezTo>
                    <a:pt x="238202" y="226052"/>
                    <a:pt x="261682" y="191983"/>
                    <a:pt x="283781" y="156533"/>
                  </a:cubicBezTo>
                  <a:cubicBezTo>
                    <a:pt x="310023" y="113717"/>
                    <a:pt x="325676" y="66296"/>
                    <a:pt x="333963" y="16574"/>
                  </a:cubicBezTo>
                  <a:cubicBezTo>
                    <a:pt x="335345" y="11049"/>
                    <a:pt x="334884" y="5525"/>
                    <a:pt x="340409" y="0"/>
                  </a:cubicBezTo>
                  <a:close/>
                </a:path>
              </a:pathLst>
            </a:custGeom>
            <a:solidFill>
              <a:schemeClr val="bg1"/>
            </a:solidFill>
            <a:ln w="4596" cap="flat">
              <a:noFill/>
              <a:prstDash val="solid"/>
              <a:miter/>
            </a:ln>
          </p:spPr>
          <p:txBody>
            <a:bodyPr wrap="square" rtlCol="0" anchor="ctr">
              <a:noAutofit/>
            </a:bodyPr>
            <a:lstStyle/>
            <a:p>
              <a:endParaRPr lang="en-US" dirty="0"/>
            </a:p>
          </p:txBody>
        </p:sp>
      </p:grpSp>
      <p:sp>
        <p:nvSpPr>
          <p:cNvPr id="41" name="직사각형 1">
            <a:extLst>
              <a:ext uri="{FF2B5EF4-FFF2-40B4-BE49-F238E27FC236}">
                <a16:creationId xmlns:a16="http://schemas.microsoft.com/office/drawing/2014/main" id="{80797CAF-5439-48C7-80D1-F2554621E62D}"/>
              </a:ext>
            </a:extLst>
          </p:cNvPr>
          <p:cNvSpPr/>
          <p:nvPr/>
        </p:nvSpPr>
        <p:spPr>
          <a:xfrm>
            <a:off x="9588708" y="1959167"/>
            <a:ext cx="2365009" cy="738664"/>
          </a:xfrm>
          <a:prstGeom prst="rect">
            <a:avLst/>
          </a:prstGeom>
        </p:spPr>
        <p:txBody>
          <a:bodyPr wrap="square">
            <a:spAutoFit/>
          </a:bodyPr>
          <a:lstStyle/>
          <a:p>
            <a:pPr algn="ctr"/>
            <a:r>
              <a:rPr lang="en-GB" altLang="ko-KR" sz="1400" dirty="0"/>
              <a:t>Needs oil changes and other engine mechanical repairs.</a:t>
            </a:r>
            <a:endParaRPr lang="en-US" altLang="ko-KR" sz="1400" dirty="0"/>
          </a:p>
        </p:txBody>
      </p:sp>
    </p:spTree>
    <p:custDataLst>
      <p:tags r:id="rId1"/>
    </p:custDataLst>
    <p:extLst>
      <p:ext uri="{BB962C8B-B14F-4D97-AF65-F5344CB8AC3E}">
        <p14:creationId xmlns:p14="http://schemas.microsoft.com/office/powerpoint/2010/main" val="1557309788"/>
      </p:ext>
    </p:extLst>
  </p:cSld>
  <p:clrMapOvr>
    <a:masterClrMapping/>
  </p:clrMapOvr>
  <mc:AlternateContent xmlns:mc="http://schemas.openxmlformats.org/markup-compatibility/2006">
    <mc:Choice xmlns:p14="http://schemas.microsoft.com/office/powerpoint/2010/main" Requires="p14">
      <p:transition spd="slow" p14:dur="2000" advTm="40090"/>
    </mc:Choice>
    <mc:Fallback>
      <p:transition spd="slow" advTm="400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7608897" y="3253680"/>
            <a:ext cx="3909391" cy="830997"/>
          </a:xfrm>
          <a:prstGeom prst="rect">
            <a:avLst/>
          </a:prstGeom>
          <a:noFill/>
        </p:spPr>
        <p:txBody>
          <a:bodyPr wrap="square" rtlCol="0" anchor="ctr">
            <a:spAutoFit/>
          </a:bodyPr>
          <a:lstStyle/>
          <a:p>
            <a:r>
              <a:rPr lang="en-GB" altLang="ko-KR" sz="4800" b="1" dirty="0">
                <a:latin typeface="+mj-lt"/>
                <a:cs typeface="Arial" pitchFamily="34" charset="0"/>
              </a:rPr>
              <a:t>What’s New</a:t>
            </a:r>
            <a:endParaRPr lang="ko-KR" altLang="en-US" sz="4800" b="1" dirty="0">
              <a:latin typeface="+mj-lt"/>
              <a:cs typeface="Arial" pitchFamily="34" charset="0"/>
            </a:endParaRPr>
          </a:p>
        </p:txBody>
      </p:sp>
      <p:sp>
        <p:nvSpPr>
          <p:cNvPr id="5" name="Rounded Rectangle 51">
            <a:extLst>
              <a:ext uri="{FF2B5EF4-FFF2-40B4-BE49-F238E27FC236}">
                <a16:creationId xmlns:a16="http://schemas.microsoft.com/office/drawing/2014/main" id="{8D954629-3DE7-401A-AC1F-6DCAB6A8D20A}"/>
              </a:ext>
            </a:extLst>
          </p:cNvPr>
          <p:cNvSpPr/>
          <p:nvPr/>
        </p:nvSpPr>
        <p:spPr>
          <a:xfrm rot="16200000" flipH="1">
            <a:off x="8357998" y="443479"/>
            <a:ext cx="2411187" cy="2228555"/>
          </a:xfrm>
          <a:custGeom>
            <a:avLst/>
            <a:gdLst/>
            <a:ahLst/>
            <a:cxnLst/>
            <a:rect l="l" t="t" r="r" b="b"/>
            <a:pathLst>
              <a:path w="2928608" h="2758049">
                <a:moveTo>
                  <a:pt x="2797052" y="1199936"/>
                </a:moveTo>
                <a:lnTo>
                  <a:pt x="2797052" y="1541978"/>
                </a:lnTo>
                <a:cubicBezTo>
                  <a:pt x="2797052" y="1578306"/>
                  <a:pt x="2826502" y="1607756"/>
                  <a:pt x="2862830" y="1607756"/>
                </a:cubicBezTo>
                <a:lnTo>
                  <a:pt x="2862830" y="1607755"/>
                </a:lnTo>
                <a:cubicBezTo>
                  <a:pt x="2899158" y="1607755"/>
                  <a:pt x="2928608" y="1578305"/>
                  <a:pt x="2928608" y="1541977"/>
                </a:cubicBezTo>
                <a:lnTo>
                  <a:pt x="2928607" y="1199936"/>
                </a:lnTo>
                <a:cubicBezTo>
                  <a:pt x="2928607" y="1163608"/>
                  <a:pt x="2899158" y="1134159"/>
                  <a:pt x="2862830" y="1134158"/>
                </a:cubicBezTo>
                <a:cubicBezTo>
                  <a:pt x="2826502" y="1134159"/>
                  <a:pt x="2797052" y="1163608"/>
                  <a:pt x="2797052" y="1199936"/>
                </a:cubicBezTo>
                <a:close/>
                <a:moveTo>
                  <a:pt x="2593193" y="1147315"/>
                </a:moveTo>
                <a:lnTo>
                  <a:pt x="2593193" y="1594601"/>
                </a:lnTo>
                <a:cubicBezTo>
                  <a:pt x="2593193" y="1630929"/>
                  <a:pt x="2622643" y="1660379"/>
                  <a:pt x="2658971" y="1660379"/>
                </a:cubicBezTo>
                <a:lnTo>
                  <a:pt x="2658971" y="1660378"/>
                </a:lnTo>
                <a:cubicBezTo>
                  <a:pt x="2695299" y="1660378"/>
                  <a:pt x="2724749" y="1630928"/>
                  <a:pt x="2724749" y="1594600"/>
                </a:cubicBezTo>
                <a:lnTo>
                  <a:pt x="2724748" y="1147315"/>
                </a:lnTo>
                <a:cubicBezTo>
                  <a:pt x="2724748" y="1110987"/>
                  <a:pt x="2695299" y="1081538"/>
                  <a:pt x="2658971" y="1081537"/>
                </a:cubicBezTo>
                <a:cubicBezTo>
                  <a:pt x="2622643" y="1081538"/>
                  <a:pt x="2593193" y="1110987"/>
                  <a:pt x="2593193" y="1147315"/>
                </a:cubicBezTo>
                <a:close/>
                <a:moveTo>
                  <a:pt x="2389334" y="1121004"/>
                </a:moveTo>
                <a:lnTo>
                  <a:pt x="2389334" y="1620912"/>
                </a:lnTo>
                <a:cubicBezTo>
                  <a:pt x="2389334" y="1657240"/>
                  <a:pt x="2418784" y="1686690"/>
                  <a:pt x="2455112" y="1686690"/>
                </a:cubicBezTo>
                <a:lnTo>
                  <a:pt x="2455112" y="1686689"/>
                </a:lnTo>
                <a:cubicBezTo>
                  <a:pt x="2491440" y="1686689"/>
                  <a:pt x="2520890" y="1657239"/>
                  <a:pt x="2520890" y="1620911"/>
                </a:cubicBezTo>
                <a:lnTo>
                  <a:pt x="2520889" y="1121004"/>
                </a:lnTo>
                <a:cubicBezTo>
                  <a:pt x="2520889" y="1084676"/>
                  <a:pt x="2491440" y="1055227"/>
                  <a:pt x="2455112" y="1055226"/>
                </a:cubicBezTo>
                <a:cubicBezTo>
                  <a:pt x="2418784" y="1055227"/>
                  <a:pt x="2389334" y="1084676"/>
                  <a:pt x="2389334" y="1121004"/>
                </a:cubicBezTo>
                <a:close/>
                <a:moveTo>
                  <a:pt x="1314382" y="1247024"/>
                </a:moveTo>
                <a:cubicBezTo>
                  <a:pt x="1314381" y="1225915"/>
                  <a:pt x="1331494" y="1208803"/>
                  <a:pt x="1352603" y="1208803"/>
                </a:cubicBezTo>
                <a:lnTo>
                  <a:pt x="1410313" y="1208803"/>
                </a:lnTo>
                <a:lnTo>
                  <a:pt x="1410313" y="1146778"/>
                </a:lnTo>
                <a:cubicBezTo>
                  <a:pt x="1410313" y="1145599"/>
                  <a:pt x="1410393" y="1144438"/>
                  <a:pt x="1411688" y="1143457"/>
                </a:cubicBezTo>
                <a:lnTo>
                  <a:pt x="1408531" y="1133444"/>
                </a:lnTo>
                <a:cubicBezTo>
                  <a:pt x="1410371" y="1112415"/>
                  <a:pt x="1428909" y="1096860"/>
                  <a:pt x="1449938" y="1098699"/>
                </a:cubicBezTo>
                <a:lnTo>
                  <a:pt x="2236821" y="1167543"/>
                </a:lnTo>
                <a:cubicBezTo>
                  <a:pt x="2257849" y="1169383"/>
                  <a:pt x="2273405" y="1187920"/>
                  <a:pt x="2271565" y="1208950"/>
                </a:cubicBezTo>
                <a:cubicBezTo>
                  <a:pt x="2269725" y="1229978"/>
                  <a:pt x="2251187" y="1245533"/>
                  <a:pt x="2230159" y="1243693"/>
                </a:cubicBezTo>
                <a:cubicBezTo>
                  <a:pt x="1973864" y="1221271"/>
                  <a:pt x="1717570" y="1198849"/>
                  <a:pt x="1461275" y="1176426"/>
                </a:cubicBezTo>
                <a:lnTo>
                  <a:pt x="1461274" y="1208803"/>
                </a:lnTo>
                <a:lnTo>
                  <a:pt x="1518985" y="1208803"/>
                </a:lnTo>
                <a:cubicBezTo>
                  <a:pt x="1540095" y="1208802"/>
                  <a:pt x="1557205" y="1225915"/>
                  <a:pt x="1557206" y="1247025"/>
                </a:cubicBezTo>
                <a:lnTo>
                  <a:pt x="1557207" y="1247023"/>
                </a:lnTo>
                <a:cubicBezTo>
                  <a:pt x="1557207" y="1268132"/>
                  <a:pt x="1540095" y="1285244"/>
                  <a:pt x="1518986" y="1285244"/>
                </a:cubicBezTo>
                <a:cubicBezTo>
                  <a:pt x="1499749" y="1285244"/>
                  <a:pt x="1480511" y="1285243"/>
                  <a:pt x="1461275" y="1285244"/>
                </a:cubicBezTo>
                <a:lnTo>
                  <a:pt x="1461275" y="1337600"/>
                </a:lnTo>
                <a:lnTo>
                  <a:pt x="1518985" y="1337600"/>
                </a:lnTo>
                <a:cubicBezTo>
                  <a:pt x="1540095" y="1337600"/>
                  <a:pt x="1557206" y="1354713"/>
                  <a:pt x="1557206" y="1375821"/>
                </a:cubicBezTo>
                <a:lnTo>
                  <a:pt x="1557207" y="1375820"/>
                </a:lnTo>
                <a:cubicBezTo>
                  <a:pt x="1557206" y="1396928"/>
                  <a:pt x="1540095" y="1414041"/>
                  <a:pt x="1518986" y="1414041"/>
                </a:cubicBezTo>
                <a:cubicBezTo>
                  <a:pt x="1499750" y="1414041"/>
                  <a:pt x="1480511" y="1414041"/>
                  <a:pt x="1461275" y="1414042"/>
                </a:cubicBezTo>
                <a:lnTo>
                  <a:pt x="1461275" y="1466398"/>
                </a:lnTo>
                <a:lnTo>
                  <a:pt x="1518985" y="1466398"/>
                </a:lnTo>
                <a:cubicBezTo>
                  <a:pt x="1540095" y="1466398"/>
                  <a:pt x="1557206" y="1483509"/>
                  <a:pt x="1557206" y="1504618"/>
                </a:cubicBezTo>
                <a:lnTo>
                  <a:pt x="1557207" y="1504619"/>
                </a:lnTo>
                <a:cubicBezTo>
                  <a:pt x="1557207" y="1525727"/>
                  <a:pt x="1540094" y="1542838"/>
                  <a:pt x="1518986" y="1542839"/>
                </a:cubicBezTo>
                <a:cubicBezTo>
                  <a:pt x="1499749" y="1542839"/>
                  <a:pt x="1480511" y="1542838"/>
                  <a:pt x="1461275" y="1542839"/>
                </a:cubicBezTo>
                <a:lnTo>
                  <a:pt x="1461274" y="1575412"/>
                </a:lnTo>
                <a:lnTo>
                  <a:pt x="2226550" y="1494978"/>
                </a:lnTo>
                <a:cubicBezTo>
                  <a:pt x="2247542" y="1492772"/>
                  <a:pt x="2266350" y="1508001"/>
                  <a:pt x="2268556" y="1528995"/>
                </a:cubicBezTo>
                <a:cubicBezTo>
                  <a:pt x="2270763" y="1549988"/>
                  <a:pt x="2255534" y="1568794"/>
                  <a:pt x="2234542" y="1571000"/>
                </a:cubicBezTo>
                <a:cubicBezTo>
                  <a:pt x="1972686" y="1598522"/>
                  <a:pt x="1710833" y="1626046"/>
                  <a:pt x="1448978" y="1653567"/>
                </a:cubicBezTo>
                <a:cubicBezTo>
                  <a:pt x="1427984" y="1655774"/>
                  <a:pt x="1409178" y="1640544"/>
                  <a:pt x="1406971" y="1619551"/>
                </a:cubicBezTo>
                <a:cubicBezTo>
                  <a:pt x="1406474" y="1614827"/>
                  <a:pt x="1406862" y="1610214"/>
                  <a:pt x="1410805" y="1606610"/>
                </a:cubicBezTo>
                <a:lnTo>
                  <a:pt x="1410312" y="1605422"/>
                </a:lnTo>
                <a:lnTo>
                  <a:pt x="1410312" y="1542839"/>
                </a:lnTo>
                <a:lnTo>
                  <a:pt x="1352603" y="1542841"/>
                </a:lnTo>
                <a:cubicBezTo>
                  <a:pt x="1331494" y="1542841"/>
                  <a:pt x="1314382" y="1525729"/>
                  <a:pt x="1314382" y="1504619"/>
                </a:cubicBezTo>
                <a:cubicBezTo>
                  <a:pt x="1314382" y="1483510"/>
                  <a:pt x="1331493" y="1466397"/>
                  <a:pt x="1352603" y="1466398"/>
                </a:cubicBezTo>
                <a:lnTo>
                  <a:pt x="1410312" y="1466398"/>
                </a:lnTo>
                <a:lnTo>
                  <a:pt x="1410313" y="1414042"/>
                </a:lnTo>
                <a:lnTo>
                  <a:pt x="1352603" y="1414042"/>
                </a:lnTo>
                <a:cubicBezTo>
                  <a:pt x="1331494" y="1414041"/>
                  <a:pt x="1314383" y="1396930"/>
                  <a:pt x="1314382" y="1375820"/>
                </a:cubicBezTo>
                <a:cubicBezTo>
                  <a:pt x="1314383" y="1354713"/>
                  <a:pt x="1331494" y="1337600"/>
                  <a:pt x="1352603" y="1337601"/>
                </a:cubicBezTo>
                <a:lnTo>
                  <a:pt x="1410312" y="1337600"/>
                </a:lnTo>
                <a:lnTo>
                  <a:pt x="1410312" y="1285244"/>
                </a:lnTo>
                <a:lnTo>
                  <a:pt x="1352603" y="1285244"/>
                </a:lnTo>
                <a:cubicBezTo>
                  <a:pt x="1331494" y="1285244"/>
                  <a:pt x="1314381" y="1268133"/>
                  <a:pt x="1314382" y="1247024"/>
                </a:cubicBezTo>
                <a:close/>
                <a:moveTo>
                  <a:pt x="1171967" y="72000"/>
                </a:moveTo>
                <a:lnTo>
                  <a:pt x="1171967" y="288000"/>
                </a:lnTo>
                <a:cubicBezTo>
                  <a:pt x="1171967" y="327765"/>
                  <a:pt x="1204202" y="360000"/>
                  <a:pt x="1243967" y="360000"/>
                </a:cubicBezTo>
                <a:cubicBezTo>
                  <a:pt x="1283732" y="360000"/>
                  <a:pt x="1315967" y="327765"/>
                  <a:pt x="1315967" y="288000"/>
                </a:cubicBezTo>
                <a:lnTo>
                  <a:pt x="1315967" y="72000"/>
                </a:lnTo>
                <a:cubicBezTo>
                  <a:pt x="1315967" y="32235"/>
                  <a:pt x="1283732" y="0"/>
                  <a:pt x="1243967" y="0"/>
                </a:cubicBezTo>
                <a:cubicBezTo>
                  <a:pt x="1204202" y="0"/>
                  <a:pt x="1171967" y="32235"/>
                  <a:pt x="1171967" y="72000"/>
                </a:cubicBezTo>
                <a:close/>
                <a:moveTo>
                  <a:pt x="1171966" y="2470049"/>
                </a:moveTo>
                <a:lnTo>
                  <a:pt x="1171966" y="2686049"/>
                </a:lnTo>
                <a:cubicBezTo>
                  <a:pt x="1171966" y="2725814"/>
                  <a:pt x="1204201" y="2758049"/>
                  <a:pt x="1243966" y="2758049"/>
                </a:cubicBezTo>
                <a:cubicBezTo>
                  <a:pt x="1283731" y="2758049"/>
                  <a:pt x="1315966" y="2725814"/>
                  <a:pt x="1315966" y="2686049"/>
                </a:cubicBezTo>
                <a:lnTo>
                  <a:pt x="1315966" y="2470049"/>
                </a:lnTo>
                <a:cubicBezTo>
                  <a:pt x="1315966" y="2430284"/>
                  <a:pt x="1283731" y="2398049"/>
                  <a:pt x="1243966" y="2398049"/>
                </a:cubicBezTo>
                <a:cubicBezTo>
                  <a:pt x="1204201" y="2398049"/>
                  <a:pt x="1171966" y="2430284"/>
                  <a:pt x="1171966" y="2470049"/>
                </a:cubicBezTo>
                <a:close/>
                <a:moveTo>
                  <a:pt x="515345" y="1370958"/>
                </a:moveTo>
                <a:cubicBezTo>
                  <a:pt x="515344" y="1558300"/>
                  <a:pt x="586814" y="1745642"/>
                  <a:pt x="729750" y="1888579"/>
                </a:cubicBezTo>
                <a:cubicBezTo>
                  <a:pt x="1015625" y="2174454"/>
                  <a:pt x="1479119" y="2174454"/>
                  <a:pt x="1764994" y="1888580"/>
                </a:cubicBezTo>
                <a:lnTo>
                  <a:pt x="1940572" y="1713001"/>
                </a:lnTo>
                <a:lnTo>
                  <a:pt x="2136413" y="1713002"/>
                </a:lnTo>
                <a:cubicBezTo>
                  <a:pt x="2215124" y="1713001"/>
                  <a:pt x="2278929" y="1649195"/>
                  <a:pt x="2278929" y="1570486"/>
                </a:cubicBezTo>
                <a:lnTo>
                  <a:pt x="2278929" y="1374645"/>
                </a:lnTo>
                <a:lnTo>
                  <a:pt x="2282614" y="1370959"/>
                </a:lnTo>
                <a:lnTo>
                  <a:pt x="2278929" y="1367272"/>
                </a:lnTo>
                <a:lnTo>
                  <a:pt x="2278929" y="1171432"/>
                </a:lnTo>
                <a:cubicBezTo>
                  <a:pt x="2278929" y="1092722"/>
                  <a:pt x="2215123" y="1028916"/>
                  <a:pt x="2136413" y="1028916"/>
                </a:cubicBezTo>
                <a:lnTo>
                  <a:pt x="1940571" y="1028916"/>
                </a:lnTo>
                <a:cubicBezTo>
                  <a:pt x="1882045" y="970390"/>
                  <a:pt x="1823519" y="911862"/>
                  <a:pt x="1764993" y="853336"/>
                </a:cubicBezTo>
                <a:cubicBezTo>
                  <a:pt x="1479118" y="567461"/>
                  <a:pt x="1015625" y="567462"/>
                  <a:pt x="729750" y="853336"/>
                </a:cubicBezTo>
                <a:cubicBezTo>
                  <a:pt x="586813" y="996273"/>
                  <a:pt x="515344" y="1183616"/>
                  <a:pt x="515345" y="1370958"/>
                </a:cubicBezTo>
                <a:close/>
                <a:moveTo>
                  <a:pt x="388776" y="2386770"/>
                </a:moveTo>
                <a:cubicBezTo>
                  <a:pt x="388776" y="2405196"/>
                  <a:pt x="395805" y="2423622"/>
                  <a:pt x="409865" y="2437681"/>
                </a:cubicBezTo>
                <a:cubicBezTo>
                  <a:pt x="437983" y="2465800"/>
                  <a:pt x="483570" y="2465800"/>
                  <a:pt x="511688" y="2437681"/>
                </a:cubicBezTo>
                <a:lnTo>
                  <a:pt x="664423" y="2284946"/>
                </a:lnTo>
                <a:cubicBezTo>
                  <a:pt x="692541" y="2256828"/>
                  <a:pt x="692541" y="2211241"/>
                  <a:pt x="664423" y="2183123"/>
                </a:cubicBezTo>
                <a:cubicBezTo>
                  <a:pt x="636305" y="2155005"/>
                  <a:pt x="590718" y="2155005"/>
                  <a:pt x="562599" y="2183123"/>
                </a:cubicBezTo>
                <a:lnTo>
                  <a:pt x="409865" y="2335858"/>
                </a:lnTo>
                <a:cubicBezTo>
                  <a:pt x="395805" y="2349917"/>
                  <a:pt x="388776" y="2368343"/>
                  <a:pt x="388776" y="2386770"/>
                </a:cubicBezTo>
                <a:close/>
                <a:moveTo>
                  <a:pt x="388776" y="365689"/>
                </a:moveTo>
                <a:cubicBezTo>
                  <a:pt x="388776" y="384115"/>
                  <a:pt x="395805" y="402541"/>
                  <a:pt x="409865" y="416600"/>
                </a:cubicBezTo>
                <a:lnTo>
                  <a:pt x="562599" y="569335"/>
                </a:lnTo>
                <a:cubicBezTo>
                  <a:pt x="590718" y="597454"/>
                  <a:pt x="636305" y="597454"/>
                  <a:pt x="664423" y="569335"/>
                </a:cubicBezTo>
                <a:cubicBezTo>
                  <a:pt x="692541" y="541217"/>
                  <a:pt x="692541" y="495630"/>
                  <a:pt x="664423" y="467512"/>
                </a:cubicBezTo>
                <a:lnTo>
                  <a:pt x="511688" y="314777"/>
                </a:lnTo>
                <a:cubicBezTo>
                  <a:pt x="483570" y="286659"/>
                  <a:pt x="437983" y="286659"/>
                  <a:pt x="409865" y="314777"/>
                </a:cubicBezTo>
                <a:cubicBezTo>
                  <a:pt x="395805" y="328836"/>
                  <a:pt x="388776" y="347262"/>
                  <a:pt x="388776" y="365689"/>
                </a:cubicBezTo>
                <a:close/>
                <a:moveTo>
                  <a:pt x="0" y="1379024"/>
                </a:moveTo>
                <a:cubicBezTo>
                  <a:pt x="0" y="1418789"/>
                  <a:pt x="32235" y="1451024"/>
                  <a:pt x="72000" y="1451024"/>
                </a:cubicBezTo>
                <a:lnTo>
                  <a:pt x="288000" y="1451024"/>
                </a:lnTo>
                <a:cubicBezTo>
                  <a:pt x="327765" y="1451024"/>
                  <a:pt x="360000" y="1418789"/>
                  <a:pt x="360000" y="1379024"/>
                </a:cubicBezTo>
                <a:cubicBezTo>
                  <a:pt x="360000" y="1339259"/>
                  <a:pt x="327765" y="1307024"/>
                  <a:pt x="288000" y="1307024"/>
                </a:cubicBezTo>
                <a:lnTo>
                  <a:pt x="72000" y="1307024"/>
                </a:lnTo>
                <a:cubicBezTo>
                  <a:pt x="32235" y="1307024"/>
                  <a:pt x="0" y="1339259"/>
                  <a:pt x="0" y="1379024"/>
                </a:cubicBezTo>
                <a:close/>
              </a:path>
            </a:pathLst>
          </a:custGeom>
          <a:solidFill>
            <a:srgbClr val="71A4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rgbClr val="00B050"/>
              </a:solidFill>
            </a:endParaRPr>
          </a:p>
        </p:txBody>
      </p:sp>
    </p:spTree>
    <p:custDataLst>
      <p:tags r:id="rId1"/>
    </p:custDataLst>
    <p:extLst>
      <p:ext uri="{BB962C8B-B14F-4D97-AF65-F5344CB8AC3E}">
        <p14:creationId xmlns:p14="http://schemas.microsoft.com/office/powerpoint/2010/main" val="124102353"/>
      </p:ext>
    </p:extLst>
  </p:cSld>
  <p:clrMapOvr>
    <a:masterClrMapping/>
  </p:clrMapOvr>
  <mc:AlternateContent xmlns:mc="http://schemas.openxmlformats.org/markup-compatibility/2006">
    <mc:Choice xmlns:p14="http://schemas.microsoft.com/office/powerpoint/2010/main" Requires="p14">
      <p:transition spd="slow" p14:dur="2000" advTm="17757"/>
    </mc:Choice>
    <mc:Fallback>
      <p:transition spd="slow" advTm="177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04EA2A5-0FD9-4E57-8B3D-67ADA535CEEE}"/>
              </a:ext>
            </a:extLst>
          </p:cNvPr>
          <p:cNvGrpSpPr/>
          <p:nvPr/>
        </p:nvGrpSpPr>
        <p:grpSpPr>
          <a:xfrm>
            <a:off x="1131757" y="4214911"/>
            <a:ext cx="10430959" cy="2465412"/>
            <a:chOff x="1131757" y="4214911"/>
            <a:chExt cx="10430959" cy="2465412"/>
          </a:xfrm>
        </p:grpSpPr>
        <p:grpSp>
          <p:nvGrpSpPr>
            <p:cNvPr id="43" name="Group 42">
              <a:extLst>
                <a:ext uri="{FF2B5EF4-FFF2-40B4-BE49-F238E27FC236}">
                  <a16:creationId xmlns:a16="http://schemas.microsoft.com/office/drawing/2014/main" id="{1E96A329-2CB5-450F-A8F9-0347FC4A09C0}"/>
                </a:ext>
              </a:extLst>
            </p:cNvPr>
            <p:cNvGrpSpPr/>
            <p:nvPr/>
          </p:nvGrpSpPr>
          <p:grpSpPr>
            <a:xfrm flipH="1">
              <a:off x="1185241" y="4214911"/>
              <a:ext cx="6982428" cy="1867724"/>
              <a:chOff x="1131271" y="3676458"/>
              <a:chExt cx="6982428" cy="1867724"/>
            </a:xfrm>
          </p:grpSpPr>
          <p:sp>
            <p:nvSpPr>
              <p:cNvPr id="34" name="Freeform: Shape 33">
                <a:extLst>
                  <a:ext uri="{FF2B5EF4-FFF2-40B4-BE49-F238E27FC236}">
                    <a16:creationId xmlns:a16="http://schemas.microsoft.com/office/drawing/2014/main" id="{21B703D7-AE31-42C5-A522-A6280A14FD14}"/>
                  </a:ext>
                </a:extLst>
              </p:cNvPr>
              <p:cNvSpPr/>
              <p:nvPr/>
            </p:nvSpPr>
            <p:spPr>
              <a:xfrm rot="1910665">
                <a:off x="7198685" y="4650630"/>
                <a:ext cx="915014" cy="758761"/>
              </a:xfrm>
              <a:custGeom>
                <a:avLst/>
                <a:gdLst>
                  <a:gd name="connsiteX0" fmla="*/ 652747 w 958519"/>
                  <a:gd name="connsiteY0" fmla="*/ 294854 h 794837"/>
                  <a:gd name="connsiteX1" fmla="*/ 846112 w 958519"/>
                  <a:gd name="connsiteY1" fmla="*/ 294854 h 794837"/>
                  <a:gd name="connsiteX2" fmla="*/ 866369 w 958519"/>
                  <a:gd name="connsiteY2" fmla="*/ 313270 h 794837"/>
                  <a:gd name="connsiteX3" fmla="*/ 892151 w 958519"/>
                  <a:gd name="connsiteY3" fmla="*/ 514000 h 794837"/>
                  <a:gd name="connsiteX4" fmla="*/ 864527 w 958519"/>
                  <a:gd name="connsiteY4" fmla="*/ 544846 h 794837"/>
                  <a:gd name="connsiteX5" fmla="*/ 764623 w 958519"/>
                  <a:gd name="connsiteY5" fmla="*/ 545307 h 794837"/>
                  <a:gd name="connsiteX6" fmla="*/ 664256 w 958519"/>
                  <a:gd name="connsiteY6" fmla="*/ 545307 h 794837"/>
                  <a:gd name="connsiteX7" fmla="*/ 644920 w 958519"/>
                  <a:gd name="connsiteY7" fmla="*/ 526431 h 794837"/>
                  <a:gd name="connsiteX8" fmla="*/ 641880 w 958519"/>
                  <a:gd name="connsiteY8" fmla="*/ 465357 h 794837"/>
                  <a:gd name="connsiteX9" fmla="*/ 629441 w 958519"/>
                  <a:gd name="connsiteY9" fmla="*/ 467387 h 794837"/>
                  <a:gd name="connsiteX10" fmla="*/ 616525 w 958519"/>
                  <a:gd name="connsiteY10" fmla="*/ 466971 h 794837"/>
                  <a:gd name="connsiteX11" fmla="*/ 619140 w 958519"/>
                  <a:gd name="connsiteY11" fmla="*/ 519985 h 794837"/>
                  <a:gd name="connsiteX12" fmla="*/ 594278 w 958519"/>
                  <a:gd name="connsiteY12" fmla="*/ 545767 h 794837"/>
                  <a:gd name="connsiteX13" fmla="*/ 481942 w 958519"/>
                  <a:gd name="connsiteY13" fmla="*/ 545306 h 794837"/>
                  <a:gd name="connsiteX14" fmla="*/ 369607 w 958519"/>
                  <a:gd name="connsiteY14" fmla="*/ 545306 h 794837"/>
                  <a:gd name="connsiteX15" fmla="*/ 345666 w 958519"/>
                  <a:gd name="connsiteY15" fmla="*/ 521826 h 794837"/>
                  <a:gd name="connsiteX16" fmla="*/ 355795 w 958519"/>
                  <a:gd name="connsiteY16" fmla="*/ 313269 h 794837"/>
                  <a:gd name="connsiteX17" fmla="*/ 374211 w 958519"/>
                  <a:gd name="connsiteY17" fmla="*/ 295775 h 794837"/>
                  <a:gd name="connsiteX18" fmla="*/ 590135 w 958519"/>
                  <a:gd name="connsiteY18" fmla="*/ 295775 h 794837"/>
                  <a:gd name="connsiteX19" fmla="*/ 609011 w 958519"/>
                  <a:gd name="connsiteY19" fmla="*/ 314651 h 794837"/>
                  <a:gd name="connsiteX20" fmla="*/ 616342 w 958519"/>
                  <a:gd name="connsiteY20" fmla="*/ 463262 h 794837"/>
                  <a:gd name="connsiteX21" fmla="*/ 641779 w 958519"/>
                  <a:gd name="connsiteY21" fmla="*/ 463326 h 794837"/>
                  <a:gd name="connsiteX22" fmla="*/ 634331 w 958519"/>
                  <a:gd name="connsiteY22" fmla="*/ 313730 h 794837"/>
                  <a:gd name="connsiteX23" fmla="*/ 652747 w 958519"/>
                  <a:gd name="connsiteY23" fmla="*/ 294854 h 794837"/>
                  <a:gd name="connsiteX24" fmla="*/ 115471 w 958519"/>
                  <a:gd name="connsiteY24" fmla="*/ 294854 h 794837"/>
                  <a:gd name="connsiteX25" fmla="*/ 310677 w 958519"/>
                  <a:gd name="connsiteY25" fmla="*/ 294854 h 794837"/>
                  <a:gd name="connsiteX26" fmla="*/ 330474 w 958519"/>
                  <a:gd name="connsiteY26" fmla="*/ 316032 h 794837"/>
                  <a:gd name="connsiteX27" fmla="*/ 320346 w 958519"/>
                  <a:gd name="connsiteY27" fmla="*/ 519985 h 794837"/>
                  <a:gd name="connsiteX28" fmla="*/ 295024 w 958519"/>
                  <a:gd name="connsiteY28" fmla="*/ 545307 h 794837"/>
                  <a:gd name="connsiteX29" fmla="*/ 196499 w 958519"/>
                  <a:gd name="connsiteY29" fmla="*/ 545307 h 794837"/>
                  <a:gd name="connsiteX30" fmla="*/ 96134 w 958519"/>
                  <a:gd name="connsiteY30" fmla="*/ 545307 h 794837"/>
                  <a:gd name="connsiteX31" fmla="*/ 68050 w 958519"/>
                  <a:gd name="connsiteY31" fmla="*/ 514460 h 794837"/>
                  <a:gd name="connsiteX32" fmla="*/ 93832 w 958519"/>
                  <a:gd name="connsiteY32" fmla="*/ 315572 h 794837"/>
                  <a:gd name="connsiteX33" fmla="*/ 115471 w 958519"/>
                  <a:gd name="connsiteY33" fmla="*/ 294854 h 794837"/>
                  <a:gd name="connsiteX34" fmla="*/ 644460 w 958519"/>
                  <a:gd name="connsiteY34" fmla="*/ 61896 h 794837"/>
                  <a:gd name="connsiteX35" fmla="*/ 804215 w 958519"/>
                  <a:gd name="connsiteY35" fmla="*/ 62357 h 794837"/>
                  <a:gd name="connsiteX36" fmla="*/ 836443 w 958519"/>
                  <a:gd name="connsiteY36" fmla="*/ 90901 h 794837"/>
                  <a:gd name="connsiteX37" fmla="*/ 857621 w 958519"/>
                  <a:gd name="connsiteY37" fmla="*/ 251118 h 794837"/>
                  <a:gd name="connsiteX38" fmla="*/ 841968 w 958519"/>
                  <a:gd name="connsiteY38" fmla="*/ 268153 h 794837"/>
                  <a:gd name="connsiteX39" fmla="*/ 745746 w 958519"/>
                  <a:gd name="connsiteY39" fmla="*/ 268153 h 794837"/>
                  <a:gd name="connsiteX40" fmla="*/ 650905 w 958519"/>
                  <a:gd name="connsiteY40" fmla="*/ 268153 h 794837"/>
                  <a:gd name="connsiteX41" fmla="*/ 631109 w 958519"/>
                  <a:gd name="connsiteY41" fmla="*/ 249737 h 794837"/>
                  <a:gd name="connsiteX42" fmla="*/ 623282 w 958519"/>
                  <a:gd name="connsiteY42" fmla="*/ 83074 h 794837"/>
                  <a:gd name="connsiteX43" fmla="*/ 644460 w 958519"/>
                  <a:gd name="connsiteY43" fmla="*/ 61896 h 794837"/>
                  <a:gd name="connsiteX44" fmla="*/ 390324 w 958519"/>
                  <a:gd name="connsiteY44" fmla="*/ 61896 h 794837"/>
                  <a:gd name="connsiteX45" fmla="*/ 574941 w 958519"/>
                  <a:gd name="connsiteY45" fmla="*/ 61896 h 794837"/>
                  <a:gd name="connsiteX46" fmla="*/ 597500 w 958519"/>
                  <a:gd name="connsiteY46" fmla="*/ 83074 h 794837"/>
                  <a:gd name="connsiteX47" fmla="*/ 605327 w 958519"/>
                  <a:gd name="connsiteY47" fmla="*/ 247895 h 794837"/>
                  <a:gd name="connsiteX48" fmla="*/ 584609 w 958519"/>
                  <a:gd name="connsiteY48" fmla="*/ 268152 h 794837"/>
                  <a:gd name="connsiteX49" fmla="*/ 483323 w 958519"/>
                  <a:gd name="connsiteY49" fmla="*/ 268152 h 794837"/>
                  <a:gd name="connsiteX50" fmla="*/ 377894 w 958519"/>
                  <a:gd name="connsiteY50" fmla="*/ 268152 h 794837"/>
                  <a:gd name="connsiteX51" fmla="*/ 359478 w 958519"/>
                  <a:gd name="connsiteY51" fmla="*/ 249276 h 794837"/>
                  <a:gd name="connsiteX52" fmla="*/ 367305 w 958519"/>
                  <a:gd name="connsiteY52" fmla="*/ 82614 h 794837"/>
                  <a:gd name="connsiteX53" fmla="*/ 390324 w 958519"/>
                  <a:gd name="connsiteY53" fmla="*/ 61896 h 794837"/>
                  <a:gd name="connsiteX54" fmla="*/ 152302 w 958519"/>
                  <a:gd name="connsiteY54" fmla="*/ 61896 h 794837"/>
                  <a:gd name="connsiteX55" fmla="*/ 324488 w 958519"/>
                  <a:gd name="connsiteY55" fmla="*/ 61896 h 794837"/>
                  <a:gd name="connsiteX56" fmla="*/ 341522 w 958519"/>
                  <a:gd name="connsiteY56" fmla="*/ 80312 h 794837"/>
                  <a:gd name="connsiteX57" fmla="*/ 333696 w 958519"/>
                  <a:gd name="connsiteY57" fmla="*/ 250197 h 794837"/>
                  <a:gd name="connsiteX58" fmla="*/ 314820 w 958519"/>
                  <a:gd name="connsiteY58" fmla="*/ 267692 h 794837"/>
                  <a:gd name="connsiteX59" fmla="*/ 216757 w 958519"/>
                  <a:gd name="connsiteY59" fmla="*/ 268152 h 794837"/>
                  <a:gd name="connsiteX60" fmla="*/ 121916 w 958519"/>
                  <a:gd name="connsiteY60" fmla="*/ 268152 h 794837"/>
                  <a:gd name="connsiteX61" fmla="*/ 102580 w 958519"/>
                  <a:gd name="connsiteY61" fmla="*/ 247435 h 794837"/>
                  <a:gd name="connsiteX62" fmla="*/ 123758 w 958519"/>
                  <a:gd name="connsiteY62" fmla="*/ 87217 h 794837"/>
                  <a:gd name="connsiteX63" fmla="*/ 152302 w 958519"/>
                  <a:gd name="connsiteY63" fmla="*/ 61896 h 794837"/>
                  <a:gd name="connsiteX64" fmla="*/ 136187 w 958519"/>
                  <a:gd name="connsiteY64" fmla="*/ 41639 h 794837"/>
                  <a:gd name="connsiteX65" fmla="*/ 101198 w 958519"/>
                  <a:gd name="connsiteY65" fmla="*/ 71564 h 794837"/>
                  <a:gd name="connsiteX66" fmla="*/ 86465 w 958519"/>
                  <a:gd name="connsiteY66" fmla="*/ 182979 h 794837"/>
                  <a:gd name="connsiteX67" fmla="*/ 43188 w 958519"/>
                  <a:gd name="connsiteY67" fmla="*/ 523209 h 794837"/>
                  <a:gd name="connsiteX68" fmla="*/ 80020 w 958519"/>
                  <a:gd name="connsiteY68" fmla="*/ 563723 h 794837"/>
                  <a:gd name="connsiteX69" fmla="*/ 479180 w 958519"/>
                  <a:gd name="connsiteY69" fmla="*/ 563723 h 794837"/>
                  <a:gd name="connsiteX70" fmla="*/ 887546 w 958519"/>
                  <a:gd name="connsiteY70" fmla="*/ 563263 h 794837"/>
                  <a:gd name="connsiteX71" fmla="*/ 917932 w 958519"/>
                  <a:gd name="connsiteY71" fmla="*/ 530115 h 794837"/>
                  <a:gd name="connsiteX72" fmla="*/ 859462 w 958519"/>
                  <a:gd name="connsiteY72" fmla="*/ 73406 h 794837"/>
                  <a:gd name="connsiteX73" fmla="*/ 824012 w 958519"/>
                  <a:gd name="connsiteY73" fmla="*/ 41639 h 794837"/>
                  <a:gd name="connsiteX74" fmla="*/ 136187 w 958519"/>
                  <a:gd name="connsiteY74" fmla="*/ 41639 h 794837"/>
                  <a:gd name="connsiteX75" fmla="*/ 130202 w 958519"/>
                  <a:gd name="connsiteY75" fmla="*/ 204 h 794837"/>
                  <a:gd name="connsiteX76" fmla="*/ 342903 w 958519"/>
                  <a:gd name="connsiteY76" fmla="*/ 204 h 794837"/>
                  <a:gd name="connsiteX77" fmla="*/ 819408 w 958519"/>
                  <a:gd name="connsiteY77" fmla="*/ 204 h 794837"/>
                  <a:gd name="connsiteX78" fmla="*/ 899976 w 958519"/>
                  <a:gd name="connsiteY78" fmla="*/ 71564 h 794837"/>
                  <a:gd name="connsiteX79" fmla="*/ 957986 w 958519"/>
                  <a:gd name="connsiteY79" fmla="*/ 528272 h 794837"/>
                  <a:gd name="connsiteX80" fmla="*/ 904120 w 958519"/>
                  <a:gd name="connsiteY80" fmla="*/ 636003 h 794837"/>
                  <a:gd name="connsiteX81" fmla="*/ 870051 w 958519"/>
                  <a:gd name="connsiteY81" fmla="*/ 643369 h 794837"/>
                  <a:gd name="connsiteX82" fmla="*/ 707533 w 958519"/>
                  <a:gd name="connsiteY82" fmla="*/ 643369 h 794837"/>
                  <a:gd name="connsiteX83" fmla="*/ 536728 w 958519"/>
                  <a:gd name="connsiteY83" fmla="*/ 642909 h 794837"/>
                  <a:gd name="connsiteX84" fmla="*/ 521995 w 958519"/>
                  <a:gd name="connsiteY84" fmla="*/ 661325 h 794837"/>
                  <a:gd name="connsiteX85" fmla="*/ 547317 w 958519"/>
                  <a:gd name="connsiteY85" fmla="*/ 770898 h 794837"/>
                  <a:gd name="connsiteX86" fmla="*/ 531203 w 958519"/>
                  <a:gd name="connsiteY86" fmla="*/ 792996 h 794837"/>
                  <a:gd name="connsiteX87" fmla="*/ 423932 w 958519"/>
                  <a:gd name="connsiteY87" fmla="*/ 792536 h 794837"/>
                  <a:gd name="connsiteX88" fmla="*/ 411962 w 958519"/>
                  <a:gd name="connsiteY88" fmla="*/ 775502 h 794837"/>
                  <a:gd name="connsiteX89" fmla="*/ 436823 w 958519"/>
                  <a:gd name="connsiteY89" fmla="*/ 664087 h 794837"/>
                  <a:gd name="connsiteX90" fmla="*/ 419789 w 958519"/>
                  <a:gd name="connsiteY90" fmla="*/ 643369 h 794837"/>
                  <a:gd name="connsiteX91" fmla="*/ 103039 w 958519"/>
                  <a:gd name="connsiteY91" fmla="*/ 643369 h 794837"/>
                  <a:gd name="connsiteX92" fmla="*/ 832 w 958519"/>
                  <a:gd name="connsiteY92" fmla="*/ 528732 h 794837"/>
                  <a:gd name="connsiteX93" fmla="*/ 60683 w 958519"/>
                  <a:gd name="connsiteY93" fmla="*/ 59594 h 794837"/>
                  <a:gd name="connsiteX94" fmla="*/ 130202 w 958519"/>
                  <a:gd name="connsiteY94" fmla="*/ 204 h 794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958519" h="794837">
                    <a:moveTo>
                      <a:pt x="652747" y="294854"/>
                    </a:moveTo>
                    <a:cubicBezTo>
                      <a:pt x="717201" y="295314"/>
                      <a:pt x="781657" y="295314"/>
                      <a:pt x="846112" y="294854"/>
                    </a:cubicBezTo>
                    <a:cubicBezTo>
                      <a:pt x="859463" y="294854"/>
                      <a:pt x="864527" y="300379"/>
                      <a:pt x="866369" y="313270"/>
                    </a:cubicBezTo>
                    <a:cubicBezTo>
                      <a:pt x="874656" y="380026"/>
                      <a:pt x="883864" y="446783"/>
                      <a:pt x="892151" y="514000"/>
                    </a:cubicBezTo>
                    <a:cubicBezTo>
                      <a:pt x="894913" y="534257"/>
                      <a:pt x="885705" y="544846"/>
                      <a:pt x="864527" y="544846"/>
                    </a:cubicBezTo>
                    <a:cubicBezTo>
                      <a:pt x="831379" y="545767"/>
                      <a:pt x="797771" y="545307"/>
                      <a:pt x="764623" y="545307"/>
                    </a:cubicBezTo>
                    <a:cubicBezTo>
                      <a:pt x="731014" y="545307"/>
                      <a:pt x="697865" y="544846"/>
                      <a:pt x="664256" y="545307"/>
                    </a:cubicBezTo>
                    <a:cubicBezTo>
                      <a:pt x="650445" y="545307"/>
                      <a:pt x="645380" y="539782"/>
                      <a:pt x="644920" y="526431"/>
                    </a:cubicBezTo>
                    <a:lnTo>
                      <a:pt x="641880" y="465357"/>
                    </a:lnTo>
                    <a:lnTo>
                      <a:pt x="629441" y="467387"/>
                    </a:lnTo>
                    <a:lnTo>
                      <a:pt x="616525" y="466971"/>
                    </a:lnTo>
                    <a:lnTo>
                      <a:pt x="619140" y="519985"/>
                    </a:lnTo>
                    <a:cubicBezTo>
                      <a:pt x="620521" y="544386"/>
                      <a:pt x="618679" y="545767"/>
                      <a:pt x="594278" y="545767"/>
                    </a:cubicBezTo>
                    <a:cubicBezTo>
                      <a:pt x="556987" y="545306"/>
                      <a:pt x="519235" y="545306"/>
                      <a:pt x="481942" y="545306"/>
                    </a:cubicBezTo>
                    <a:cubicBezTo>
                      <a:pt x="444650" y="545306"/>
                      <a:pt x="406898" y="545306"/>
                      <a:pt x="369607" y="545306"/>
                    </a:cubicBezTo>
                    <a:cubicBezTo>
                      <a:pt x="346587" y="545306"/>
                      <a:pt x="344746" y="543925"/>
                      <a:pt x="345666" y="521826"/>
                    </a:cubicBezTo>
                    <a:cubicBezTo>
                      <a:pt x="348889" y="452307"/>
                      <a:pt x="352572" y="382788"/>
                      <a:pt x="355795" y="313269"/>
                    </a:cubicBezTo>
                    <a:cubicBezTo>
                      <a:pt x="356255" y="300839"/>
                      <a:pt x="361320" y="295314"/>
                      <a:pt x="374211" y="295775"/>
                    </a:cubicBezTo>
                    <a:cubicBezTo>
                      <a:pt x="446031" y="296235"/>
                      <a:pt x="518314" y="296235"/>
                      <a:pt x="590135" y="295775"/>
                    </a:cubicBezTo>
                    <a:cubicBezTo>
                      <a:pt x="603946" y="295775"/>
                      <a:pt x="608550" y="301760"/>
                      <a:pt x="609011" y="314651"/>
                    </a:cubicBezTo>
                    <a:lnTo>
                      <a:pt x="616342" y="463262"/>
                    </a:lnTo>
                    <a:lnTo>
                      <a:pt x="641779" y="463326"/>
                    </a:lnTo>
                    <a:lnTo>
                      <a:pt x="634331" y="313730"/>
                    </a:lnTo>
                    <a:cubicBezTo>
                      <a:pt x="633410" y="299918"/>
                      <a:pt x="638935" y="294854"/>
                      <a:pt x="652747" y="294854"/>
                    </a:cubicBezTo>
                    <a:close/>
                    <a:moveTo>
                      <a:pt x="115471" y="294854"/>
                    </a:moveTo>
                    <a:cubicBezTo>
                      <a:pt x="180386" y="295314"/>
                      <a:pt x="245762" y="295314"/>
                      <a:pt x="310677" y="294854"/>
                    </a:cubicBezTo>
                    <a:cubicBezTo>
                      <a:pt x="326331" y="294854"/>
                      <a:pt x="330934" y="300839"/>
                      <a:pt x="330474" y="316032"/>
                    </a:cubicBezTo>
                    <a:cubicBezTo>
                      <a:pt x="326791" y="383710"/>
                      <a:pt x="323568" y="451847"/>
                      <a:pt x="320346" y="519985"/>
                    </a:cubicBezTo>
                    <a:cubicBezTo>
                      <a:pt x="319425" y="543005"/>
                      <a:pt x="317583" y="545307"/>
                      <a:pt x="295024" y="545307"/>
                    </a:cubicBezTo>
                    <a:cubicBezTo>
                      <a:pt x="261876" y="545767"/>
                      <a:pt x="229187" y="545307"/>
                      <a:pt x="196499" y="545307"/>
                    </a:cubicBezTo>
                    <a:cubicBezTo>
                      <a:pt x="162891" y="545307"/>
                      <a:pt x="129743" y="545767"/>
                      <a:pt x="96134" y="545307"/>
                    </a:cubicBezTo>
                    <a:cubicBezTo>
                      <a:pt x="74496" y="545307"/>
                      <a:pt x="65288" y="535638"/>
                      <a:pt x="68050" y="514460"/>
                    </a:cubicBezTo>
                    <a:cubicBezTo>
                      <a:pt x="76337" y="448164"/>
                      <a:pt x="85545" y="381868"/>
                      <a:pt x="93832" y="315572"/>
                    </a:cubicBezTo>
                    <a:cubicBezTo>
                      <a:pt x="95674" y="301760"/>
                      <a:pt x="100278" y="294854"/>
                      <a:pt x="115471" y="294854"/>
                    </a:cubicBezTo>
                    <a:close/>
                    <a:moveTo>
                      <a:pt x="644460" y="61896"/>
                    </a:moveTo>
                    <a:cubicBezTo>
                      <a:pt x="697865" y="62357"/>
                      <a:pt x="750810" y="61896"/>
                      <a:pt x="804215" y="62357"/>
                    </a:cubicBezTo>
                    <a:cubicBezTo>
                      <a:pt x="826314" y="62357"/>
                      <a:pt x="833681" y="68802"/>
                      <a:pt x="836443" y="90901"/>
                    </a:cubicBezTo>
                    <a:cubicBezTo>
                      <a:pt x="843809" y="144306"/>
                      <a:pt x="850255" y="197713"/>
                      <a:pt x="857621" y="251118"/>
                    </a:cubicBezTo>
                    <a:cubicBezTo>
                      <a:pt x="859462" y="264009"/>
                      <a:pt x="853938" y="268153"/>
                      <a:pt x="841968" y="268153"/>
                    </a:cubicBezTo>
                    <a:cubicBezTo>
                      <a:pt x="810201" y="268153"/>
                      <a:pt x="777973" y="268153"/>
                      <a:pt x="745746" y="268153"/>
                    </a:cubicBezTo>
                    <a:cubicBezTo>
                      <a:pt x="713979" y="268153"/>
                      <a:pt x="682672" y="267692"/>
                      <a:pt x="650905" y="268153"/>
                    </a:cubicBezTo>
                    <a:cubicBezTo>
                      <a:pt x="637554" y="268153"/>
                      <a:pt x="631569" y="263088"/>
                      <a:pt x="631109" y="249737"/>
                    </a:cubicBezTo>
                    <a:cubicBezTo>
                      <a:pt x="628807" y="194030"/>
                      <a:pt x="626505" y="138782"/>
                      <a:pt x="623282" y="83074"/>
                    </a:cubicBezTo>
                    <a:cubicBezTo>
                      <a:pt x="622361" y="66500"/>
                      <a:pt x="628807" y="61436"/>
                      <a:pt x="644460" y="61896"/>
                    </a:cubicBezTo>
                    <a:close/>
                    <a:moveTo>
                      <a:pt x="390324" y="61896"/>
                    </a:moveTo>
                    <a:cubicBezTo>
                      <a:pt x="452016" y="62817"/>
                      <a:pt x="513249" y="62817"/>
                      <a:pt x="574941" y="61896"/>
                    </a:cubicBezTo>
                    <a:cubicBezTo>
                      <a:pt x="591055" y="61896"/>
                      <a:pt x="597040" y="67881"/>
                      <a:pt x="597500" y="83074"/>
                    </a:cubicBezTo>
                    <a:cubicBezTo>
                      <a:pt x="599802" y="137861"/>
                      <a:pt x="602564" y="193109"/>
                      <a:pt x="605327" y="247895"/>
                    </a:cubicBezTo>
                    <a:cubicBezTo>
                      <a:pt x="606247" y="263549"/>
                      <a:pt x="599802" y="268152"/>
                      <a:pt x="584609" y="268152"/>
                    </a:cubicBezTo>
                    <a:cubicBezTo>
                      <a:pt x="551461" y="267692"/>
                      <a:pt x="517392" y="268152"/>
                      <a:pt x="483323" y="268152"/>
                    </a:cubicBezTo>
                    <a:cubicBezTo>
                      <a:pt x="448333" y="268152"/>
                      <a:pt x="412883" y="267692"/>
                      <a:pt x="377894" y="268152"/>
                    </a:cubicBezTo>
                    <a:cubicBezTo>
                      <a:pt x="364082" y="268152"/>
                      <a:pt x="358557" y="263088"/>
                      <a:pt x="359478" y="249276"/>
                    </a:cubicBezTo>
                    <a:cubicBezTo>
                      <a:pt x="362240" y="193569"/>
                      <a:pt x="365003" y="138321"/>
                      <a:pt x="367305" y="82614"/>
                    </a:cubicBezTo>
                    <a:cubicBezTo>
                      <a:pt x="367765" y="66961"/>
                      <a:pt x="374671" y="61436"/>
                      <a:pt x="390324" y="61896"/>
                    </a:cubicBezTo>
                    <a:close/>
                    <a:moveTo>
                      <a:pt x="152302" y="61896"/>
                    </a:moveTo>
                    <a:cubicBezTo>
                      <a:pt x="209851" y="61896"/>
                      <a:pt x="266939" y="61896"/>
                      <a:pt x="324488" y="61896"/>
                    </a:cubicBezTo>
                    <a:cubicBezTo>
                      <a:pt x="337379" y="61896"/>
                      <a:pt x="342443" y="67881"/>
                      <a:pt x="341522" y="80312"/>
                    </a:cubicBezTo>
                    <a:cubicBezTo>
                      <a:pt x="338760" y="136940"/>
                      <a:pt x="335998" y="193569"/>
                      <a:pt x="333696" y="250197"/>
                    </a:cubicBezTo>
                    <a:cubicBezTo>
                      <a:pt x="333235" y="262627"/>
                      <a:pt x="327711" y="267692"/>
                      <a:pt x="314820" y="267692"/>
                    </a:cubicBezTo>
                    <a:cubicBezTo>
                      <a:pt x="282592" y="268152"/>
                      <a:pt x="249905" y="268152"/>
                      <a:pt x="216757" y="268152"/>
                    </a:cubicBezTo>
                    <a:cubicBezTo>
                      <a:pt x="184990" y="268152"/>
                      <a:pt x="153683" y="267692"/>
                      <a:pt x="121916" y="268152"/>
                    </a:cubicBezTo>
                    <a:cubicBezTo>
                      <a:pt x="106723" y="268613"/>
                      <a:pt x="100738" y="263088"/>
                      <a:pt x="102580" y="247435"/>
                    </a:cubicBezTo>
                    <a:cubicBezTo>
                      <a:pt x="109946" y="194029"/>
                      <a:pt x="116852" y="140623"/>
                      <a:pt x="123758" y="87217"/>
                    </a:cubicBezTo>
                    <a:cubicBezTo>
                      <a:pt x="126060" y="71104"/>
                      <a:pt x="135267" y="61896"/>
                      <a:pt x="152302" y="61896"/>
                    </a:cubicBezTo>
                    <a:close/>
                    <a:moveTo>
                      <a:pt x="136187" y="41639"/>
                    </a:moveTo>
                    <a:cubicBezTo>
                      <a:pt x="112247" y="41639"/>
                      <a:pt x="104420" y="48084"/>
                      <a:pt x="101198" y="71564"/>
                    </a:cubicBezTo>
                    <a:cubicBezTo>
                      <a:pt x="95673" y="108396"/>
                      <a:pt x="91069" y="145687"/>
                      <a:pt x="86465" y="182979"/>
                    </a:cubicBezTo>
                    <a:cubicBezTo>
                      <a:pt x="72193" y="296696"/>
                      <a:pt x="57461" y="409953"/>
                      <a:pt x="43188" y="523209"/>
                    </a:cubicBezTo>
                    <a:cubicBezTo>
                      <a:pt x="38584" y="556817"/>
                      <a:pt x="45951" y="563723"/>
                      <a:pt x="80020" y="563723"/>
                    </a:cubicBezTo>
                    <a:cubicBezTo>
                      <a:pt x="213073" y="563723"/>
                      <a:pt x="346125" y="563723"/>
                      <a:pt x="479180" y="563723"/>
                    </a:cubicBezTo>
                    <a:cubicBezTo>
                      <a:pt x="615455" y="563723"/>
                      <a:pt x="751270" y="563723"/>
                      <a:pt x="887546" y="563263"/>
                    </a:cubicBezTo>
                    <a:cubicBezTo>
                      <a:pt x="912407" y="563263"/>
                      <a:pt x="921155" y="554055"/>
                      <a:pt x="917932" y="530115"/>
                    </a:cubicBezTo>
                    <a:cubicBezTo>
                      <a:pt x="898595" y="377725"/>
                      <a:pt x="878799" y="225795"/>
                      <a:pt x="859462" y="73406"/>
                    </a:cubicBezTo>
                    <a:cubicBezTo>
                      <a:pt x="856240" y="49005"/>
                      <a:pt x="848413" y="41639"/>
                      <a:pt x="824012" y="41639"/>
                    </a:cubicBezTo>
                    <a:cubicBezTo>
                      <a:pt x="594738" y="41639"/>
                      <a:pt x="365463" y="41639"/>
                      <a:pt x="136187" y="41639"/>
                    </a:cubicBezTo>
                    <a:close/>
                    <a:moveTo>
                      <a:pt x="130202" y="204"/>
                    </a:moveTo>
                    <a:cubicBezTo>
                      <a:pt x="201102" y="-257"/>
                      <a:pt x="272002" y="204"/>
                      <a:pt x="342903" y="204"/>
                    </a:cubicBezTo>
                    <a:cubicBezTo>
                      <a:pt x="501738" y="204"/>
                      <a:pt x="660573" y="204"/>
                      <a:pt x="819408" y="204"/>
                    </a:cubicBezTo>
                    <a:cubicBezTo>
                      <a:pt x="869130" y="204"/>
                      <a:pt x="893991" y="22302"/>
                      <a:pt x="899976" y="71564"/>
                    </a:cubicBezTo>
                    <a:cubicBezTo>
                      <a:pt x="919313" y="223954"/>
                      <a:pt x="938649" y="376343"/>
                      <a:pt x="957986" y="528272"/>
                    </a:cubicBezTo>
                    <a:cubicBezTo>
                      <a:pt x="962590" y="566024"/>
                      <a:pt x="936808" y="617588"/>
                      <a:pt x="904120" y="636003"/>
                    </a:cubicBezTo>
                    <a:cubicBezTo>
                      <a:pt x="893531" y="641988"/>
                      <a:pt x="882021" y="643369"/>
                      <a:pt x="870051" y="643369"/>
                    </a:cubicBezTo>
                    <a:cubicBezTo>
                      <a:pt x="816646" y="643369"/>
                      <a:pt x="761859" y="643369"/>
                      <a:pt x="707533" y="643369"/>
                    </a:cubicBezTo>
                    <a:cubicBezTo>
                      <a:pt x="650445" y="643369"/>
                      <a:pt x="593817" y="643830"/>
                      <a:pt x="536728" y="642909"/>
                    </a:cubicBezTo>
                    <a:cubicBezTo>
                      <a:pt x="521995" y="642909"/>
                      <a:pt x="518312" y="647053"/>
                      <a:pt x="521995" y="661325"/>
                    </a:cubicBezTo>
                    <a:cubicBezTo>
                      <a:pt x="530743" y="697696"/>
                      <a:pt x="538109" y="734527"/>
                      <a:pt x="547317" y="770898"/>
                    </a:cubicBezTo>
                    <a:cubicBezTo>
                      <a:pt x="551461" y="786551"/>
                      <a:pt x="546857" y="792076"/>
                      <a:pt x="531203" y="792996"/>
                    </a:cubicBezTo>
                    <a:cubicBezTo>
                      <a:pt x="495293" y="795298"/>
                      <a:pt x="459843" y="795759"/>
                      <a:pt x="423932" y="792536"/>
                    </a:cubicBezTo>
                    <a:cubicBezTo>
                      <a:pt x="411502" y="791615"/>
                      <a:pt x="409200" y="786551"/>
                      <a:pt x="411962" y="775502"/>
                    </a:cubicBezTo>
                    <a:cubicBezTo>
                      <a:pt x="420709" y="738210"/>
                      <a:pt x="428536" y="701379"/>
                      <a:pt x="436823" y="664087"/>
                    </a:cubicBezTo>
                    <a:cubicBezTo>
                      <a:pt x="441427" y="644290"/>
                      <a:pt x="440506" y="643369"/>
                      <a:pt x="419789" y="643369"/>
                    </a:cubicBezTo>
                    <a:cubicBezTo>
                      <a:pt x="314358" y="643369"/>
                      <a:pt x="208929" y="643369"/>
                      <a:pt x="103039" y="643369"/>
                    </a:cubicBezTo>
                    <a:cubicBezTo>
                      <a:pt x="41347" y="643369"/>
                      <a:pt x="-6994" y="589964"/>
                      <a:pt x="832" y="528732"/>
                    </a:cubicBezTo>
                    <a:cubicBezTo>
                      <a:pt x="20168" y="372199"/>
                      <a:pt x="40426" y="216127"/>
                      <a:pt x="60683" y="59594"/>
                    </a:cubicBezTo>
                    <a:cubicBezTo>
                      <a:pt x="65287" y="24144"/>
                      <a:pt x="93371" y="664"/>
                      <a:pt x="130202" y="204"/>
                    </a:cubicBezTo>
                    <a:close/>
                  </a:path>
                </a:pathLst>
              </a:custGeom>
              <a:solidFill>
                <a:schemeClr val="accent4"/>
              </a:solidFill>
              <a:ln w="4596" cap="flat">
                <a:noFill/>
                <a:prstDash val="solid"/>
                <a:miter/>
              </a:ln>
            </p:spPr>
            <p:txBody>
              <a:bodyPr rtlCol="0" anchor="ctr"/>
              <a:lstStyle/>
              <a:p>
                <a:endParaRPr lang="en-US" dirty="0"/>
              </a:p>
            </p:txBody>
          </p:sp>
          <p:sp>
            <p:nvSpPr>
              <p:cNvPr id="38" name="Graphic 2">
                <a:extLst>
                  <a:ext uri="{FF2B5EF4-FFF2-40B4-BE49-F238E27FC236}">
                    <a16:creationId xmlns:a16="http://schemas.microsoft.com/office/drawing/2014/main" id="{EA4A978E-DB89-472E-B457-B479C65A937D}"/>
                  </a:ext>
                </a:extLst>
              </p:cNvPr>
              <p:cNvSpPr/>
              <p:nvPr/>
            </p:nvSpPr>
            <p:spPr>
              <a:xfrm>
                <a:off x="2113716" y="4659805"/>
                <a:ext cx="852021" cy="884377"/>
              </a:xfrm>
              <a:custGeom>
                <a:avLst/>
                <a:gdLst>
                  <a:gd name="connsiteX0" fmla="*/ 2107883 w 2257425"/>
                  <a:gd name="connsiteY0" fmla="*/ 1311593 h 2343150"/>
                  <a:gd name="connsiteX1" fmla="*/ 2044065 w 2257425"/>
                  <a:gd name="connsiteY1" fmla="*/ 0 h 2343150"/>
                  <a:gd name="connsiteX2" fmla="*/ 1905000 w 2257425"/>
                  <a:gd name="connsiteY2" fmla="*/ 0 h 2343150"/>
                  <a:gd name="connsiteX3" fmla="*/ 1843088 w 2257425"/>
                  <a:gd name="connsiteY3" fmla="*/ 1312545 h 2343150"/>
                  <a:gd name="connsiteX4" fmla="*/ 1762125 w 2257425"/>
                  <a:gd name="connsiteY4" fmla="*/ 1315403 h 2343150"/>
                  <a:gd name="connsiteX5" fmla="*/ 1698308 w 2257425"/>
                  <a:gd name="connsiteY5" fmla="*/ 269558 h 2343150"/>
                  <a:gd name="connsiteX6" fmla="*/ 1556385 w 2257425"/>
                  <a:gd name="connsiteY6" fmla="*/ 269558 h 2343150"/>
                  <a:gd name="connsiteX7" fmla="*/ 1495425 w 2257425"/>
                  <a:gd name="connsiteY7" fmla="*/ 1320165 h 2343150"/>
                  <a:gd name="connsiteX8" fmla="*/ 1379220 w 2257425"/>
                  <a:gd name="connsiteY8" fmla="*/ 1325880 h 2343150"/>
                  <a:gd name="connsiteX9" fmla="*/ 1379220 w 2257425"/>
                  <a:gd name="connsiteY9" fmla="*/ 1153478 h 2343150"/>
                  <a:gd name="connsiteX10" fmla="*/ 1321118 w 2257425"/>
                  <a:gd name="connsiteY10" fmla="*/ 1050608 h 2343150"/>
                  <a:gd name="connsiteX11" fmla="*/ 1305878 w 2257425"/>
                  <a:gd name="connsiteY11" fmla="*/ 1036320 h 2343150"/>
                  <a:gd name="connsiteX12" fmla="*/ 1239203 w 2257425"/>
                  <a:gd name="connsiteY12" fmla="*/ 1029653 h 2343150"/>
                  <a:gd name="connsiteX13" fmla="*/ 1205865 w 2257425"/>
                  <a:gd name="connsiteY13" fmla="*/ 1060133 h 2343150"/>
                  <a:gd name="connsiteX14" fmla="*/ 1163003 w 2257425"/>
                  <a:gd name="connsiteY14" fmla="*/ 1141095 h 2343150"/>
                  <a:gd name="connsiteX15" fmla="*/ 1132523 w 2257425"/>
                  <a:gd name="connsiteY15" fmla="*/ 1168718 h 2343150"/>
                  <a:gd name="connsiteX16" fmla="*/ 1103948 w 2257425"/>
                  <a:gd name="connsiteY16" fmla="*/ 1197293 h 2343150"/>
                  <a:gd name="connsiteX17" fmla="*/ 1103948 w 2257425"/>
                  <a:gd name="connsiteY17" fmla="*/ 1243965 h 2343150"/>
                  <a:gd name="connsiteX18" fmla="*/ 1095375 w 2257425"/>
                  <a:gd name="connsiteY18" fmla="*/ 1259205 h 2343150"/>
                  <a:gd name="connsiteX19" fmla="*/ 1084898 w 2257425"/>
                  <a:gd name="connsiteY19" fmla="*/ 1243013 h 2343150"/>
                  <a:gd name="connsiteX20" fmla="*/ 1082040 w 2257425"/>
                  <a:gd name="connsiteY20" fmla="*/ 1167765 h 2343150"/>
                  <a:gd name="connsiteX21" fmla="*/ 1082040 w 2257425"/>
                  <a:gd name="connsiteY21" fmla="*/ 967740 h 2343150"/>
                  <a:gd name="connsiteX22" fmla="*/ 1052513 w 2257425"/>
                  <a:gd name="connsiteY22" fmla="*/ 934403 h 2343150"/>
                  <a:gd name="connsiteX23" fmla="*/ 835343 w 2257425"/>
                  <a:gd name="connsiteY23" fmla="*/ 934403 h 2343150"/>
                  <a:gd name="connsiteX24" fmla="*/ 809625 w 2257425"/>
                  <a:gd name="connsiteY24" fmla="*/ 962025 h 2343150"/>
                  <a:gd name="connsiteX25" fmla="*/ 810578 w 2257425"/>
                  <a:gd name="connsiteY25" fmla="*/ 1013460 h 2343150"/>
                  <a:gd name="connsiteX26" fmla="*/ 787718 w 2257425"/>
                  <a:gd name="connsiteY26" fmla="*/ 1050608 h 2343150"/>
                  <a:gd name="connsiteX27" fmla="*/ 727710 w 2257425"/>
                  <a:gd name="connsiteY27" fmla="*/ 1145858 h 2343150"/>
                  <a:gd name="connsiteX28" fmla="*/ 727710 w 2257425"/>
                  <a:gd name="connsiteY28" fmla="*/ 1238250 h 2343150"/>
                  <a:gd name="connsiteX29" fmla="*/ 679133 w 2257425"/>
                  <a:gd name="connsiteY29" fmla="*/ 1285875 h 2343150"/>
                  <a:gd name="connsiteX30" fmla="*/ 634365 w 2257425"/>
                  <a:gd name="connsiteY30" fmla="*/ 1329690 h 2343150"/>
                  <a:gd name="connsiteX31" fmla="*/ 631508 w 2257425"/>
                  <a:gd name="connsiteY31" fmla="*/ 1626870 h 2343150"/>
                  <a:gd name="connsiteX32" fmla="*/ 564833 w 2257425"/>
                  <a:gd name="connsiteY32" fmla="*/ 1503045 h 2343150"/>
                  <a:gd name="connsiteX33" fmla="*/ 330518 w 2257425"/>
                  <a:gd name="connsiteY33" fmla="*/ 1635443 h 2343150"/>
                  <a:gd name="connsiteX34" fmla="*/ 259080 w 2257425"/>
                  <a:gd name="connsiteY34" fmla="*/ 1503998 h 2343150"/>
                  <a:gd name="connsiteX35" fmla="*/ 3810 w 2257425"/>
                  <a:gd name="connsiteY35" fmla="*/ 1649730 h 2343150"/>
                  <a:gd name="connsiteX36" fmla="*/ 0 w 2257425"/>
                  <a:gd name="connsiteY36" fmla="*/ 2349818 h 2343150"/>
                  <a:gd name="connsiteX37" fmla="*/ 2255520 w 2257425"/>
                  <a:gd name="connsiteY37" fmla="*/ 2349818 h 2343150"/>
                  <a:gd name="connsiteX38" fmla="*/ 2259330 w 2257425"/>
                  <a:gd name="connsiteY38" fmla="*/ 1314450 h 2343150"/>
                  <a:gd name="connsiteX39" fmla="*/ 2107883 w 2257425"/>
                  <a:gd name="connsiteY39" fmla="*/ 1311593 h 2343150"/>
                  <a:gd name="connsiteX40" fmla="*/ 943928 w 2257425"/>
                  <a:gd name="connsiteY40" fmla="*/ 1273493 h 2343150"/>
                  <a:gd name="connsiteX41" fmla="*/ 962025 w 2257425"/>
                  <a:gd name="connsiteY41" fmla="*/ 1253490 h 2343150"/>
                  <a:gd name="connsiteX42" fmla="*/ 982028 w 2257425"/>
                  <a:gd name="connsiteY42" fmla="*/ 1274445 h 2343150"/>
                  <a:gd name="connsiteX43" fmla="*/ 982028 w 2257425"/>
                  <a:gd name="connsiteY43" fmla="*/ 1330643 h 2343150"/>
                  <a:gd name="connsiteX44" fmla="*/ 982980 w 2257425"/>
                  <a:gd name="connsiteY44" fmla="*/ 1330643 h 2343150"/>
                  <a:gd name="connsiteX45" fmla="*/ 982980 w 2257425"/>
                  <a:gd name="connsiteY45" fmla="*/ 1383983 h 2343150"/>
                  <a:gd name="connsiteX46" fmla="*/ 1015365 w 2257425"/>
                  <a:gd name="connsiteY46" fmla="*/ 1415415 h 2343150"/>
                  <a:gd name="connsiteX47" fmla="*/ 1083945 w 2257425"/>
                  <a:gd name="connsiteY47" fmla="*/ 1415415 h 2343150"/>
                  <a:gd name="connsiteX48" fmla="*/ 1104900 w 2257425"/>
                  <a:gd name="connsiteY48" fmla="*/ 1434465 h 2343150"/>
                  <a:gd name="connsiteX49" fmla="*/ 1076325 w 2257425"/>
                  <a:gd name="connsiteY49" fmla="*/ 1478280 h 2343150"/>
                  <a:gd name="connsiteX50" fmla="*/ 1065848 w 2257425"/>
                  <a:gd name="connsiteY50" fmla="*/ 1502093 h 2343150"/>
                  <a:gd name="connsiteX51" fmla="*/ 1065848 w 2257425"/>
                  <a:gd name="connsiteY51" fmla="*/ 1631633 h 2343150"/>
                  <a:gd name="connsiteX52" fmla="*/ 1040130 w 2257425"/>
                  <a:gd name="connsiteY52" fmla="*/ 1657350 h 2343150"/>
                  <a:gd name="connsiteX53" fmla="*/ 964883 w 2257425"/>
                  <a:gd name="connsiteY53" fmla="*/ 1657350 h 2343150"/>
                  <a:gd name="connsiteX54" fmla="*/ 944880 w 2257425"/>
                  <a:gd name="connsiteY54" fmla="*/ 1637348 h 2343150"/>
                  <a:gd name="connsiteX55" fmla="*/ 943928 w 2257425"/>
                  <a:gd name="connsiteY55" fmla="*/ 1273493 h 2343150"/>
                  <a:gd name="connsiteX56" fmla="*/ 858203 w 2257425"/>
                  <a:gd name="connsiteY56" fmla="*/ 992505 h 2343150"/>
                  <a:gd name="connsiteX57" fmla="*/ 882968 w 2257425"/>
                  <a:gd name="connsiteY57" fmla="*/ 980123 h 2343150"/>
                  <a:gd name="connsiteX58" fmla="*/ 1009650 w 2257425"/>
                  <a:gd name="connsiteY58" fmla="*/ 980123 h 2343150"/>
                  <a:gd name="connsiteX59" fmla="*/ 1035368 w 2257425"/>
                  <a:gd name="connsiteY59" fmla="*/ 1006793 h 2343150"/>
                  <a:gd name="connsiteX60" fmla="*/ 1035368 w 2257425"/>
                  <a:gd name="connsiteY60" fmla="*/ 1138238 h 2343150"/>
                  <a:gd name="connsiteX61" fmla="*/ 1036320 w 2257425"/>
                  <a:gd name="connsiteY61" fmla="*/ 1138238 h 2343150"/>
                  <a:gd name="connsiteX62" fmla="*/ 1036320 w 2257425"/>
                  <a:gd name="connsiteY62" fmla="*/ 1267778 h 2343150"/>
                  <a:gd name="connsiteX63" fmla="*/ 1075373 w 2257425"/>
                  <a:gd name="connsiteY63" fmla="*/ 1307783 h 2343150"/>
                  <a:gd name="connsiteX64" fmla="*/ 1104900 w 2257425"/>
                  <a:gd name="connsiteY64" fmla="*/ 1358265 h 2343150"/>
                  <a:gd name="connsiteX65" fmla="*/ 1070610 w 2257425"/>
                  <a:gd name="connsiteY65" fmla="*/ 1378268 h 2343150"/>
                  <a:gd name="connsiteX66" fmla="*/ 1062990 w 2257425"/>
                  <a:gd name="connsiteY66" fmla="*/ 1377315 h 2343150"/>
                  <a:gd name="connsiteX67" fmla="*/ 1019175 w 2257425"/>
                  <a:gd name="connsiteY67" fmla="*/ 1329690 h 2343150"/>
                  <a:gd name="connsiteX68" fmla="*/ 1020128 w 2257425"/>
                  <a:gd name="connsiteY68" fmla="*/ 1239203 h 2343150"/>
                  <a:gd name="connsiteX69" fmla="*/ 1002983 w 2257425"/>
                  <a:gd name="connsiteY69" fmla="*/ 1219200 h 2343150"/>
                  <a:gd name="connsiteX70" fmla="*/ 990600 w 2257425"/>
                  <a:gd name="connsiteY70" fmla="*/ 1218248 h 2343150"/>
                  <a:gd name="connsiteX71" fmla="*/ 944880 w 2257425"/>
                  <a:gd name="connsiteY71" fmla="*/ 1168718 h 2343150"/>
                  <a:gd name="connsiteX72" fmla="*/ 870585 w 2257425"/>
                  <a:gd name="connsiteY72" fmla="*/ 1042035 h 2343150"/>
                  <a:gd name="connsiteX73" fmla="*/ 858203 w 2257425"/>
                  <a:gd name="connsiteY73" fmla="*/ 992505 h 2343150"/>
                  <a:gd name="connsiteX74" fmla="*/ 680085 w 2257425"/>
                  <a:gd name="connsiteY74" fmla="*/ 1354455 h 2343150"/>
                  <a:gd name="connsiteX75" fmla="*/ 704850 w 2257425"/>
                  <a:gd name="connsiteY75" fmla="*/ 1331595 h 2343150"/>
                  <a:gd name="connsiteX76" fmla="*/ 726758 w 2257425"/>
                  <a:gd name="connsiteY76" fmla="*/ 1355408 h 2343150"/>
                  <a:gd name="connsiteX77" fmla="*/ 726758 w 2257425"/>
                  <a:gd name="connsiteY77" fmla="*/ 1496378 h 2343150"/>
                  <a:gd name="connsiteX78" fmla="*/ 726758 w 2257425"/>
                  <a:gd name="connsiteY78" fmla="*/ 1632585 h 2343150"/>
                  <a:gd name="connsiteX79" fmla="*/ 702945 w 2257425"/>
                  <a:gd name="connsiteY79" fmla="*/ 1657350 h 2343150"/>
                  <a:gd name="connsiteX80" fmla="*/ 679133 w 2257425"/>
                  <a:gd name="connsiteY80" fmla="*/ 1632585 h 2343150"/>
                  <a:gd name="connsiteX81" fmla="*/ 680085 w 2257425"/>
                  <a:gd name="connsiteY81" fmla="*/ 1354455 h 234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257425" h="2343150">
                    <a:moveTo>
                      <a:pt x="2107883" y="1311593"/>
                    </a:moveTo>
                    <a:lnTo>
                      <a:pt x="2044065" y="0"/>
                    </a:lnTo>
                    <a:lnTo>
                      <a:pt x="1905000" y="0"/>
                    </a:lnTo>
                    <a:lnTo>
                      <a:pt x="1843088" y="1312545"/>
                    </a:lnTo>
                    <a:lnTo>
                      <a:pt x="1762125" y="1315403"/>
                    </a:lnTo>
                    <a:lnTo>
                      <a:pt x="1698308" y="269558"/>
                    </a:lnTo>
                    <a:lnTo>
                      <a:pt x="1556385" y="269558"/>
                    </a:lnTo>
                    <a:lnTo>
                      <a:pt x="1495425" y="1320165"/>
                    </a:lnTo>
                    <a:lnTo>
                      <a:pt x="1379220" y="1325880"/>
                    </a:lnTo>
                    <a:cubicBezTo>
                      <a:pt x="1379220" y="1268730"/>
                      <a:pt x="1379220" y="1210628"/>
                      <a:pt x="1379220" y="1153478"/>
                    </a:cubicBezTo>
                    <a:cubicBezTo>
                      <a:pt x="1379220" y="1108710"/>
                      <a:pt x="1361123" y="1073468"/>
                      <a:pt x="1321118" y="1050608"/>
                    </a:cubicBezTo>
                    <a:cubicBezTo>
                      <a:pt x="1314450" y="1046798"/>
                      <a:pt x="1309688" y="1042988"/>
                      <a:pt x="1305878" y="1036320"/>
                    </a:cubicBezTo>
                    <a:cubicBezTo>
                      <a:pt x="1297305" y="1020128"/>
                      <a:pt x="1247775" y="1014413"/>
                      <a:pt x="1239203" y="1029653"/>
                    </a:cubicBezTo>
                    <a:cubicBezTo>
                      <a:pt x="1230630" y="1044893"/>
                      <a:pt x="1217295" y="1050608"/>
                      <a:pt x="1205865" y="1060133"/>
                    </a:cubicBezTo>
                    <a:cubicBezTo>
                      <a:pt x="1179195" y="1081088"/>
                      <a:pt x="1163003" y="1107758"/>
                      <a:pt x="1163003" y="1141095"/>
                    </a:cubicBezTo>
                    <a:cubicBezTo>
                      <a:pt x="1163003" y="1164908"/>
                      <a:pt x="1153478" y="1171575"/>
                      <a:pt x="1132523" y="1168718"/>
                    </a:cubicBezTo>
                    <a:cubicBezTo>
                      <a:pt x="1111568" y="1165860"/>
                      <a:pt x="1102995" y="1177290"/>
                      <a:pt x="1103948" y="1197293"/>
                    </a:cubicBezTo>
                    <a:cubicBezTo>
                      <a:pt x="1104900" y="1212533"/>
                      <a:pt x="1103948" y="1227773"/>
                      <a:pt x="1103948" y="1243965"/>
                    </a:cubicBezTo>
                    <a:cubicBezTo>
                      <a:pt x="1103948" y="1250633"/>
                      <a:pt x="1104900" y="1258253"/>
                      <a:pt x="1095375" y="1259205"/>
                    </a:cubicBezTo>
                    <a:cubicBezTo>
                      <a:pt x="1084898" y="1260158"/>
                      <a:pt x="1084898" y="1250633"/>
                      <a:pt x="1084898" y="1243013"/>
                    </a:cubicBezTo>
                    <a:cubicBezTo>
                      <a:pt x="1083945" y="1218248"/>
                      <a:pt x="1082040" y="1192530"/>
                      <a:pt x="1082040" y="1167765"/>
                    </a:cubicBezTo>
                    <a:cubicBezTo>
                      <a:pt x="1081088" y="1101090"/>
                      <a:pt x="1081088" y="1034415"/>
                      <a:pt x="1082040" y="967740"/>
                    </a:cubicBezTo>
                    <a:cubicBezTo>
                      <a:pt x="1082040" y="947738"/>
                      <a:pt x="1075373" y="934403"/>
                      <a:pt x="1052513" y="934403"/>
                    </a:cubicBezTo>
                    <a:cubicBezTo>
                      <a:pt x="980123" y="934403"/>
                      <a:pt x="907733" y="934403"/>
                      <a:pt x="835343" y="934403"/>
                    </a:cubicBezTo>
                    <a:cubicBezTo>
                      <a:pt x="817245" y="934403"/>
                      <a:pt x="808673" y="943928"/>
                      <a:pt x="809625" y="962025"/>
                    </a:cubicBezTo>
                    <a:cubicBezTo>
                      <a:pt x="809625" y="979170"/>
                      <a:pt x="808673" y="996315"/>
                      <a:pt x="810578" y="1013460"/>
                    </a:cubicBezTo>
                    <a:cubicBezTo>
                      <a:pt x="812483" y="1032510"/>
                      <a:pt x="805815" y="1042988"/>
                      <a:pt x="787718" y="1050608"/>
                    </a:cubicBezTo>
                    <a:cubicBezTo>
                      <a:pt x="747713" y="1068705"/>
                      <a:pt x="728663" y="1102043"/>
                      <a:pt x="727710" y="1145858"/>
                    </a:cubicBezTo>
                    <a:cubicBezTo>
                      <a:pt x="727710" y="1176338"/>
                      <a:pt x="727710" y="1207770"/>
                      <a:pt x="727710" y="1238250"/>
                    </a:cubicBezTo>
                    <a:cubicBezTo>
                      <a:pt x="727710" y="1292543"/>
                      <a:pt x="733425" y="1285875"/>
                      <a:pt x="679133" y="1285875"/>
                    </a:cubicBezTo>
                    <a:cubicBezTo>
                      <a:pt x="637223" y="1285875"/>
                      <a:pt x="634365" y="1288733"/>
                      <a:pt x="634365" y="1329690"/>
                    </a:cubicBezTo>
                    <a:cubicBezTo>
                      <a:pt x="633413" y="1428750"/>
                      <a:pt x="631508" y="1527810"/>
                      <a:pt x="631508" y="1626870"/>
                    </a:cubicBezTo>
                    <a:lnTo>
                      <a:pt x="564833" y="1503045"/>
                    </a:lnTo>
                    <a:lnTo>
                      <a:pt x="330518" y="1635443"/>
                    </a:lnTo>
                    <a:lnTo>
                      <a:pt x="259080" y="1503998"/>
                    </a:lnTo>
                    <a:lnTo>
                      <a:pt x="3810" y="1649730"/>
                    </a:lnTo>
                    <a:lnTo>
                      <a:pt x="0" y="2349818"/>
                    </a:lnTo>
                    <a:lnTo>
                      <a:pt x="2255520" y="2349818"/>
                    </a:lnTo>
                    <a:lnTo>
                      <a:pt x="2259330" y="1314450"/>
                    </a:lnTo>
                    <a:lnTo>
                      <a:pt x="2107883" y="1311593"/>
                    </a:lnTo>
                    <a:close/>
                    <a:moveTo>
                      <a:pt x="943928" y="1273493"/>
                    </a:moveTo>
                    <a:cubicBezTo>
                      <a:pt x="943928" y="1261110"/>
                      <a:pt x="947738" y="1253490"/>
                      <a:pt x="962025" y="1253490"/>
                    </a:cubicBezTo>
                    <a:cubicBezTo>
                      <a:pt x="977265" y="1253490"/>
                      <a:pt x="982028" y="1260158"/>
                      <a:pt x="982028" y="1274445"/>
                    </a:cubicBezTo>
                    <a:cubicBezTo>
                      <a:pt x="982028" y="1293495"/>
                      <a:pt x="982028" y="1311593"/>
                      <a:pt x="982028" y="1330643"/>
                    </a:cubicBezTo>
                    <a:cubicBezTo>
                      <a:pt x="982028" y="1330643"/>
                      <a:pt x="982028" y="1330643"/>
                      <a:pt x="982980" y="1330643"/>
                    </a:cubicBezTo>
                    <a:cubicBezTo>
                      <a:pt x="982980" y="1348740"/>
                      <a:pt x="982980" y="1366838"/>
                      <a:pt x="982980" y="1383983"/>
                    </a:cubicBezTo>
                    <a:cubicBezTo>
                      <a:pt x="982980" y="1405890"/>
                      <a:pt x="992505" y="1416368"/>
                      <a:pt x="1015365" y="1415415"/>
                    </a:cubicBezTo>
                    <a:cubicBezTo>
                      <a:pt x="1038225" y="1414463"/>
                      <a:pt x="1061085" y="1415415"/>
                      <a:pt x="1083945" y="1415415"/>
                    </a:cubicBezTo>
                    <a:cubicBezTo>
                      <a:pt x="1098233" y="1415415"/>
                      <a:pt x="1104900" y="1419225"/>
                      <a:pt x="1104900" y="1434465"/>
                    </a:cubicBezTo>
                    <a:cubicBezTo>
                      <a:pt x="1103948" y="1454468"/>
                      <a:pt x="1110615" y="1478280"/>
                      <a:pt x="1076325" y="1478280"/>
                    </a:cubicBezTo>
                    <a:cubicBezTo>
                      <a:pt x="1063943" y="1478280"/>
                      <a:pt x="1065848" y="1492568"/>
                      <a:pt x="1065848" y="1502093"/>
                    </a:cubicBezTo>
                    <a:cubicBezTo>
                      <a:pt x="1065848" y="1544955"/>
                      <a:pt x="1064895" y="1587818"/>
                      <a:pt x="1065848" y="1631633"/>
                    </a:cubicBezTo>
                    <a:cubicBezTo>
                      <a:pt x="1065848" y="1650683"/>
                      <a:pt x="1059180" y="1658303"/>
                      <a:pt x="1040130" y="1657350"/>
                    </a:cubicBezTo>
                    <a:cubicBezTo>
                      <a:pt x="1015365" y="1656398"/>
                      <a:pt x="989648" y="1656398"/>
                      <a:pt x="964883" y="1657350"/>
                    </a:cubicBezTo>
                    <a:cubicBezTo>
                      <a:pt x="950595" y="1657350"/>
                      <a:pt x="943928" y="1651635"/>
                      <a:pt x="944880" y="1637348"/>
                    </a:cubicBezTo>
                    <a:cubicBezTo>
                      <a:pt x="943928" y="1515428"/>
                      <a:pt x="943928" y="1394460"/>
                      <a:pt x="943928" y="1273493"/>
                    </a:cubicBezTo>
                    <a:close/>
                    <a:moveTo>
                      <a:pt x="858203" y="992505"/>
                    </a:moveTo>
                    <a:cubicBezTo>
                      <a:pt x="858203" y="977265"/>
                      <a:pt x="872490" y="980123"/>
                      <a:pt x="882968" y="980123"/>
                    </a:cubicBezTo>
                    <a:cubicBezTo>
                      <a:pt x="924878" y="980123"/>
                      <a:pt x="967740" y="981075"/>
                      <a:pt x="1009650" y="980123"/>
                    </a:cubicBezTo>
                    <a:cubicBezTo>
                      <a:pt x="1030605" y="979170"/>
                      <a:pt x="1036320" y="987743"/>
                      <a:pt x="1035368" y="1006793"/>
                    </a:cubicBezTo>
                    <a:cubicBezTo>
                      <a:pt x="1034415" y="1050608"/>
                      <a:pt x="1035368" y="1094423"/>
                      <a:pt x="1035368" y="1138238"/>
                    </a:cubicBezTo>
                    <a:cubicBezTo>
                      <a:pt x="1035368" y="1138238"/>
                      <a:pt x="1035368" y="1138238"/>
                      <a:pt x="1036320" y="1138238"/>
                    </a:cubicBezTo>
                    <a:cubicBezTo>
                      <a:pt x="1036320" y="1181100"/>
                      <a:pt x="1036320" y="1223963"/>
                      <a:pt x="1036320" y="1267778"/>
                    </a:cubicBezTo>
                    <a:cubicBezTo>
                      <a:pt x="1036320" y="1299210"/>
                      <a:pt x="1043940" y="1305878"/>
                      <a:pt x="1075373" y="1307783"/>
                    </a:cubicBezTo>
                    <a:cubicBezTo>
                      <a:pt x="1106805" y="1308735"/>
                      <a:pt x="1106805" y="1311593"/>
                      <a:pt x="1104900" y="1358265"/>
                    </a:cubicBezTo>
                    <a:cubicBezTo>
                      <a:pt x="1103948" y="1384935"/>
                      <a:pt x="1086803" y="1379220"/>
                      <a:pt x="1070610" y="1378268"/>
                    </a:cubicBezTo>
                    <a:cubicBezTo>
                      <a:pt x="1067753" y="1378268"/>
                      <a:pt x="1065848" y="1377315"/>
                      <a:pt x="1062990" y="1377315"/>
                    </a:cubicBezTo>
                    <a:cubicBezTo>
                      <a:pt x="1019175" y="1375410"/>
                      <a:pt x="1019175" y="1375410"/>
                      <a:pt x="1019175" y="1329690"/>
                    </a:cubicBezTo>
                    <a:cubicBezTo>
                      <a:pt x="1019175" y="1299210"/>
                      <a:pt x="1017270" y="1269683"/>
                      <a:pt x="1020128" y="1239203"/>
                    </a:cubicBezTo>
                    <a:cubicBezTo>
                      <a:pt x="1021080" y="1223963"/>
                      <a:pt x="1013460" y="1221105"/>
                      <a:pt x="1002983" y="1219200"/>
                    </a:cubicBezTo>
                    <a:cubicBezTo>
                      <a:pt x="999173" y="1218248"/>
                      <a:pt x="995363" y="1218248"/>
                      <a:pt x="990600" y="1218248"/>
                    </a:cubicBezTo>
                    <a:cubicBezTo>
                      <a:pt x="941070" y="1218248"/>
                      <a:pt x="943928" y="1223010"/>
                      <a:pt x="944880" y="1168718"/>
                    </a:cubicBezTo>
                    <a:cubicBezTo>
                      <a:pt x="946785" y="1110615"/>
                      <a:pt x="926783" y="1065848"/>
                      <a:pt x="870585" y="1042035"/>
                    </a:cubicBezTo>
                    <a:cubicBezTo>
                      <a:pt x="845820" y="1031558"/>
                      <a:pt x="858203" y="1009650"/>
                      <a:pt x="858203" y="992505"/>
                    </a:cubicBezTo>
                    <a:close/>
                    <a:moveTo>
                      <a:pt x="680085" y="1354455"/>
                    </a:moveTo>
                    <a:cubicBezTo>
                      <a:pt x="680085" y="1335405"/>
                      <a:pt x="688658" y="1331595"/>
                      <a:pt x="704850" y="1331595"/>
                    </a:cubicBezTo>
                    <a:cubicBezTo>
                      <a:pt x="722948" y="1331595"/>
                      <a:pt x="726758" y="1339215"/>
                      <a:pt x="726758" y="1355408"/>
                    </a:cubicBezTo>
                    <a:cubicBezTo>
                      <a:pt x="725805" y="1402080"/>
                      <a:pt x="726758" y="1449705"/>
                      <a:pt x="726758" y="1496378"/>
                    </a:cubicBezTo>
                    <a:cubicBezTo>
                      <a:pt x="726758" y="1542098"/>
                      <a:pt x="725805" y="1586865"/>
                      <a:pt x="726758" y="1632585"/>
                    </a:cubicBezTo>
                    <a:cubicBezTo>
                      <a:pt x="726758" y="1650683"/>
                      <a:pt x="721043" y="1657350"/>
                      <a:pt x="702945" y="1657350"/>
                    </a:cubicBezTo>
                    <a:cubicBezTo>
                      <a:pt x="684848" y="1657350"/>
                      <a:pt x="679133" y="1649730"/>
                      <a:pt x="679133" y="1632585"/>
                    </a:cubicBezTo>
                    <a:cubicBezTo>
                      <a:pt x="681038" y="1540193"/>
                      <a:pt x="681038" y="1446848"/>
                      <a:pt x="680085" y="1354455"/>
                    </a:cubicBezTo>
                    <a:close/>
                  </a:path>
                </a:pathLst>
              </a:custGeom>
              <a:solidFill>
                <a:schemeClr val="accent3"/>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1DC1B5C-CFAB-49C0-87F4-DE91A2D43B2B}"/>
                  </a:ext>
                </a:extLst>
              </p:cNvPr>
              <p:cNvSpPr/>
              <p:nvPr/>
            </p:nvSpPr>
            <p:spPr>
              <a:xfrm rot="19800000">
                <a:off x="3942388" y="4450190"/>
                <a:ext cx="737597" cy="681036"/>
              </a:xfrm>
              <a:custGeom>
                <a:avLst/>
                <a:gdLst>
                  <a:gd name="connsiteX0" fmla="*/ 512721 w 937112"/>
                  <a:gd name="connsiteY0" fmla="*/ 186318 h 865252"/>
                  <a:gd name="connsiteX1" fmla="*/ 528546 w 937112"/>
                  <a:gd name="connsiteY1" fmla="*/ 198869 h 865252"/>
                  <a:gd name="connsiteX2" fmla="*/ 767845 w 937112"/>
                  <a:gd name="connsiteY2" fmla="*/ 509377 h 865252"/>
                  <a:gd name="connsiteX3" fmla="*/ 779456 w 937112"/>
                  <a:gd name="connsiteY3" fmla="*/ 572504 h 865252"/>
                  <a:gd name="connsiteX4" fmla="*/ 715477 w 937112"/>
                  <a:gd name="connsiteY4" fmla="*/ 813794 h 865252"/>
                  <a:gd name="connsiteX5" fmla="*/ 643129 w 937112"/>
                  <a:gd name="connsiteY5" fmla="*/ 865252 h 865252"/>
                  <a:gd name="connsiteX6" fmla="*/ 586036 w 937112"/>
                  <a:gd name="connsiteY6" fmla="*/ 852729 h 865252"/>
                  <a:gd name="connsiteX7" fmla="*/ 448343 w 937112"/>
                  <a:gd name="connsiteY7" fmla="*/ 818633 h 865252"/>
                  <a:gd name="connsiteX8" fmla="*/ 425119 w 937112"/>
                  <a:gd name="connsiteY8" fmla="*/ 781520 h 865252"/>
                  <a:gd name="connsiteX9" fmla="*/ 466331 w 937112"/>
                  <a:gd name="connsiteY9" fmla="*/ 613487 h 865252"/>
                  <a:gd name="connsiteX10" fmla="*/ 427396 w 937112"/>
                  <a:gd name="connsiteY10" fmla="*/ 546946 h 865252"/>
                  <a:gd name="connsiteX11" fmla="*/ 334045 w 937112"/>
                  <a:gd name="connsiteY11" fmla="*/ 522810 h 865252"/>
                  <a:gd name="connsiteX12" fmla="*/ 263632 w 937112"/>
                  <a:gd name="connsiteY12" fmla="*/ 565957 h 865252"/>
                  <a:gd name="connsiteX13" fmla="*/ 222364 w 937112"/>
                  <a:gd name="connsiteY13" fmla="*/ 728127 h 865252"/>
                  <a:gd name="connsiteX14" fmla="*/ 182121 w 937112"/>
                  <a:gd name="connsiteY14" fmla="*/ 751806 h 865252"/>
                  <a:gd name="connsiteX15" fmla="*/ 102715 w 937112"/>
                  <a:gd name="connsiteY15" fmla="*/ 730348 h 865252"/>
                  <a:gd name="connsiteX16" fmla="*/ 51770 w 937112"/>
                  <a:gd name="connsiteY16" fmla="*/ 645762 h 865252"/>
                  <a:gd name="connsiteX17" fmla="*/ 113188 w 937112"/>
                  <a:gd name="connsiteY17" fmla="*/ 397924 h 865252"/>
                  <a:gd name="connsiteX18" fmla="*/ 139828 w 937112"/>
                  <a:gd name="connsiteY18" fmla="*/ 366788 h 865252"/>
                  <a:gd name="connsiteX19" fmla="*/ 492458 w 937112"/>
                  <a:gd name="connsiteY19" fmla="*/ 189818 h 865252"/>
                  <a:gd name="connsiteX20" fmla="*/ 512721 w 937112"/>
                  <a:gd name="connsiteY20" fmla="*/ 186318 h 865252"/>
                  <a:gd name="connsiteX21" fmla="*/ 521625 w 937112"/>
                  <a:gd name="connsiteY21" fmla="*/ 1449 h 865252"/>
                  <a:gd name="connsiteX22" fmla="*/ 642503 w 937112"/>
                  <a:gd name="connsiteY22" fmla="*/ 58386 h 865252"/>
                  <a:gd name="connsiteX23" fmla="*/ 673127 w 937112"/>
                  <a:gd name="connsiteY23" fmla="*/ 95157 h 865252"/>
                  <a:gd name="connsiteX24" fmla="*/ 676827 w 937112"/>
                  <a:gd name="connsiteY24" fmla="*/ 81211 h 865252"/>
                  <a:gd name="connsiteX25" fmla="*/ 791183 w 937112"/>
                  <a:gd name="connsiteY25" fmla="*/ 15353 h 865252"/>
                  <a:gd name="connsiteX26" fmla="*/ 807633 w 937112"/>
                  <a:gd name="connsiteY26" fmla="*/ 19679 h 865252"/>
                  <a:gd name="connsiteX27" fmla="*/ 861481 w 937112"/>
                  <a:gd name="connsiteY27" fmla="*/ 110071 h 865252"/>
                  <a:gd name="connsiteX28" fmla="*/ 824084 w 937112"/>
                  <a:gd name="connsiteY28" fmla="*/ 252660 h 865252"/>
                  <a:gd name="connsiteX29" fmla="*/ 838086 w 937112"/>
                  <a:gd name="connsiteY29" fmla="*/ 331610 h 865252"/>
                  <a:gd name="connsiteX30" fmla="*/ 926200 w 937112"/>
                  <a:gd name="connsiteY30" fmla="*/ 453593 h 865252"/>
                  <a:gd name="connsiteX31" fmla="*/ 931950 w 937112"/>
                  <a:gd name="connsiteY31" fmla="*/ 498220 h 865252"/>
                  <a:gd name="connsiteX32" fmla="*/ 889316 w 937112"/>
                  <a:gd name="connsiteY32" fmla="*/ 509320 h 865252"/>
                  <a:gd name="connsiteX33" fmla="*/ 753671 w 937112"/>
                  <a:gd name="connsiteY33" fmla="*/ 427296 h 865252"/>
                  <a:gd name="connsiteX34" fmla="*/ 542891 w 937112"/>
                  <a:gd name="connsiteY34" fmla="*/ 148834 h 865252"/>
                  <a:gd name="connsiteX35" fmla="*/ 493881 w 937112"/>
                  <a:gd name="connsiteY35" fmla="*/ 138417 h 865252"/>
                  <a:gd name="connsiteX36" fmla="*/ 159580 w 937112"/>
                  <a:gd name="connsiteY36" fmla="*/ 307304 h 865252"/>
                  <a:gd name="connsiteX37" fmla="*/ 102601 w 937112"/>
                  <a:gd name="connsiteY37" fmla="*/ 312370 h 865252"/>
                  <a:gd name="connsiteX38" fmla="*/ 31619 w 937112"/>
                  <a:gd name="connsiteY38" fmla="*/ 292562 h 865252"/>
                  <a:gd name="connsiteX39" fmla="*/ 85 w 937112"/>
                  <a:gd name="connsiteY39" fmla="*/ 269281 h 865252"/>
                  <a:gd name="connsiteX40" fmla="*/ 25984 w 937112"/>
                  <a:gd name="connsiteY40" fmla="*/ 235754 h 865252"/>
                  <a:gd name="connsiteX41" fmla="*/ 300461 w 937112"/>
                  <a:gd name="connsiteY41" fmla="*/ 99711 h 865252"/>
                  <a:gd name="connsiteX42" fmla="*/ 471510 w 937112"/>
                  <a:gd name="connsiteY42" fmla="*/ 16947 h 865252"/>
                  <a:gd name="connsiteX43" fmla="*/ 521625 w 937112"/>
                  <a:gd name="connsiteY43" fmla="*/ 1449 h 86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37112" h="865252">
                    <a:moveTo>
                      <a:pt x="512721" y="186318"/>
                    </a:moveTo>
                    <a:cubicBezTo>
                      <a:pt x="518456" y="187940"/>
                      <a:pt x="523451" y="192238"/>
                      <a:pt x="528546" y="198869"/>
                    </a:cubicBezTo>
                    <a:cubicBezTo>
                      <a:pt x="608065" y="302524"/>
                      <a:pt x="687870" y="406007"/>
                      <a:pt x="767845" y="509377"/>
                    </a:cubicBezTo>
                    <a:cubicBezTo>
                      <a:pt x="782815" y="528730"/>
                      <a:pt x="786571" y="547628"/>
                      <a:pt x="779456" y="572504"/>
                    </a:cubicBezTo>
                    <a:cubicBezTo>
                      <a:pt x="756574" y="652478"/>
                      <a:pt x="736822" y="733364"/>
                      <a:pt x="715477" y="813794"/>
                    </a:cubicBezTo>
                    <a:cubicBezTo>
                      <a:pt x="706369" y="847834"/>
                      <a:pt x="683600" y="865309"/>
                      <a:pt x="643129" y="865252"/>
                    </a:cubicBezTo>
                    <a:cubicBezTo>
                      <a:pt x="628501" y="862064"/>
                      <a:pt x="607155" y="857852"/>
                      <a:pt x="586036" y="852729"/>
                    </a:cubicBezTo>
                    <a:cubicBezTo>
                      <a:pt x="540101" y="841515"/>
                      <a:pt x="494450" y="828935"/>
                      <a:pt x="448343" y="818633"/>
                    </a:cubicBezTo>
                    <a:cubicBezTo>
                      <a:pt x="426144" y="813681"/>
                      <a:pt x="418574" y="805256"/>
                      <a:pt x="425119" y="781520"/>
                    </a:cubicBezTo>
                    <a:cubicBezTo>
                      <a:pt x="440374" y="725907"/>
                      <a:pt x="453865" y="669783"/>
                      <a:pt x="466331" y="613487"/>
                    </a:cubicBezTo>
                    <a:cubicBezTo>
                      <a:pt x="474584" y="576317"/>
                      <a:pt x="463655" y="558159"/>
                      <a:pt x="427396" y="546946"/>
                    </a:cubicBezTo>
                    <a:cubicBezTo>
                      <a:pt x="396715" y="537440"/>
                      <a:pt x="365408" y="529698"/>
                      <a:pt x="334045" y="522810"/>
                    </a:cubicBezTo>
                    <a:cubicBezTo>
                      <a:pt x="296875" y="514671"/>
                      <a:pt x="273764" y="528730"/>
                      <a:pt x="263632" y="565957"/>
                    </a:cubicBezTo>
                    <a:cubicBezTo>
                      <a:pt x="248947" y="619748"/>
                      <a:pt x="234660" y="673710"/>
                      <a:pt x="222364" y="728127"/>
                    </a:cubicBezTo>
                    <a:cubicBezTo>
                      <a:pt x="216729" y="752888"/>
                      <a:pt x="205174" y="758865"/>
                      <a:pt x="182121" y="751806"/>
                    </a:cubicBezTo>
                    <a:cubicBezTo>
                      <a:pt x="155937" y="743780"/>
                      <a:pt x="128956" y="738145"/>
                      <a:pt x="102715" y="730348"/>
                    </a:cubicBezTo>
                    <a:cubicBezTo>
                      <a:pt x="61105" y="717938"/>
                      <a:pt x="41865" y="687769"/>
                      <a:pt x="51770" y="645762"/>
                    </a:cubicBezTo>
                    <a:cubicBezTo>
                      <a:pt x="71238" y="562940"/>
                      <a:pt x="92754" y="480574"/>
                      <a:pt x="113188" y="397924"/>
                    </a:cubicBezTo>
                    <a:cubicBezTo>
                      <a:pt x="116946" y="382783"/>
                      <a:pt x="126451" y="373448"/>
                      <a:pt x="139828" y="366788"/>
                    </a:cubicBezTo>
                    <a:cubicBezTo>
                      <a:pt x="257428" y="307931"/>
                      <a:pt x="375085" y="249187"/>
                      <a:pt x="492458" y="189818"/>
                    </a:cubicBezTo>
                    <a:cubicBezTo>
                      <a:pt x="500512" y="185749"/>
                      <a:pt x="506987" y="184695"/>
                      <a:pt x="512721" y="186318"/>
                    </a:cubicBezTo>
                    <a:close/>
                    <a:moveTo>
                      <a:pt x="521625" y="1449"/>
                    </a:moveTo>
                    <a:cubicBezTo>
                      <a:pt x="567826" y="-5587"/>
                      <a:pt x="603740" y="12920"/>
                      <a:pt x="642503" y="58386"/>
                    </a:cubicBezTo>
                    <a:cubicBezTo>
                      <a:pt x="652237" y="69542"/>
                      <a:pt x="661515" y="81098"/>
                      <a:pt x="673127" y="95157"/>
                    </a:cubicBezTo>
                    <a:cubicBezTo>
                      <a:pt x="675062" y="87928"/>
                      <a:pt x="675916" y="84570"/>
                      <a:pt x="676827" y="81211"/>
                    </a:cubicBezTo>
                    <a:cubicBezTo>
                      <a:pt x="697262" y="6815"/>
                      <a:pt x="715590" y="-3716"/>
                      <a:pt x="791183" y="15353"/>
                    </a:cubicBezTo>
                    <a:cubicBezTo>
                      <a:pt x="796704" y="16719"/>
                      <a:pt x="802169" y="18142"/>
                      <a:pt x="807633" y="19679"/>
                    </a:cubicBezTo>
                    <a:cubicBezTo>
                      <a:pt x="859147" y="33853"/>
                      <a:pt x="874232" y="58727"/>
                      <a:pt x="861481" y="110071"/>
                    </a:cubicBezTo>
                    <a:cubicBezTo>
                      <a:pt x="849585" y="157771"/>
                      <a:pt x="838200" y="205585"/>
                      <a:pt x="824084" y="252660"/>
                    </a:cubicBezTo>
                    <a:cubicBezTo>
                      <a:pt x="815147" y="282430"/>
                      <a:pt x="818334" y="306565"/>
                      <a:pt x="838086" y="331610"/>
                    </a:cubicBezTo>
                    <a:cubicBezTo>
                      <a:pt x="869165" y="370943"/>
                      <a:pt x="896943" y="412781"/>
                      <a:pt x="926200" y="453593"/>
                    </a:cubicBezTo>
                    <a:cubicBezTo>
                      <a:pt x="936162" y="467483"/>
                      <a:pt x="941854" y="481884"/>
                      <a:pt x="931950" y="498220"/>
                    </a:cubicBezTo>
                    <a:cubicBezTo>
                      <a:pt x="921248" y="515923"/>
                      <a:pt x="905766" y="510231"/>
                      <a:pt x="889316" y="509320"/>
                    </a:cubicBezTo>
                    <a:cubicBezTo>
                      <a:pt x="828979" y="505848"/>
                      <a:pt x="788621" y="477159"/>
                      <a:pt x="753671" y="427296"/>
                    </a:cubicBezTo>
                    <a:cubicBezTo>
                      <a:pt x="686959" y="332009"/>
                      <a:pt x="612505" y="242129"/>
                      <a:pt x="542891" y="148834"/>
                    </a:cubicBezTo>
                    <a:cubicBezTo>
                      <a:pt x="527465" y="128172"/>
                      <a:pt x="514885" y="127660"/>
                      <a:pt x="493881" y="138417"/>
                    </a:cubicBezTo>
                    <a:cubicBezTo>
                      <a:pt x="382713" y="195226"/>
                      <a:pt x="270805" y="250610"/>
                      <a:pt x="159580" y="307304"/>
                    </a:cubicBezTo>
                    <a:cubicBezTo>
                      <a:pt x="140510" y="317039"/>
                      <a:pt x="122865" y="319031"/>
                      <a:pt x="102601" y="312370"/>
                    </a:cubicBezTo>
                    <a:cubicBezTo>
                      <a:pt x="79264" y="304686"/>
                      <a:pt x="55072" y="299791"/>
                      <a:pt x="31619" y="292562"/>
                    </a:cubicBezTo>
                    <a:cubicBezTo>
                      <a:pt x="18698" y="288577"/>
                      <a:pt x="1394" y="287553"/>
                      <a:pt x="85" y="269281"/>
                    </a:cubicBezTo>
                    <a:cubicBezTo>
                      <a:pt x="-1167" y="251692"/>
                      <a:pt x="11583" y="242926"/>
                      <a:pt x="25984" y="235754"/>
                    </a:cubicBezTo>
                    <a:cubicBezTo>
                      <a:pt x="117572" y="190558"/>
                      <a:pt x="208874" y="144907"/>
                      <a:pt x="300461" y="99711"/>
                    </a:cubicBezTo>
                    <a:cubicBezTo>
                      <a:pt x="357268" y="71705"/>
                      <a:pt x="413508" y="42334"/>
                      <a:pt x="471510" y="16947"/>
                    </a:cubicBezTo>
                    <a:cubicBezTo>
                      <a:pt x="489683" y="8978"/>
                      <a:pt x="506225" y="3794"/>
                      <a:pt x="521625" y="1449"/>
                    </a:cubicBezTo>
                    <a:close/>
                  </a:path>
                </a:pathLst>
              </a:custGeom>
              <a:solidFill>
                <a:schemeClr val="accent5"/>
              </a:solidFill>
              <a:ln w="7209" cap="flat">
                <a:noFill/>
                <a:prstDash val="solid"/>
                <a:miter/>
              </a:ln>
            </p:spPr>
            <p:txBody>
              <a:bodyPr wrap="square" rtlCol="0" anchor="ctr">
                <a:noAutofit/>
              </a:bodyPr>
              <a:lstStyle/>
              <a:p>
                <a:endParaRPr lang="en-US"/>
              </a:p>
            </p:txBody>
          </p:sp>
          <p:grpSp>
            <p:nvGrpSpPr>
              <p:cNvPr id="31" name="Graphic 1">
                <a:extLst>
                  <a:ext uri="{FF2B5EF4-FFF2-40B4-BE49-F238E27FC236}">
                    <a16:creationId xmlns:a16="http://schemas.microsoft.com/office/drawing/2014/main" id="{FDDD6551-BE8C-4646-843E-59B11344B5A0}"/>
                  </a:ext>
                </a:extLst>
              </p:cNvPr>
              <p:cNvGrpSpPr/>
              <p:nvPr/>
            </p:nvGrpSpPr>
            <p:grpSpPr>
              <a:xfrm rot="723089">
                <a:off x="6422762" y="3985229"/>
                <a:ext cx="835015" cy="1073214"/>
                <a:chOff x="221873" y="-33491"/>
                <a:chExt cx="2245528" cy="2886097"/>
              </a:xfrm>
              <a:solidFill>
                <a:schemeClr val="accent2"/>
              </a:solidFill>
            </p:grpSpPr>
            <p:sp>
              <p:nvSpPr>
                <p:cNvPr id="32" name="Freeform: Shape 31">
                  <a:extLst>
                    <a:ext uri="{FF2B5EF4-FFF2-40B4-BE49-F238E27FC236}">
                      <a16:creationId xmlns:a16="http://schemas.microsoft.com/office/drawing/2014/main" id="{0790D4C1-4400-436D-A56B-79F7A3B4E692}"/>
                    </a:ext>
                  </a:extLst>
                </p:cNvPr>
                <p:cNvSpPr/>
                <p:nvPr/>
              </p:nvSpPr>
              <p:spPr>
                <a:xfrm>
                  <a:off x="221873" y="-33491"/>
                  <a:ext cx="2245528" cy="2275163"/>
                </a:xfrm>
                <a:custGeom>
                  <a:avLst/>
                  <a:gdLst>
                    <a:gd name="connsiteX0" fmla="*/ 2247176 w 2245529"/>
                    <a:gd name="connsiteY0" fmla="*/ 1939650 h 2275162"/>
                    <a:gd name="connsiteX1" fmla="*/ 2165849 w 2245529"/>
                    <a:gd name="connsiteY1" fmla="*/ 2019330 h 2275162"/>
                    <a:gd name="connsiteX2" fmla="*/ 2119754 w 2245529"/>
                    <a:gd name="connsiteY2" fmla="*/ 2066084 h 2275162"/>
                    <a:gd name="connsiteX3" fmla="*/ 2165191 w 2245529"/>
                    <a:gd name="connsiteY3" fmla="*/ 2110205 h 2275162"/>
                    <a:gd name="connsiteX4" fmla="*/ 2171776 w 2245529"/>
                    <a:gd name="connsiteY4" fmla="*/ 2170788 h 2275162"/>
                    <a:gd name="connsiteX5" fmla="*/ 2107242 w 2245529"/>
                    <a:gd name="connsiteY5" fmla="*/ 2180995 h 2275162"/>
                    <a:gd name="connsiteX6" fmla="*/ 2075633 w 2245529"/>
                    <a:gd name="connsiteY6" fmla="*/ 2150703 h 2275162"/>
                    <a:gd name="connsiteX7" fmla="*/ 2054890 w 2245529"/>
                    <a:gd name="connsiteY7" fmla="*/ 2129631 h 2275162"/>
                    <a:gd name="connsiteX8" fmla="*/ 2039415 w 2245529"/>
                    <a:gd name="connsiteY8" fmla="*/ 2144118 h 2275162"/>
                    <a:gd name="connsiteX9" fmla="*/ 1390121 w 2245529"/>
                    <a:gd name="connsiteY9" fmla="*/ 1488239 h 2275162"/>
                    <a:gd name="connsiteX10" fmla="*/ 1454655 w 2245529"/>
                    <a:gd name="connsiteY10" fmla="*/ 1893554 h 2275162"/>
                    <a:gd name="connsiteX11" fmla="*/ 1601174 w 2245529"/>
                    <a:gd name="connsiteY11" fmla="*/ 2276150 h 2275162"/>
                    <a:gd name="connsiteX12" fmla="*/ 1542567 w 2245529"/>
                    <a:gd name="connsiteY12" fmla="*/ 2263638 h 2275162"/>
                    <a:gd name="connsiteX13" fmla="*/ 1393084 w 2245529"/>
                    <a:gd name="connsiteY13" fmla="*/ 2231371 h 2275162"/>
                    <a:gd name="connsiteX14" fmla="*/ 1379585 w 2245529"/>
                    <a:gd name="connsiteY14" fmla="*/ 2230383 h 2275162"/>
                    <a:gd name="connsiteX15" fmla="*/ 862981 w 2245529"/>
                    <a:gd name="connsiteY15" fmla="*/ 2231042 h 2275162"/>
                    <a:gd name="connsiteX16" fmla="*/ 784618 w 2245529"/>
                    <a:gd name="connsiteY16" fmla="*/ 2245200 h 2275162"/>
                    <a:gd name="connsiteX17" fmla="*/ 645014 w 2245529"/>
                    <a:gd name="connsiteY17" fmla="*/ 2275162 h 2275162"/>
                    <a:gd name="connsiteX18" fmla="*/ 641062 w 2245529"/>
                    <a:gd name="connsiteY18" fmla="*/ 2275162 h 2275162"/>
                    <a:gd name="connsiteX19" fmla="*/ 819519 w 2245529"/>
                    <a:gd name="connsiteY19" fmla="*/ 1740120 h 2275162"/>
                    <a:gd name="connsiteX20" fmla="*/ 308513 w 2245529"/>
                    <a:gd name="connsiteY20" fmla="*/ 2246188 h 2275162"/>
                    <a:gd name="connsiteX21" fmla="*/ 179445 w 2245529"/>
                    <a:gd name="connsiteY21" fmla="*/ 2120412 h 2275162"/>
                    <a:gd name="connsiteX22" fmla="*/ 135654 w 2245529"/>
                    <a:gd name="connsiteY22" fmla="*/ 2165520 h 2275162"/>
                    <a:gd name="connsiteX23" fmla="*/ 75400 w 2245529"/>
                    <a:gd name="connsiteY23" fmla="*/ 2172105 h 2275162"/>
                    <a:gd name="connsiteX24" fmla="*/ 65193 w 2245529"/>
                    <a:gd name="connsiteY24" fmla="*/ 2107900 h 2275162"/>
                    <a:gd name="connsiteX25" fmla="*/ 94826 w 2245529"/>
                    <a:gd name="connsiteY25" fmla="*/ 2076950 h 2275162"/>
                    <a:gd name="connsiteX26" fmla="*/ 116557 w 2245529"/>
                    <a:gd name="connsiteY26" fmla="*/ 2055219 h 2275162"/>
                    <a:gd name="connsiteX27" fmla="*/ 102070 w 2245529"/>
                    <a:gd name="connsiteY27" fmla="*/ 2040073 h 2275162"/>
                    <a:gd name="connsiteX28" fmla="*/ 851457 w 2245529"/>
                    <a:gd name="connsiteY28" fmla="*/ 1298258 h 2275162"/>
                    <a:gd name="connsiteX29" fmla="*/ 863969 w 2245529"/>
                    <a:gd name="connsiteY29" fmla="*/ 1315380 h 2275162"/>
                    <a:gd name="connsiteX30" fmla="*/ 898541 w 2245529"/>
                    <a:gd name="connsiteY30" fmla="*/ 1274552 h 2275162"/>
                    <a:gd name="connsiteX31" fmla="*/ 977563 w 2245529"/>
                    <a:gd name="connsiteY31" fmla="*/ 1096753 h 2275162"/>
                    <a:gd name="connsiteX32" fmla="*/ 998635 w 2245529"/>
                    <a:gd name="connsiteY32" fmla="*/ 1065145 h 2275162"/>
                    <a:gd name="connsiteX33" fmla="*/ 862652 w 2245529"/>
                    <a:gd name="connsiteY33" fmla="*/ 933113 h 2275162"/>
                    <a:gd name="connsiteX34" fmla="*/ 741156 w 2245529"/>
                    <a:gd name="connsiteY34" fmla="*/ 1058889 h 2275162"/>
                    <a:gd name="connsiteX35" fmla="*/ 0 w 2245529"/>
                    <a:gd name="connsiteY35" fmla="*/ 310818 h 2275162"/>
                    <a:gd name="connsiteX36" fmla="*/ 126105 w 2245529"/>
                    <a:gd name="connsiteY36" fmla="*/ 181091 h 2275162"/>
                    <a:gd name="connsiteX37" fmla="*/ 79680 w 2245529"/>
                    <a:gd name="connsiteY37" fmla="*/ 135983 h 2275162"/>
                    <a:gd name="connsiteX38" fmla="*/ 68156 w 2245529"/>
                    <a:gd name="connsiteY38" fmla="*/ 88241 h 2275162"/>
                    <a:gd name="connsiteX39" fmla="*/ 107008 w 2245529"/>
                    <a:gd name="connsiteY39" fmla="*/ 56961 h 2275162"/>
                    <a:gd name="connsiteX40" fmla="*/ 147178 w 2245529"/>
                    <a:gd name="connsiteY40" fmla="*/ 73424 h 2275162"/>
                    <a:gd name="connsiteX41" fmla="*/ 192615 w 2245529"/>
                    <a:gd name="connsiteY41" fmla="*/ 117874 h 2275162"/>
                    <a:gd name="connsiteX42" fmla="*/ 204139 w 2245529"/>
                    <a:gd name="connsiteY42" fmla="*/ 102070 h 2275162"/>
                    <a:gd name="connsiteX43" fmla="*/ 946942 w 2245529"/>
                    <a:gd name="connsiteY43" fmla="*/ 851457 h 2275162"/>
                    <a:gd name="connsiteX44" fmla="*/ 932784 w 2245529"/>
                    <a:gd name="connsiteY44" fmla="*/ 866603 h 2275162"/>
                    <a:gd name="connsiteX45" fmla="*/ 1081608 w 2245529"/>
                    <a:gd name="connsiteY45" fmla="*/ 1011476 h 2275162"/>
                    <a:gd name="connsiteX46" fmla="*/ 1120460 w 2245529"/>
                    <a:gd name="connsiteY46" fmla="*/ 984806 h 2275162"/>
                    <a:gd name="connsiteX47" fmla="*/ 1165568 w 2245529"/>
                    <a:gd name="connsiteY47" fmla="*/ 1015756 h 2275162"/>
                    <a:gd name="connsiteX48" fmla="*/ 1313404 w 2245529"/>
                    <a:gd name="connsiteY48" fmla="*/ 863969 h 2275162"/>
                    <a:gd name="connsiteX49" fmla="*/ 1189275 w 2245529"/>
                    <a:gd name="connsiteY49" fmla="*/ 743461 h 2275162"/>
                    <a:gd name="connsiteX50" fmla="*/ 1187299 w 2245529"/>
                    <a:gd name="connsiteY50" fmla="*/ 737864 h 2275162"/>
                    <a:gd name="connsiteX51" fmla="*/ 1199811 w 2245529"/>
                    <a:gd name="connsiteY51" fmla="*/ 730620 h 2275162"/>
                    <a:gd name="connsiteX52" fmla="*/ 1929443 w 2245529"/>
                    <a:gd name="connsiteY52" fmla="*/ 9219 h 2275162"/>
                    <a:gd name="connsiteX53" fmla="*/ 1938333 w 2245529"/>
                    <a:gd name="connsiteY53" fmla="*/ 0 h 2275162"/>
                    <a:gd name="connsiteX54" fmla="*/ 1940638 w 2245529"/>
                    <a:gd name="connsiteY54" fmla="*/ 0 h 2275162"/>
                    <a:gd name="connsiteX55" fmla="*/ 1945248 w 2245529"/>
                    <a:gd name="connsiteY55" fmla="*/ 6256 h 2275162"/>
                    <a:gd name="connsiteX56" fmla="*/ 2061146 w 2245529"/>
                    <a:gd name="connsiteY56" fmla="*/ 123142 h 2275162"/>
                    <a:gd name="connsiteX57" fmla="*/ 2066743 w 2245529"/>
                    <a:gd name="connsiteY57" fmla="*/ 127093 h 2275162"/>
                    <a:gd name="connsiteX58" fmla="*/ 2112510 w 2245529"/>
                    <a:gd name="connsiteY58" fmla="*/ 79680 h 2275162"/>
                    <a:gd name="connsiteX59" fmla="*/ 2182971 w 2245529"/>
                    <a:gd name="connsiteY59" fmla="*/ 87253 h 2275162"/>
                    <a:gd name="connsiteX60" fmla="*/ 2174410 w 2245529"/>
                    <a:gd name="connsiteY60" fmla="*/ 147507 h 2275162"/>
                    <a:gd name="connsiteX61" fmla="*/ 2130290 w 2245529"/>
                    <a:gd name="connsiteY61" fmla="*/ 192615 h 2275162"/>
                    <a:gd name="connsiteX62" fmla="*/ 2144119 w 2245529"/>
                    <a:gd name="connsiteY62" fmla="*/ 207432 h 2275162"/>
                    <a:gd name="connsiteX63" fmla="*/ 1396048 w 2245529"/>
                    <a:gd name="connsiteY63" fmla="*/ 948588 h 2275162"/>
                    <a:gd name="connsiteX64" fmla="*/ 1379914 w 2245529"/>
                    <a:gd name="connsiteY64" fmla="*/ 933113 h 2275162"/>
                    <a:gd name="connsiteX65" fmla="*/ 1247553 w 2245529"/>
                    <a:gd name="connsiteY65" fmla="*/ 1069425 h 2275162"/>
                    <a:gd name="connsiteX66" fmla="*/ 1264016 w 2245529"/>
                    <a:gd name="connsiteY66" fmla="*/ 1095107 h 2275162"/>
                    <a:gd name="connsiteX67" fmla="*/ 1340074 w 2245529"/>
                    <a:gd name="connsiteY67" fmla="*/ 1266650 h 2275162"/>
                    <a:gd name="connsiteX68" fmla="*/ 1380902 w 2245529"/>
                    <a:gd name="connsiteY68" fmla="*/ 1318014 h 2275162"/>
                    <a:gd name="connsiteX69" fmla="*/ 1506019 w 2245529"/>
                    <a:gd name="connsiteY69" fmla="*/ 1189274 h 2275162"/>
                    <a:gd name="connsiteX70" fmla="*/ 1514909 w 2245529"/>
                    <a:gd name="connsiteY70" fmla="*/ 1199152 h 2275162"/>
                    <a:gd name="connsiteX71" fmla="*/ 2238615 w 2245529"/>
                    <a:gd name="connsiteY71" fmla="*/ 1929443 h 2275162"/>
                    <a:gd name="connsiteX72" fmla="*/ 2247834 w 2245529"/>
                    <a:gd name="connsiteY72" fmla="*/ 1937345 h 2275162"/>
                    <a:gd name="connsiteX73" fmla="*/ 2247176 w 2245529"/>
                    <a:gd name="connsiteY73" fmla="*/ 1939650 h 2275162"/>
                    <a:gd name="connsiteX74" fmla="*/ 1313734 w 2245529"/>
                    <a:gd name="connsiteY74" fmla="*/ 1379585 h 2275162"/>
                    <a:gd name="connsiteX75" fmla="*/ 1241626 w 2245529"/>
                    <a:gd name="connsiteY75" fmla="*/ 1309453 h 2275162"/>
                    <a:gd name="connsiteX76" fmla="*/ 1231419 w 2245529"/>
                    <a:gd name="connsiteY76" fmla="*/ 1306490 h 2275162"/>
                    <a:gd name="connsiteX77" fmla="*/ 1011476 w 2245529"/>
                    <a:gd name="connsiteY77" fmla="*/ 1306490 h 2275162"/>
                    <a:gd name="connsiteX78" fmla="*/ 1001269 w 2245529"/>
                    <a:gd name="connsiteY78" fmla="*/ 1309124 h 2275162"/>
                    <a:gd name="connsiteX79" fmla="*/ 930479 w 2245529"/>
                    <a:gd name="connsiteY79" fmla="*/ 1381560 h 2275162"/>
                    <a:gd name="connsiteX80" fmla="*/ 952210 w 2245529"/>
                    <a:gd name="connsiteY80" fmla="*/ 1401645 h 2275162"/>
                    <a:gd name="connsiteX81" fmla="*/ 974929 w 2245529"/>
                    <a:gd name="connsiteY81" fmla="*/ 1405596 h 2275162"/>
                    <a:gd name="connsiteX82" fmla="*/ 1002257 w 2245529"/>
                    <a:gd name="connsiteY82" fmla="*/ 1398681 h 2275162"/>
                    <a:gd name="connsiteX83" fmla="*/ 1206396 w 2245529"/>
                    <a:gd name="connsiteY83" fmla="*/ 1397694 h 2275162"/>
                    <a:gd name="connsiteX84" fmla="*/ 1295954 w 2245529"/>
                    <a:gd name="connsiteY84" fmla="*/ 1419754 h 2275162"/>
                    <a:gd name="connsiteX85" fmla="*/ 1345013 w 2245529"/>
                    <a:gd name="connsiteY85" fmla="*/ 1445107 h 2275162"/>
                    <a:gd name="connsiteX86" fmla="*/ 1347318 w 2245529"/>
                    <a:gd name="connsiteY86" fmla="*/ 1442143 h 2275162"/>
                    <a:gd name="connsiteX87" fmla="*/ 1298258 w 2245529"/>
                    <a:gd name="connsiteY87" fmla="*/ 1395389 h 2275162"/>
                    <a:gd name="connsiteX88" fmla="*/ 1313734 w 2245529"/>
                    <a:gd name="connsiteY88" fmla="*/ 1379585 h 227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245529" h="2275162">
                      <a:moveTo>
                        <a:pt x="2247176" y="1939650"/>
                      </a:moveTo>
                      <a:cubicBezTo>
                        <a:pt x="2220177" y="1966320"/>
                        <a:pt x="2192849" y="1992660"/>
                        <a:pt x="2165849" y="2019330"/>
                      </a:cubicBezTo>
                      <a:cubicBezTo>
                        <a:pt x="2151033" y="2034146"/>
                        <a:pt x="2136546" y="2049292"/>
                        <a:pt x="2119754" y="2066084"/>
                      </a:cubicBezTo>
                      <a:cubicBezTo>
                        <a:pt x="2134570" y="2080572"/>
                        <a:pt x="2150374" y="2095059"/>
                        <a:pt x="2165191" y="2110205"/>
                      </a:cubicBezTo>
                      <a:cubicBezTo>
                        <a:pt x="2182642" y="2128314"/>
                        <a:pt x="2184946" y="2152020"/>
                        <a:pt x="2171776" y="2170788"/>
                      </a:cubicBezTo>
                      <a:cubicBezTo>
                        <a:pt x="2156630" y="2192189"/>
                        <a:pt x="2127985" y="2197128"/>
                        <a:pt x="2107242" y="2180995"/>
                      </a:cubicBezTo>
                      <a:cubicBezTo>
                        <a:pt x="2095718" y="2172105"/>
                        <a:pt x="2085840" y="2160910"/>
                        <a:pt x="2075633" y="2150703"/>
                      </a:cubicBezTo>
                      <a:cubicBezTo>
                        <a:pt x="2068719" y="2143789"/>
                        <a:pt x="2061804" y="2136874"/>
                        <a:pt x="2054890" y="2129631"/>
                      </a:cubicBezTo>
                      <a:cubicBezTo>
                        <a:pt x="2049622" y="2134570"/>
                        <a:pt x="2045012" y="2138850"/>
                        <a:pt x="2039415" y="2144118"/>
                      </a:cubicBezTo>
                      <a:cubicBezTo>
                        <a:pt x="1823752" y="1926150"/>
                        <a:pt x="1608089" y="1708182"/>
                        <a:pt x="1390121" y="1488239"/>
                      </a:cubicBezTo>
                      <a:cubicBezTo>
                        <a:pt x="1400987" y="1626856"/>
                        <a:pt x="1421730" y="1761193"/>
                        <a:pt x="1454655" y="1893554"/>
                      </a:cubicBezTo>
                      <a:cubicBezTo>
                        <a:pt x="1487910" y="2026244"/>
                        <a:pt x="1531043" y="2155313"/>
                        <a:pt x="1601174" y="2276150"/>
                      </a:cubicBezTo>
                      <a:cubicBezTo>
                        <a:pt x="1580761" y="2271870"/>
                        <a:pt x="1561664" y="2267918"/>
                        <a:pt x="1542567" y="2263638"/>
                      </a:cubicBezTo>
                      <a:cubicBezTo>
                        <a:pt x="1492849" y="2252773"/>
                        <a:pt x="1442802" y="2242236"/>
                        <a:pt x="1393084" y="2231371"/>
                      </a:cubicBezTo>
                      <a:cubicBezTo>
                        <a:pt x="1388804" y="2230383"/>
                        <a:pt x="1384194" y="2230383"/>
                        <a:pt x="1379585" y="2230383"/>
                      </a:cubicBezTo>
                      <a:cubicBezTo>
                        <a:pt x="1207384" y="2230383"/>
                        <a:pt x="1035182" y="2229725"/>
                        <a:pt x="862981" y="2231042"/>
                      </a:cubicBezTo>
                      <a:cubicBezTo>
                        <a:pt x="836970" y="2231371"/>
                        <a:pt x="810630" y="2239602"/>
                        <a:pt x="784618" y="2245200"/>
                      </a:cubicBezTo>
                      <a:cubicBezTo>
                        <a:pt x="737864" y="2254748"/>
                        <a:pt x="691439" y="2265284"/>
                        <a:pt x="645014" y="2275162"/>
                      </a:cubicBezTo>
                      <a:cubicBezTo>
                        <a:pt x="644026" y="2275491"/>
                        <a:pt x="642709" y="2275162"/>
                        <a:pt x="641062" y="2275162"/>
                      </a:cubicBezTo>
                      <a:cubicBezTo>
                        <a:pt x="735559" y="2109217"/>
                        <a:pt x="783960" y="1928784"/>
                        <a:pt x="819519" y="1740120"/>
                      </a:cubicBezTo>
                      <a:cubicBezTo>
                        <a:pt x="647318" y="1910346"/>
                        <a:pt x="477751" y="2078596"/>
                        <a:pt x="308513" y="2246188"/>
                      </a:cubicBezTo>
                      <a:cubicBezTo>
                        <a:pt x="265710" y="2204372"/>
                        <a:pt x="223565" y="2163215"/>
                        <a:pt x="179445" y="2120412"/>
                      </a:cubicBezTo>
                      <a:cubicBezTo>
                        <a:pt x="165287" y="2134899"/>
                        <a:pt x="151129" y="2150703"/>
                        <a:pt x="135654" y="2165520"/>
                      </a:cubicBezTo>
                      <a:cubicBezTo>
                        <a:pt x="117215" y="2183300"/>
                        <a:pt x="94497" y="2185275"/>
                        <a:pt x="75400" y="2172105"/>
                      </a:cubicBezTo>
                      <a:cubicBezTo>
                        <a:pt x="53998" y="2157288"/>
                        <a:pt x="49059" y="2128314"/>
                        <a:pt x="65193" y="2107900"/>
                      </a:cubicBezTo>
                      <a:cubicBezTo>
                        <a:pt x="74083" y="2096705"/>
                        <a:pt x="84948" y="2087157"/>
                        <a:pt x="94826" y="2076950"/>
                      </a:cubicBezTo>
                      <a:cubicBezTo>
                        <a:pt x="101740" y="2069706"/>
                        <a:pt x="108984" y="2062792"/>
                        <a:pt x="116557" y="2055219"/>
                      </a:cubicBezTo>
                      <a:cubicBezTo>
                        <a:pt x="111618" y="2049951"/>
                        <a:pt x="107338" y="2045341"/>
                        <a:pt x="102070" y="2040073"/>
                      </a:cubicBezTo>
                      <a:cubicBezTo>
                        <a:pt x="351646" y="1793131"/>
                        <a:pt x="600893" y="1546188"/>
                        <a:pt x="851457" y="1298258"/>
                      </a:cubicBezTo>
                      <a:cubicBezTo>
                        <a:pt x="855408" y="1303856"/>
                        <a:pt x="859360" y="1309124"/>
                        <a:pt x="863969" y="1315380"/>
                      </a:cubicBezTo>
                      <a:cubicBezTo>
                        <a:pt x="877469" y="1300892"/>
                        <a:pt x="891297" y="1291344"/>
                        <a:pt x="898541" y="1274552"/>
                      </a:cubicBezTo>
                      <a:cubicBezTo>
                        <a:pt x="924223" y="1214956"/>
                        <a:pt x="950893" y="1155690"/>
                        <a:pt x="977563" y="1096753"/>
                      </a:cubicBezTo>
                      <a:cubicBezTo>
                        <a:pt x="982501" y="1085888"/>
                        <a:pt x="991062" y="1076339"/>
                        <a:pt x="998635" y="1065145"/>
                      </a:cubicBezTo>
                      <a:cubicBezTo>
                        <a:pt x="955832" y="1023329"/>
                        <a:pt x="910394" y="979209"/>
                        <a:pt x="862652" y="933113"/>
                      </a:cubicBezTo>
                      <a:cubicBezTo>
                        <a:pt x="824129" y="972953"/>
                        <a:pt x="782972" y="1015427"/>
                        <a:pt x="741156" y="1058889"/>
                      </a:cubicBezTo>
                      <a:cubicBezTo>
                        <a:pt x="492897" y="807995"/>
                        <a:pt x="245955" y="559077"/>
                        <a:pt x="0" y="310818"/>
                      </a:cubicBezTo>
                      <a:cubicBezTo>
                        <a:pt x="41816" y="268015"/>
                        <a:pt x="82973" y="225541"/>
                        <a:pt x="126105" y="181091"/>
                      </a:cubicBezTo>
                      <a:cubicBezTo>
                        <a:pt x="110630" y="166275"/>
                        <a:pt x="94826" y="151458"/>
                        <a:pt x="79680" y="135983"/>
                      </a:cubicBezTo>
                      <a:cubicBezTo>
                        <a:pt x="66510" y="122813"/>
                        <a:pt x="62229" y="106350"/>
                        <a:pt x="68156" y="88241"/>
                      </a:cubicBezTo>
                      <a:cubicBezTo>
                        <a:pt x="74412" y="69473"/>
                        <a:pt x="87911" y="59595"/>
                        <a:pt x="107008" y="56961"/>
                      </a:cubicBezTo>
                      <a:cubicBezTo>
                        <a:pt x="123142" y="54986"/>
                        <a:pt x="135983" y="62229"/>
                        <a:pt x="147178" y="73424"/>
                      </a:cubicBezTo>
                      <a:cubicBezTo>
                        <a:pt x="161994" y="87911"/>
                        <a:pt x="176811" y="102399"/>
                        <a:pt x="192615" y="117874"/>
                      </a:cubicBezTo>
                      <a:cubicBezTo>
                        <a:pt x="195908" y="113264"/>
                        <a:pt x="199529" y="108325"/>
                        <a:pt x="204139" y="102070"/>
                      </a:cubicBezTo>
                      <a:cubicBezTo>
                        <a:pt x="452728" y="352963"/>
                        <a:pt x="699670" y="601881"/>
                        <a:pt x="946942" y="851457"/>
                      </a:cubicBezTo>
                      <a:cubicBezTo>
                        <a:pt x="942003" y="856725"/>
                        <a:pt x="937723" y="861335"/>
                        <a:pt x="932784" y="866603"/>
                      </a:cubicBezTo>
                      <a:cubicBezTo>
                        <a:pt x="982501" y="915004"/>
                        <a:pt x="1031561" y="962746"/>
                        <a:pt x="1081608" y="1011476"/>
                      </a:cubicBezTo>
                      <a:cubicBezTo>
                        <a:pt x="1093132" y="1003574"/>
                        <a:pt x="1106631" y="994354"/>
                        <a:pt x="1120460" y="984806"/>
                      </a:cubicBezTo>
                      <a:cubicBezTo>
                        <a:pt x="1135606" y="995013"/>
                        <a:pt x="1150093" y="1005220"/>
                        <a:pt x="1165568" y="1015756"/>
                      </a:cubicBezTo>
                      <a:cubicBezTo>
                        <a:pt x="1214627" y="965380"/>
                        <a:pt x="1263357" y="915333"/>
                        <a:pt x="1313404" y="863969"/>
                      </a:cubicBezTo>
                      <a:cubicBezTo>
                        <a:pt x="1273235" y="825117"/>
                        <a:pt x="1231419" y="784289"/>
                        <a:pt x="1189275" y="743461"/>
                      </a:cubicBezTo>
                      <a:cubicBezTo>
                        <a:pt x="1188616" y="741486"/>
                        <a:pt x="1187958" y="739839"/>
                        <a:pt x="1187299" y="737864"/>
                      </a:cubicBezTo>
                      <a:cubicBezTo>
                        <a:pt x="1191579" y="735559"/>
                        <a:pt x="1196518" y="733913"/>
                        <a:pt x="1199811" y="730620"/>
                      </a:cubicBezTo>
                      <a:cubicBezTo>
                        <a:pt x="1443461" y="490592"/>
                        <a:pt x="1686452" y="249906"/>
                        <a:pt x="1929443" y="9219"/>
                      </a:cubicBezTo>
                      <a:cubicBezTo>
                        <a:pt x="1932407" y="6256"/>
                        <a:pt x="1935370" y="2963"/>
                        <a:pt x="1938333" y="0"/>
                      </a:cubicBezTo>
                      <a:cubicBezTo>
                        <a:pt x="1938992" y="0"/>
                        <a:pt x="1939979" y="0"/>
                        <a:pt x="1940638" y="0"/>
                      </a:cubicBezTo>
                      <a:cubicBezTo>
                        <a:pt x="1941955" y="1976"/>
                        <a:pt x="1943272" y="4280"/>
                        <a:pt x="1945248" y="6256"/>
                      </a:cubicBezTo>
                      <a:cubicBezTo>
                        <a:pt x="1983771" y="45437"/>
                        <a:pt x="2022294" y="84290"/>
                        <a:pt x="2061146" y="123142"/>
                      </a:cubicBezTo>
                      <a:cubicBezTo>
                        <a:pt x="2062463" y="124459"/>
                        <a:pt x="2063780" y="125117"/>
                        <a:pt x="2066743" y="127093"/>
                      </a:cubicBezTo>
                      <a:cubicBezTo>
                        <a:pt x="2082218" y="110959"/>
                        <a:pt x="2096706" y="94826"/>
                        <a:pt x="2112510" y="79680"/>
                      </a:cubicBezTo>
                      <a:cubicBezTo>
                        <a:pt x="2134241" y="59266"/>
                        <a:pt x="2166837" y="62888"/>
                        <a:pt x="2182971" y="87253"/>
                      </a:cubicBezTo>
                      <a:cubicBezTo>
                        <a:pt x="2195483" y="106021"/>
                        <a:pt x="2192519" y="129069"/>
                        <a:pt x="2174410" y="147507"/>
                      </a:cubicBezTo>
                      <a:cubicBezTo>
                        <a:pt x="2159923" y="162653"/>
                        <a:pt x="2145106" y="177469"/>
                        <a:pt x="2130290" y="192615"/>
                      </a:cubicBezTo>
                      <a:cubicBezTo>
                        <a:pt x="2134899" y="197554"/>
                        <a:pt x="2139509" y="202163"/>
                        <a:pt x="2144119" y="207432"/>
                      </a:cubicBezTo>
                      <a:cubicBezTo>
                        <a:pt x="1894542" y="454703"/>
                        <a:pt x="1645295" y="701316"/>
                        <a:pt x="1396048" y="948588"/>
                      </a:cubicBezTo>
                      <a:cubicBezTo>
                        <a:pt x="1390450" y="943320"/>
                        <a:pt x="1385841" y="938710"/>
                        <a:pt x="1379914" y="933113"/>
                      </a:cubicBezTo>
                      <a:cubicBezTo>
                        <a:pt x="1335135" y="979538"/>
                        <a:pt x="1290356" y="1025305"/>
                        <a:pt x="1247553" y="1069425"/>
                      </a:cubicBezTo>
                      <a:cubicBezTo>
                        <a:pt x="1252821" y="1077327"/>
                        <a:pt x="1259736" y="1085559"/>
                        <a:pt x="1264016" y="1095107"/>
                      </a:cubicBezTo>
                      <a:cubicBezTo>
                        <a:pt x="1289698" y="1152068"/>
                        <a:pt x="1315709" y="1209030"/>
                        <a:pt x="1340074" y="1266650"/>
                      </a:cubicBezTo>
                      <a:cubicBezTo>
                        <a:pt x="1348635" y="1287063"/>
                        <a:pt x="1364110" y="1300234"/>
                        <a:pt x="1380902" y="1318014"/>
                      </a:cubicBezTo>
                      <a:cubicBezTo>
                        <a:pt x="1422717" y="1274881"/>
                        <a:pt x="1464204" y="1232407"/>
                        <a:pt x="1506019" y="1189274"/>
                      </a:cubicBezTo>
                      <a:cubicBezTo>
                        <a:pt x="1509970" y="1193555"/>
                        <a:pt x="1512275" y="1196518"/>
                        <a:pt x="1514909" y="1199152"/>
                      </a:cubicBezTo>
                      <a:cubicBezTo>
                        <a:pt x="1756254" y="1442802"/>
                        <a:pt x="1997270" y="1686122"/>
                        <a:pt x="2238615" y="1929443"/>
                      </a:cubicBezTo>
                      <a:cubicBezTo>
                        <a:pt x="2241578" y="1932406"/>
                        <a:pt x="2244871" y="1934711"/>
                        <a:pt x="2247834" y="1937345"/>
                      </a:cubicBezTo>
                      <a:cubicBezTo>
                        <a:pt x="2247176" y="1938333"/>
                        <a:pt x="2247176" y="1938991"/>
                        <a:pt x="2247176" y="1939650"/>
                      </a:cubicBezTo>
                      <a:close/>
                      <a:moveTo>
                        <a:pt x="1313734" y="1379585"/>
                      </a:moveTo>
                      <a:cubicBezTo>
                        <a:pt x="1289369" y="1355878"/>
                        <a:pt x="1265662" y="1332501"/>
                        <a:pt x="1241626" y="1309453"/>
                      </a:cubicBezTo>
                      <a:cubicBezTo>
                        <a:pt x="1239322" y="1307148"/>
                        <a:pt x="1234712" y="1306819"/>
                        <a:pt x="1231419" y="1306490"/>
                      </a:cubicBezTo>
                      <a:cubicBezTo>
                        <a:pt x="1157995" y="1306490"/>
                        <a:pt x="1084900" y="1306490"/>
                        <a:pt x="1011476" y="1306490"/>
                      </a:cubicBezTo>
                      <a:cubicBezTo>
                        <a:pt x="1007854" y="1306490"/>
                        <a:pt x="1003245" y="1307148"/>
                        <a:pt x="1001269" y="1309124"/>
                      </a:cubicBezTo>
                      <a:cubicBezTo>
                        <a:pt x="977892" y="1332501"/>
                        <a:pt x="955173" y="1356207"/>
                        <a:pt x="930479" y="1381560"/>
                      </a:cubicBezTo>
                      <a:cubicBezTo>
                        <a:pt x="937393" y="1387816"/>
                        <a:pt x="945625" y="1394072"/>
                        <a:pt x="952210" y="1401645"/>
                      </a:cubicBezTo>
                      <a:cubicBezTo>
                        <a:pt x="959124" y="1409547"/>
                        <a:pt x="965051" y="1411193"/>
                        <a:pt x="974929" y="1405596"/>
                      </a:cubicBezTo>
                      <a:cubicBezTo>
                        <a:pt x="982831" y="1401316"/>
                        <a:pt x="993038" y="1398681"/>
                        <a:pt x="1002257" y="1398681"/>
                      </a:cubicBezTo>
                      <a:cubicBezTo>
                        <a:pt x="1070413" y="1398023"/>
                        <a:pt x="1138240" y="1399669"/>
                        <a:pt x="1206396" y="1397694"/>
                      </a:cubicBezTo>
                      <a:cubicBezTo>
                        <a:pt x="1238992" y="1396706"/>
                        <a:pt x="1268296" y="1402303"/>
                        <a:pt x="1295954" y="1419754"/>
                      </a:cubicBezTo>
                      <a:cubicBezTo>
                        <a:pt x="1311429" y="1429632"/>
                        <a:pt x="1328550" y="1436875"/>
                        <a:pt x="1345013" y="1445107"/>
                      </a:cubicBezTo>
                      <a:cubicBezTo>
                        <a:pt x="1345671" y="1444119"/>
                        <a:pt x="1346659" y="1443131"/>
                        <a:pt x="1347318" y="1442143"/>
                      </a:cubicBezTo>
                      <a:cubicBezTo>
                        <a:pt x="1331184" y="1426668"/>
                        <a:pt x="1314721" y="1411193"/>
                        <a:pt x="1298258" y="1395389"/>
                      </a:cubicBezTo>
                      <a:cubicBezTo>
                        <a:pt x="1303527" y="1390450"/>
                        <a:pt x="1307807" y="1385840"/>
                        <a:pt x="1313734" y="1379585"/>
                      </a:cubicBezTo>
                      <a:close/>
                    </a:path>
                  </a:pathLst>
                </a:custGeom>
                <a:grpFill/>
                <a:ln w="3291"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7D3BBEC-861E-4E05-AB91-E15C8F18D368}"/>
                    </a:ext>
                  </a:extLst>
                </p:cNvPr>
                <p:cNvSpPr/>
                <p:nvPr/>
              </p:nvSpPr>
              <p:spPr>
                <a:xfrm>
                  <a:off x="827047" y="2289577"/>
                  <a:ext cx="1027280" cy="563029"/>
                </a:xfrm>
                <a:custGeom>
                  <a:avLst/>
                  <a:gdLst>
                    <a:gd name="connsiteX0" fmla="*/ 1030573 w 1027280"/>
                    <a:gd name="connsiteY0" fmla="*/ 54821 h 563028"/>
                    <a:gd name="connsiteX1" fmla="*/ 1030573 w 1027280"/>
                    <a:gd name="connsiteY1" fmla="*/ 518414 h 563028"/>
                    <a:gd name="connsiteX2" fmla="*/ 943320 w 1027280"/>
                    <a:gd name="connsiteY2" fmla="*/ 537182 h 563028"/>
                    <a:gd name="connsiteX3" fmla="*/ 827751 w 1027280"/>
                    <a:gd name="connsiteY3" fmla="*/ 561547 h 563028"/>
                    <a:gd name="connsiteX4" fmla="*/ 798776 w 1027280"/>
                    <a:gd name="connsiteY4" fmla="*/ 564181 h 563028"/>
                    <a:gd name="connsiteX5" fmla="*/ 709548 w 1027280"/>
                    <a:gd name="connsiteY5" fmla="*/ 564181 h 563028"/>
                    <a:gd name="connsiteX6" fmla="*/ 709548 w 1027280"/>
                    <a:gd name="connsiteY6" fmla="*/ 549035 h 563028"/>
                    <a:gd name="connsiteX7" fmla="*/ 709877 w 1027280"/>
                    <a:gd name="connsiteY7" fmla="*/ 234266 h 563028"/>
                    <a:gd name="connsiteX8" fmla="*/ 698024 w 1027280"/>
                    <a:gd name="connsiteY8" fmla="*/ 213194 h 563028"/>
                    <a:gd name="connsiteX9" fmla="*/ 315428 w 1027280"/>
                    <a:gd name="connsiteY9" fmla="*/ 224718 h 563028"/>
                    <a:gd name="connsiteX10" fmla="*/ 306209 w 1027280"/>
                    <a:gd name="connsiteY10" fmla="*/ 241839 h 563028"/>
                    <a:gd name="connsiteX11" fmla="*/ 306538 w 1027280"/>
                    <a:gd name="connsiteY11" fmla="*/ 549694 h 563028"/>
                    <a:gd name="connsiteX12" fmla="*/ 306538 w 1027280"/>
                    <a:gd name="connsiteY12" fmla="*/ 564510 h 563028"/>
                    <a:gd name="connsiteX13" fmla="*/ 190969 w 1027280"/>
                    <a:gd name="connsiteY13" fmla="*/ 559242 h 563028"/>
                    <a:gd name="connsiteX14" fmla="*/ 12841 w 1027280"/>
                    <a:gd name="connsiteY14" fmla="*/ 521378 h 563028"/>
                    <a:gd name="connsiteX15" fmla="*/ 329 w 1027280"/>
                    <a:gd name="connsiteY15" fmla="*/ 518414 h 563028"/>
                    <a:gd name="connsiteX16" fmla="*/ 329 w 1027280"/>
                    <a:gd name="connsiteY16" fmla="*/ 506890 h 563028"/>
                    <a:gd name="connsiteX17" fmla="*/ 0 w 1027280"/>
                    <a:gd name="connsiteY17" fmla="*/ 66016 h 563028"/>
                    <a:gd name="connsiteX18" fmla="*/ 12182 w 1027280"/>
                    <a:gd name="connsiteY18" fmla="*/ 51858 h 563028"/>
                    <a:gd name="connsiteX19" fmla="*/ 243979 w 1027280"/>
                    <a:gd name="connsiteY19" fmla="*/ 1482 h 563028"/>
                    <a:gd name="connsiteX20" fmla="*/ 259783 w 1027280"/>
                    <a:gd name="connsiteY20" fmla="*/ 165 h 563028"/>
                    <a:gd name="connsiteX21" fmla="*/ 774082 w 1027280"/>
                    <a:gd name="connsiteY21" fmla="*/ 823 h 563028"/>
                    <a:gd name="connsiteX22" fmla="*/ 850140 w 1027280"/>
                    <a:gd name="connsiteY22" fmla="*/ 14652 h 563028"/>
                    <a:gd name="connsiteX23" fmla="*/ 1024646 w 1027280"/>
                    <a:gd name="connsiteY23" fmla="*/ 53175 h 563028"/>
                    <a:gd name="connsiteX24" fmla="*/ 1030573 w 1027280"/>
                    <a:gd name="connsiteY24" fmla="*/ 54821 h 56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27280" h="563028">
                      <a:moveTo>
                        <a:pt x="1030573" y="54821"/>
                      </a:moveTo>
                      <a:cubicBezTo>
                        <a:pt x="1030573" y="209242"/>
                        <a:pt x="1030573" y="363335"/>
                        <a:pt x="1030573" y="518414"/>
                      </a:cubicBezTo>
                      <a:cubicBezTo>
                        <a:pt x="1001598" y="524670"/>
                        <a:pt x="972295" y="530926"/>
                        <a:pt x="943320" y="537182"/>
                      </a:cubicBezTo>
                      <a:cubicBezTo>
                        <a:pt x="904797" y="545413"/>
                        <a:pt x="866274" y="553645"/>
                        <a:pt x="827751" y="561547"/>
                      </a:cubicBezTo>
                      <a:cubicBezTo>
                        <a:pt x="818202" y="563522"/>
                        <a:pt x="808325" y="564181"/>
                        <a:pt x="798776" y="564181"/>
                      </a:cubicBezTo>
                      <a:cubicBezTo>
                        <a:pt x="769472" y="564510"/>
                        <a:pt x="740169" y="564181"/>
                        <a:pt x="709548" y="564181"/>
                      </a:cubicBezTo>
                      <a:cubicBezTo>
                        <a:pt x="709548" y="558584"/>
                        <a:pt x="709548" y="553645"/>
                        <a:pt x="709548" y="549035"/>
                      </a:cubicBezTo>
                      <a:cubicBezTo>
                        <a:pt x="709548" y="444002"/>
                        <a:pt x="709548" y="339299"/>
                        <a:pt x="709877" y="234266"/>
                      </a:cubicBezTo>
                      <a:cubicBezTo>
                        <a:pt x="709877" y="224059"/>
                        <a:pt x="707243" y="218132"/>
                        <a:pt x="698024" y="213194"/>
                      </a:cubicBezTo>
                      <a:cubicBezTo>
                        <a:pt x="568297" y="144708"/>
                        <a:pt x="440875" y="148001"/>
                        <a:pt x="315428" y="224718"/>
                      </a:cubicBezTo>
                      <a:cubicBezTo>
                        <a:pt x="308513" y="228998"/>
                        <a:pt x="306209" y="233937"/>
                        <a:pt x="306209" y="241839"/>
                      </a:cubicBezTo>
                      <a:cubicBezTo>
                        <a:pt x="306538" y="344567"/>
                        <a:pt x="306538" y="446966"/>
                        <a:pt x="306538" y="549694"/>
                      </a:cubicBezTo>
                      <a:cubicBezTo>
                        <a:pt x="306538" y="553974"/>
                        <a:pt x="306538" y="558584"/>
                        <a:pt x="306538" y="564510"/>
                      </a:cubicBezTo>
                      <a:cubicBezTo>
                        <a:pt x="267356" y="562205"/>
                        <a:pt x="229163" y="567803"/>
                        <a:pt x="190969" y="559242"/>
                      </a:cubicBezTo>
                      <a:cubicBezTo>
                        <a:pt x="131703" y="545743"/>
                        <a:pt x="72107" y="533889"/>
                        <a:pt x="12841" y="521378"/>
                      </a:cubicBezTo>
                      <a:cubicBezTo>
                        <a:pt x="8890" y="520390"/>
                        <a:pt x="4939" y="519402"/>
                        <a:pt x="329" y="518414"/>
                      </a:cubicBezTo>
                      <a:cubicBezTo>
                        <a:pt x="329" y="514463"/>
                        <a:pt x="329" y="510841"/>
                        <a:pt x="329" y="506890"/>
                      </a:cubicBezTo>
                      <a:cubicBezTo>
                        <a:pt x="329" y="360042"/>
                        <a:pt x="329" y="212864"/>
                        <a:pt x="0" y="66016"/>
                      </a:cubicBezTo>
                      <a:cubicBezTo>
                        <a:pt x="0" y="56468"/>
                        <a:pt x="2963" y="53834"/>
                        <a:pt x="12182" y="51858"/>
                      </a:cubicBezTo>
                      <a:cubicBezTo>
                        <a:pt x="89558" y="35395"/>
                        <a:pt x="166604" y="18274"/>
                        <a:pt x="243979" y="1482"/>
                      </a:cubicBezTo>
                      <a:cubicBezTo>
                        <a:pt x="248918" y="494"/>
                        <a:pt x="254515" y="165"/>
                        <a:pt x="259783" y="165"/>
                      </a:cubicBezTo>
                      <a:cubicBezTo>
                        <a:pt x="431326" y="165"/>
                        <a:pt x="602539" y="-494"/>
                        <a:pt x="774082" y="823"/>
                      </a:cubicBezTo>
                      <a:cubicBezTo>
                        <a:pt x="799435" y="1152"/>
                        <a:pt x="824788" y="9384"/>
                        <a:pt x="850140" y="14652"/>
                      </a:cubicBezTo>
                      <a:cubicBezTo>
                        <a:pt x="908419" y="27164"/>
                        <a:pt x="966697" y="40334"/>
                        <a:pt x="1024646" y="53175"/>
                      </a:cubicBezTo>
                      <a:cubicBezTo>
                        <a:pt x="1026293" y="52846"/>
                        <a:pt x="1028268" y="53834"/>
                        <a:pt x="1030573" y="54821"/>
                      </a:cubicBezTo>
                      <a:close/>
                    </a:path>
                  </a:pathLst>
                </a:custGeom>
                <a:grpFill/>
                <a:ln w="3291" cap="flat">
                  <a:noFill/>
                  <a:prstDash val="solid"/>
                  <a:miter/>
                </a:ln>
              </p:spPr>
              <p:txBody>
                <a:bodyPr rtlCol="0" anchor="ctr"/>
                <a:lstStyle/>
                <a:p>
                  <a:endParaRPr lang="en-US"/>
                </a:p>
              </p:txBody>
            </p:sp>
          </p:grpSp>
          <p:grpSp>
            <p:nvGrpSpPr>
              <p:cNvPr id="23" name="Graphic 44">
                <a:extLst>
                  <a:ext uri="{FF2B5EF4-FFF2-40B4-BE49-F238E27FC236}">
                    <a16:creationId xmlns:a16="http://schemas.microsoft.com/office/drawing/2014/main" id="{3828BDD6-96F9-47E3-81DF-C18B3F608BC8}"/>
                  </a:ext>
                </a:extLst>
              </p:cNvPr>
              <p:cNvGrpSpPr/>
              <p:nvPr/>
            </p:nvGrpSpPr>
            <p:grpSpPr>
              <a:xfrm>
                <a:off x="1131271" y="3693663"/>
                <a:ext cx="1062978" cy="1831686"/>
                <a:chOff x="2288264" y="839989"/>
                <a:chExt cx="1356160" cy="2336888"/>
              </a:xfrm>
              <a:solidFill>
                <a:schemeClr val="accent2"/>
              </a:solidFill>
            </p:grpSpPr>
            <p:sp>
              <p:nvSpPr>
                <p:cNvPr id="24" name="Freeform: Shape 23">
                  <a:extLst>
                    <a:ext uri="{FF2B5EF4-FFF2-40B4-BE49-F238E27FC236}">
                      <a16:creationId xmlns:a16="http://schemas.microsoft.com/office/drawing/2014/main" id="{BA3B844C-5241-4032-AEBA-1F40CE3B650D}"/>
                    </a:ext>
                  </a:extLst>
                </p:cNvPr>
                <p:cNvSpPr/>
                <p:nvPr/>
              </p:nvSpPr>
              <p:spPr>
                <a:xfrm>
                  <a:off x="2444556" y="839989"/>
                  <a:ext cx="1199868" cy="2281567"/>
                </a:xfrm>
                <a:custGeom>
                  <a:avLst/>
                  <a:gdLst>
                    <a:gd name="connsiteX0" fmla="*/ 680973 w 1199867"/>
                    <a:gd name="connsiteY0" fmla="*/ 2282003 h 2281567"/>
                    <a:gd name="connsiteX1" fmla="*/ 687336 w 1199867"/>
                    <a:gd name="connsiteY1" fmla="*/ 2096796 h 2281567"/>
                    <a:gd name="connsiteX2" fmla="*/ 693472 w 1199867"/>
                    <a:gd name="connsiteY2" fmla="*/ 1922269 h 2281567"/>
                    <a:gd name="connsiteX3" fmla="*/ 701880 w 1199867"/>
                    <a:gd name="connsiteY3" fmla="*/ 1694340 h 2281567"/>
                    <a:gd name="connsiteX4" fmla="*/ 709607 w 1199867"/>
                    <a:gd name="connsiteY4" fmla="*/ 1472546 h 2281567"/>
                    <a:gd name="connsiteX5" fmla="*/ 719833 w 1199867"/>
                    <a:gd name="connsiteY5" fmla="*/ 1239390 h 2281567"/>
                    <a:gd name="connsiteX6" fmla="*/ 729377 w 1199867"/>
                    <a:gd name="connsiteY6" fmla="*/ 1058728 h 2281567"/>
                    <a:gd name="connsiteX7" fmla="*/ 740740 w 1199867"/>
                    <a:gd name="connsiteY7" fmla="*/ 851478 h 2281567"/>
                    <a:gd name="connsiteX8" fmla="*/ 721651 w 1199867"/>
                    <a:gd name="connsiteY8" fmla="*/ 836480 h 2281567"/>
                    <a:gd name="connsiteX9" fmla="*/ 648023 w 1199867"/>
                    <a:gd name="connsiteY9" fmla="*/ 817846 h 2281567"/>
                    <a:gd name="connsiteX10" fmla="*/ 643250 w 1199867"/>
                    <a:gd name="connsiteY10" fmla="*/ 806710 h 2281567"/>
                    <a:gd name="connsiteX11" fmla="*/ 647114 w 1199867"/>
                    <a:gd name="connsiteY11" fmla="*/ 783304 h 2281567"/>
                    <a:gd name="connsiteX12" fmla="*/ 668929 w 1199867"/>
                    <a:gd name="connsiteY12" fmla="*/ 722174 h 2281567"/>
                    <a:gd name="connsiteX13" fmla="*/ 694836 w 1199867"/>
                    <a:gd name="connsiteY13" fmla="*/ 709676 h 2281567"/>
                    <a:gd name="connsiteX14" fmla="*/ 722560 w 1199867"/>
                    <a:gd name="connsiteY14" fmla="*/ 726946 h 2281567"/>
                    <a:gd name="connsiteX15" fmla="*/ 734377 w 1199867"/>
                    <a:gd name="connsiteY15" fmla="*/ 729219 h 2281567"/>
                    <a:gd name="connsiteX16" fmla="*/ 774827 w 1199867"/>
                    <a:gd name="connsiteY16" fmla="*/ 715811 h 2281567"/>
                    <a:gd name="connsiteX17" fmla="*/ 776645 w 1199867"/>
                    <a:gd name="connsiteY17" fmla="*/ 706949 h 2281567"/>
                    <a:gd name="connsiteX18" fmla="*/ 747330 w 1199867"/>
                    <a:gd name="connsiteY18" fmla="*/ 685360 h 2281567"/>
                    <a:gd name="connsiteX19" fmla="*/ 618708 w 1199867"/>
                    <a:gd name="connsiteY19" fmla="*/ 581735 h 2281567"/>
                    <a:gd name="connsiteX20" fmla="*/ 361918 w 1199867"/>
                    <a:gd name="connsiteY20" fmla="*/ 326763 h 2281567"/>
                    <a:gd name="connsiteX21" fmla="*/ 26955 w 1199867"/>
                    <a:gd name="connsiteY21" fmla="*/ 32250 h 2281567"/>
                    <a:gd name="connsiteX22" fmla="*/ 3775 w 1199867"/>
                    <a:gd name="connsiteY22" fmla="*/ 11343 h 2281567"/>
                    <a:gd name="connsiteX23" fmla="*/ 594 w 1199867"/>
                    <a:gd name="connsiteY23" fmla="*/ 2708 h 2281567"/>
                    <a:gd name="connsiteX24" fmla="*/ 10366 w 1199867"/>
                    <a:gd name="connsiteY24" fmla="*/ 890 h 2281567"/>
                    <a:gd name="connsiteX25" fmla="*/ 54679 w 1199867"/>
                    <a:gd name="connsiteY25" fmla="*/ 22933 h 2281567"/>
                    <a:gd name="connsiteX26" fmla="*/ 632797 w 1199867"/>
                    <a:gd name="connsiteY26" fmla="*/ 497653 h 2281567"/>
                    <a:gd name="connsiteX27" fmla="*/ 815731 w 1199867"/>
                    <a:gd name="connsiteY27" fmla="*/ 659454 h 2281567"/>
                    <a:gd name="connsiteX28" fmla="*/ 840274 w 1199867"/>
                    <a:gd name="connsiteY28" fmla="*/ 675361 h 2281567"/>
                    <a:gd name="connsiteX29" fmla="*/ 866635 w 1199867"/>
                    <a:gd name="connsiteY29" fmla="*/ 664681 h 2281567"/>
                    <a:gd name="connsiteX30" fmla="*/ 885496 w 1199867"/>
                    <a:gd name="connsiteY30" fmla="*/ 624458 h 2281567"/>
                    <a:gd name="connsiteX31" fmla="*/ 926628 w 1199867"/>
                    <a:gd name="connsiteY31" fmla="*/ 572645 h 2281567"/>
                    <a:gd name="connsiteX32" fmla="*/ 1151603 w 1199867"/>
                    <a:gd name="connsiteY32" fmla="*/ 389029 h 2281567"/>
                    <a:gd name="connsiteX33" fmla="*/ 1190236 w 1199867"/>
                    <a:gd name="connsiteY33" fmla="*/ 359032 h 2281567"/>
                    <a:gd name="connsiteX34" fmla="*/ 1201598 w 1199867"/>
                    <a:gd name="connsiteY34" fmla="*/ 364941 h 2281567"/>
                    <a:gd name="connsiteX35" fmla="*/ 1192281 w 1199867"/>
                    <a:gd name="connsiteY35" fmla="*/ 388575 h 2281567"/>
                    <a:gd name="connsiteX36" fmla="*/ 1132969 w 1199867"/>
                    <a:gd name="connsiteY36" fmla="*/ 459703 h 2281567"/>
                    <a:gd name="connsiteX37" fmla="*/ 912312 w 1199867"/>
                    <a:gd name="connsiteY37" fmla="*/ 703313 h 2281567"/>
                    <a:gd name="connsiteX38" fmla="*/ 905949 w 1199867"/>
                    <a:gd name="connsiteY38" fmla="*/ 723083 h 2281567"/>
                    <a:gd name="connsiteX39" fmla="*/ 896177 w 1199867"/>
                    <a:gd name="connsiteY39" fmla="*/ 747399 h 2281567"/>
                    <a:gd name="connsiteX40" fmla="*/ 892087 w 1199867"/>
                    <a:gd name="connsiteY40" fmla="*/ 770123 h 2281567"/>
                    <a:gd name="connsiteX41" fmla="*/ 927992 w 1199867"/>
                    <a:gd name="connsiteY41" fmla="*/ 911244 h 2281567"/>
                    <a:gd name="connsiteX42" fmla="*/ 1003892 w 1199867"/>
                    <a:gd name="connsiteY42" fmla="*/ 1145309 h 2281567"/>
                    <a:gd name="connsiteX43" fmla="*/ 1092746 w 1199867"/>
                    <a:gd name="connsiteY43" fmla="*/ 1447776 h 2281567"/>
                    <a:gd name="connsiteX44" fmla="*/ 1173646 w 1199867"/>
                    <a:gd name="connsiteY44" fmla="*/ 1775467 h 2281567"/>
                    <a:gd name="connsiteX45" fmla="*/ 1181146 w 1199867"/>
                    <a:gd name="connsiteY45" fmla="*/ 1822053 h 2281567"/>
                    <a:gd name="connsiteX46" fmla="*/ 1179555 w 1199867"/>
                    <a:gd name="connsiteY46" fmla="*/ 1828871 h 2281567"/>
                    <a:gd name="connsiteX47" fmla="*/ 1174555 w 1199867"/>
                    <a:gd name="connsiteY47" fmla="*/ 1823871 h 2281567"/>
                    <a:gd name="connsiteX48" fmla="*/ 1149785 w 1199867"/>
                    <a:gd name="connsiteY48" fmla="*/ 1751606 h 2281567"/>
                    <a:gd name="connsiteX49" fmla="*/ 996393 w 1199867"/>
                    <a:gd name="connsiteY49" fmla="*/ 1234618 h 2281567"/>
                    <a:gd name="connsiteX50" fmla="*/ 853909 w 1199867"/>
                    <a:gd name="connsiteY50" fmla="*/ 834662 h 2281567"/>
                    <a:gd name="connsiteX51" fmla="*/ 839365 w 1199867"/>
                    <a:gd name="connsiteY51" fmla="*/ 801256 h 2281567"/>
                    <a:gd name="connsiteX52" fmla="*/ 821867 w 1199867"/>
                    <a:gd name="connsiteY52" fmla="*/ 785576 h 2281567"/>
                    <a:gd name="connsiteX53" fmla="*/ 811641 w 1199867"/>
                    <a:gd name="connsiteY53" fmla="*/ 804665 h 2281567"/>
                    <a:gd name="connsiteX54" fmla="*/ 810277 w 1199867"/>
                    <a:gd name="connsiteY54" fmla="*/ 844661 h 2281567"/>
                    <a:gd name="connsiteX55" fmla="*/ 818458 w 1199867"/>
                    <a:gd name="connsiteY55" fmla="*/ 1002143 h 2281567"/>
                    <a:gd name="connsiteX56" fmla="*/ 830275 w 1199867"/>
                    <a:gd name="connsiteY56" fmla="*/ 1220983 h 2281567"/>
                    <a:gd name="connsiteX57" fmla="*/ 837774 w 1199867"/>
                    <a:gd name="connsiteY57" fmla="*/ 1373239 h 2281567"/>
                    <a:gd name="connsiteX58" fmla="*/ 848228 w 1199867"/>
                    <a:gd name="connsiteY58" fmla="*/ 1760696 h 2281567"/>
                    <a:gd name="connsiteX59" fmla="*/ 855954 w 1199867"/>
                    <a:gd name="connsiteY59" fmla="*/ 2082252 h 2281567"/>
                    <a:gd name="connsiteX60" fmla="*/ 859817 w 1199867"/>
                    <a:gd name="connsiteY60" fmla="*/ 2241780 h 2281567"/>
                    <a:gd name="connsiteX61" fmla="*/ 859590 w 1199867"/>
                    <a:gd name="connsiteY61" fmla="*/ 2250642 h 2281567"/>
                    <a:gd name="connsiteX62" fmla="*/ 860272 w 1199867"/>
                    <a:gd name="connsiteY62" fmla="*/ 2275412 h 2281567"/>
                    <a:gd name="connsiteX63" fmla="*/ 854591 w 1199867"/>
                    <a:gd name="connsiteY63" fmla="*/ 2280866 h 2281567"/>
                    <a:gd name="connsiteX64" fmla="*/ 843910 w 1199867"/>
                    <a:gd name="connsiteY64" fmla="*/ 2280866 h 2281567"/>
                    <a:gd name="connsiteX65" fmla="*/ 722787 w 1199867"/>
                    <a:gd name="connsiteY65" fmla="*/ 2280866 h 2281567"/>
                    <a:gd name="connsiteX66" fmla="*/ 713243 w 1199867"/>
                    <a:gd name="connsiteY66" fmla="*/ 2281775 h 2281567"/>
                    <a:gd name="connsiteX67" fmla="*/ 680973 w 1199867"/>
                    <a:gd name="connsiteY67" fmla="*/ 2282003 h 228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199867" h="2281567">
                      <a:moveTo>
                        <a:pt x="680973" y="2282003"/>
                      </a:moveTo>
                      <a:cubicBezTo>
                        <a:pt x="683019" y="2220191"/>
                        <a:pt x="685291" y="2158607"/>
                        <a:pt x="687336" y="2096796"/>
                      </a:cubicBezTo>
                      <a:cubicBezTo>
                        <a:pt x="689382" y="2038620"/>
                        <a:pt x="691427" y="1980445"/>
                        <a:pt x="693472" y="1922269"/>
                      </a:cubicBezTo>
                      <a:cubicBezTo>
                        <a:pt x="696199" y="1846369"/>
                        <a:pt x="699153" y="1770241"/>
                        <a:pt x="701880" y="1694340"/>
                      </a:cubicBezTo>
                      <a:cubicBezTo>
                        <a:pt x="704607" y="1620484"/>
                        <a:pt x="706880" y="1546402"/>
                        <a:pt x="709607" y="1472546"/>
                      </a:cubicBezTo>
                      <a:cubicBezTo>
                        <a:pt x="712334" y="1394827"/>
                        <a:pt x="715515" y="1317109"/>
                        <a:pt x="719833" y="1239390"/>
                      </a:cubicBezTo>
                      <a:cubicBezTo>
                        <a:pt x="723242" y="1179169"/>
                        <a:pt x="726196" y="1118949"/>
                        <a:pt x="729377" y="1058728"/>
                      </a:cubicBezTo>
                      <a:cubicBezTo>
                        <a:pt x="733013" y="989645"/>
                        <a:pt x="736876" y="920561"/>
                        <a:pt x="740740" y="851478"/>
                      </a:cubicBezTo>
                      <a:cubicBezTo>
                        <a:pt x="741876" y="831253"/>
                        <a:pt x="740285" y="828753"/>
                        <a:pt x="721651" y="836480"/>
                      </a:cubicBezTo>
                      <a:cubicBezTo>
                        <a:pt x="691654" y="848978"/>
                        <a:pt x="670520" y="831935"/>
                        <a:pt x="648023" y="817846"/>
                      </a:cubicBezTo>
                      <a:cubicBezTo>
                        <a:pt x="644614" y="815573"/>
                        <a:pt x="643705" y="811028"/>
                        <a:pt x="643250" y="806710"/>
                      </a:cubicBezTo>
                      <a:cubicBezTo>
                        <a:pt x="642569" y="798529"/>
                        <a:pt x="644159" y="790576"/>
                        <a:pt x="647114" y="783304"/>
                      </a:cubicBezTo>
                      <a:cubicBezTo>
                        <a:pt x="655522" y="763306"/>
                        <a:pt x="661885" y="742626"/>
                        <a:pt x="668929" y="722174"/>
                      </a:cubicBezTo>
                      <a:cubicBezTo>
                        <a:pt x="673247" y="709676"/>
                        <a:pt x="682110" y="705585"/>
                        <a:pt x="694836" y="709676"/>
                      </a:cubicBezTo>
                      <a:cubicBezTo>
                        <a:pt x="705516" y="712857"/>
                        <a:pt x="714152" y="720129"/>
                        <a:pt x="722560" y="726946"/>
                      </a:cubicBezTo>
                      <a:cubicBezTo>
                        <a:pt x="726423" y="729901"/>
                        <a:pt x="729377" y="731037"/>
                        <a:pt x="734377" y="729219"/>
                      </a:cubicBezTo>
                      <a:cubicBezTo>
                        <a:pt x="747784" y="724219"/>
                        <a:pt x="761192" y="719902"/>
                        <a:pt x="774827" y="715811"/>
                      </a:cubicBezTo>
                      <a:cubicBezTo>
                        <a:pt x="781871" y="713766"/>
                        <a:pt x="780508" y="711039"/>
                        <a:pt x="776645" y="706949"/>
                      </a:cubicBezTo>
                      <a:cubicBezTo>
                        <a:pt x="768009" y="698086"/>
                        <a:pt x="757783" y="691496"/>
                        <a:pt x="747330" y="685360"/>
                      </a:cubicBezTo>
                      <a:cubicBezTo>
                        <a:pt x="699381" y="657181"/>
                        <a:pt x="657112" y="621731"/>
                        <a:pt x="618708" y="581735"/>
                      </a:cubicBezTo>
                      <a:cubicBezTo>
                        <a:pt x="535308" y="494699"/>
                        <a:pt x="449863" y="409481"/>
                        <a:pt x="361918" y="326763"/>
                      </a:cubicBezTo>
                      <a:cubicBezTo>
                        <a:pt x="253975" y="224729"/>
                        <a:pt x="139215" y="129739"/>
                        <a:pt x="26955" y="32250"/>
                      </a:cubicBezTo>
                      <a:cubicBezTo>
                        <a:pt x="19001" y="25433"/>
                        <a:pt x="11502" y="18388"/>
                        <a:pt x="3775" y="11343"/>
                      </a:cubicBezTo>
                      <a:cubicBezTo>
                        <a:pt x="1503" y="9071"/>
                        <a:pt x="-1224" y="6117"/>
                        <a:pt x="594" y="2708"/>
                      </a:cubicBezTo>
                      <a:cubicBezTo>
                        <a:pt x="2639" y="-1155"/>
                        <a:pt x="6957" y="-19"/>
                        <a:pt x="10366" y="890"/>
                      </a:cubicBezTo>
                      <a:cubicBezTo>
                        <a:pt x="26727" y="4980"/>
                        <a:pt x="41499" y="12934"/>
                        <a:pt x="54679" y="22933"/>
                      </a:cubicBezTo>
                      <a:cubicBezTo>
                        <a:pt x="252384" y="174734"/>
                        <a:pt x="447136" y="330854"/>
                        <a:pt x="632797" y="497653"/>
                      </a:cubicBezTo>
                      <a:cubicBezTo>
                        <a:pt x="693245" y="552193"/>
                        <a:pt x="754602" y="605596"/>
                        <a:pt x="815731" y="659454"/>
                      </a:cubicBezTo>
                      <a:cubicBezTo>
                        <a:pt x="823003" y="666044"/>
                        <a:pt x="831184" y="671498"/>
                        <a:pt x="840274" y="675361"/>
                      </a:cubicBezTo>
                      <a:cubicBezTo>
                        <a:pt x="853454" y="680815"/>
                        <a:pt x="861181" y="678088"/>
                        <a:pt x="866635" y="664681"/>
                      </a:cubicBezTo>
                      <a:cubicBezTo>
                        <a:pt x="872316" y="651046"/>
                        <a:pt x="879361" y="637865"/>
                        <a:pt x="885496" y="624458"/>
                      </a:cubicBezTo>
                      <a:cubicBezTo>
                        <a:pt x="895041" y="603778"/>
                        <a:pt x="909812" y="587644"/>
                        <a:pt x="926628" y="572645"/>
                      </a:cubicBezTo>
                      <a:cubicBezTo>
                        <a:pt x="998666" y="507880"/>
                        <a:pt x="1075703" y="449250"/>
                        <a:pt x="1151603" y="389029"/>
                      </a:cubicBezTo>
                      <a:cubicBezTo>
                        <a:pt x="1164329" y="378803"/>
                        <a:pt x="1177055" y="368577"/>
                        <a:pt x="1190236" y="359032"/>
                      </a:cubicBezTo>
                      <a:cubicBezTo>
                        <a:pt x="1197962" y="353351"/>
                        <a:pt x="1201143" y="355396"/>
                        <a:pt x="1201598" y="364941"/>
                      </a:cubicBezTo>
                      <a:cubicBezTo>
                        <a:pt x="1202052" y="374258"/>
                        <a:pt x="1197280" y="381530"/>
                        <a:pt x="1192281" y="388575"/>
                      </a:cubicBezTo>
                      <a:cubicBezTo>
                        <a:pt x="1174328" y="413799"/>
                        <a:pt x="1152967" y="436297"/>
                        <a:pt x="1132969" y="459703"/>
                      </a:cubicBezTo>
                      <a:cubicBezTo>
                        <a:pt x="1061841" y="543103"/>
                        <a:pt x="989803" y="625594"/>
                        <a:pt x="912312" y="703313"/>
                      </a:cubicBezTo>
                      <a:cubicBezTo>
                        <a:pt x="906403" y="709221"/>
                        <a:pt x="907539" y="716493"/>
                        <a:pt x="905949" y="723083"/>
                      </a:cubicBezTo>
                      <a:cubicBezTo>
                        <a:pt x="904131" y="731946"/>
                        <a:pt x="902086" y="740354"/>
                        <a:pt x="896177" y="747399"/>
                      </a:cubicBezTo>
                      <a:cubicBezTo>
                        <a:pt x="890496" y="753989"/>
                        <a:pt x="890496" y="762170"/>
                        <a:pt x="892087" y="770123"/>
                      </a:cubicBezTo>
                      <a:cubicBezTo>
                        <a:pt x="901631" y="817846"/>
                        <a:pt x="915720" y="864204"/>
                        <a:pt x="927992" y="911244"/>
                      </a:cubicBezTo>
                      <a:cubicBezTo>
                        <a:pt x="948444" y="990781"/>
                        <a:pt x="977077" y="1067818"/>
                        <a:pt x="1003892" y="1145309"/>
                      </a:cubicBezTo>
                      <a:cubicBezTo>
                        <a:pt x="1038434" y="1244617"/>
                        <a:pt x="1063659" y="1346878"/>
                        <a:pt x="1092746" y="1447776"/>
                      </a:cubicBezTo>
                      <a:cubicBezTo>
                        <a:pt x="1123879" y="1555946"/>
                        <a:pt x="1149558" y="1665480"/>
                        <a:pt x="1173646" y="1775467"/>
                      </a:cubicBezTo>
                      <a:cubicBezTo>
                        <a:pt x="1177055" y="1790693"/>
                        <a:pt x="1178646" y="1806373"/>
                        <a:pt x="1181146" y="1822053"/>
                      </a:cubicBezTo>
                      <a:cubicBezTo>
                        <a:pt x="1181600" y="1824553"/>
                        <a:pt x="1183191" y="1827962"/>
                        <a:pt x="1179555" y="1828871"/>
                      </a:cubicBezTo>
                      <a:cubicBezTo>
                        <a:pt x="1176146" y="1829780"/>
                        <a:pt x="1175464" y="1826371"/>
                        <a:pt x="1174555" y="1823871"/>
                      </a:cubicBezTo>
                      <a:cubicBezTo>
                        <a:pt x="1165465" y="1800010"/>
                        <a:pt x="1156603" y="1776149"/>
                        <a:pt x="1149785" y="1751606"/>
                      </a:cubicBezTo>
                      <a:cubicBezTo>
                        <a:pt x="1101836" y="1578444"/>
                        <a:pt x="1050478" y="1406190"/>
                        <a:pt x="996393" y="1234618"/>
                      </a:cubicBezTo>
                      <a:cubicBezTo>
                        <a:pt x="953671" y="1099633"/>
                        <a:pt x="908448" y="965557"/>
                        <a:pt x="853909" y="834662"/>
                      </a:cubicBezTo>
                      <a:cubicBezTo>
                        <a:pt x="849137" y="823527"/>
                        <a:pt x="844365" y="812392"/>
                        <a:pt x="839365" y="801256"/>
                      </a:cubicBezTo>
                      <a:cubicBezTo>
                        <a:pt x="835729" y="793530"/>
                        <a:pt x="830048" y="784440"/>
                        <a:pt x="821867" y="785576"/>
                      </a:cubicBezTo>
                      <a:cubicBezTo>
                        <a:pt x="815050" y="786485"/>
                        <a:pt x="813459" y="797620"/>
                        <a:pt x="811641" y="804665"/>
                      </a:cubicBezTo>
                      <a:cubicBezTo>
                        <a:pt x="808459" y="817846"/>
                        <a:pt x="809596" y="831253"/>
                        <a:pt x="810277" y="844661"/>
                      </a:cubicBezTo>
                      <a:cubicBezTo>
                        <a:pt x="813004" y="897155"/>
                        <a:pt x="815731" y="949649"/>
                        <a:pt x="818458" y="1002143"/>
                      </a:cubicBezTo>
                      <a:cubicBezTo>
                        <a:pt x="822322" y="1075090"/>
                        <a:pt x="826412" y="1148036"/>
                        <a:pt x="830275" y="1220983"/>
                      </a:cubicBezTo>
                      <a:cubicBezTo>
                        <a:pt x="833002" y="1271659"/>
                        <a:pt x="836184" y="1322336"/>
                        <a:pt x="837774" y="1373239"/>
                      </a:cubicBezTo>
                      <a:cubicBezTo>
                        <a:pt x="841638" y="1502316"/>
                        <a:pt x="844819" y="1631620"/>
                        <a:pt x="848228" y="1760696"/>
                      </a:cubicBezTo>
                      <a:cubicBezTo>
                        <a:pt x="850955" y="1867957"/>
                        <a:pt x="853227" y="1974991"/>
                        <a:pt x="855954" y="2082252"/>
                      </a:cubicBezTo>
                      <a:cubicBezTo>
                        <a:pt x="857318" y="2135428"/>
                        <a:pt x="858454" y="2188604"/>
                        <a:pt x="859817" y="2241780"/>
                      </a:cubicBezTo>
                      <a:cubicBezTo>
                        <a:pt x="859817" y="2244734"/>
                        <a:pt x="859590" y="2247688"/>
                        <a:pt x="859590" y="2250642"/>
                      </a:cubicBezTo>
                      <a:cubicBezTo>
                        <a:pt x="861181" y="2258823"/>
                        <a:pt x="859817" y="2267232"/>
                        <a:pt x="860272" y="2275412"/>
                      </a:cubicBezTo>
                      <a:cubicBezTo>
                        <a:pt x="860499" y="2279730"/>
                        <a:pt x="858681" y="2281094"/>
                        <a:pt x="854591" y="2280866"/>
                      </a:cubicBezTo>
                      <a:cubicBezTo>
                        <a:pt x="850955" y="2280639"/>
                        <a:pt x="847546" y="2280866"/>
                        <a:pt x="843910" y="2280866"/>
                      </a:cubicBezTo>
                      <a:cubicBezTo>
                        <a:pt x="803460" y="2280866"/>
                        <a:pt x="763237" y="2280866"/>
                        <a:pt x="722787" y="2280866"/>
                      </a:cubicBezTo>
                      <a:cubicBezTo>
                        <a:pt x="719606" y="2280866"/>
                        <a:pt x="716197" y="2279957"/>
                        <a:pt x="713243" y="2281775"/>
                      </a:cubicBezTo>
                      <a:cubicBezTo>
                        <a:pt x="702562" y="2282003"/>
                        <a:pt x="691654" y="2282003"/>
                        <a:pt x="680973" y="2282003"/>
                      </a:cubicBezTo>
                      <a:close/>
                    </a:path>
                  </a:pathLst>
                </a:custGeom>
                <a:grpFill/>
                <a:ln w="2261"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19A7548-C0BB-4E20-8CEC-7116F72DE470}"/>
                    </a:ext>
                  </a:extLst>
                </p:cNvPr>
                <p:cNvSpPr/>
                <p:nvPr/>
              </p:nvSpPr>
              <p:spPr>
                <a:xfrm>
                  <a:off x="2288264" y="1793293"/>
                  <a:ext cx="659018" cy="1245317"/>
                </a:xfrm>
                <a:custGeom>
                  <a:avLst/>
                  <a:gdLst>
                    <a:gd name="connsiteX0" fmla="*/ 0 w 659018"/>
                    <a:gd name="connsiteY0" fmla="*/ 221 h 1245317"/>
                    <a:gd name="connsiteX1" fmla="*/ 31360 w 659018"/>
                    <a:gd name="connsiteY1" fmla="*/ 12720 h 1245317"/>
                    <a:gd name="connsiteX2" fmla="*/ 323373 w 659018"/>
                    <a:gd name="connsiteY2" fmla="*/ 249285 h 1245317"/>
                    <a:gd name="connsiteX3" fmla="*/ 440406 w 659018"/>
                    <a:gd name="connsiteY3" fmla="*/ 352228 h 1245317"/>
                    <a:gd name="connsiteX4" fmla="*/ 461995 w 659018"/>
                    <a:gd name="connsiteY4" fmla="*/ 367908 h 1245317"/>
                    <a:gd name="connsiteX5" fmla="*/ 475857 w 659018"/>
                    <a:gd name="connsiteY5" fmla="*/ 363136 h 1245317"/>
                    <a:gd name="connsiteX6" fmla="*/ 547667 w 659018"/>
                    <a:gd name="connsiteY6" fmla="*/ 279509 h 1245317"/>
                    <a:gd name="connsiteX7" fmla="*/ 648792 w 659018"/>
                    <a:gd name="connsiteY7" fmla="*/ 199290 h 1245317"/>
                    <a:gd name="connsiteX8" fmla="*/ 659018 w 659018"/>
                    <a:gd name="connsiteY8" fmla="*/ 194973 h 1245317"/>
                    <a:gd name="connsiteX9" fmla="*/ 657655 w 659018"/>
                    <a:gd name="connsiteY9" fmla="*/ 208153 h 1245317"/>
                    <a:gd name="connsiteX10" fmla="*/ 641747 w 659018"/>
                    <a:gd name="connsiteY10" fmla="*/ 228605 h 1245317"/>
                    <a:gd name="connsiteX11" fmla="*/ 503126 w 659018"/>
                    <a:gd name="connsiteY11" fmla="*/ 381998 h 1245317"/>
                    <a:gd name="connsiteX12" fmla="*/ 498809 w 659018"/>
                    <a:gd name="connsiteY12" fmla="*/ 390406 h 1245317"/>
                    <a:gd name="connsiteX13" fmla="*/ 491991 w 659018"/>
                    <a:gd name="connsiteY13" fmla="*/ 409495 h 1245317"/>
                    <a:gd name="connsiteX14" fmla="*/ 491309 w 659018"/>
                    <a:gd name="connsiteY14" fmla="*/ 424038 h 1245317"/>
                    <a:gd name="connsiteX15" fmla="*/ 539031 w 659018"/>
                    <a:gd name="connsiteY15" fmla="*/ 587657 h 1245317"/>
                    <a:gd name="connsiteX16" fmla="*/ 646065 w 659018"/>
                    <a:gd name="connsiteY16" fmla="*/ 972614 h 1245317"/>
                    <a:gd name="connsiteX17" fmla="*/ 649019 w 659018"/>
                    <a:gd name="connsiteY17" fmla="*/ 991930 h 1245317"/>
                    <a:gd name="connsiteX18" fmla="*/ 648565 w 659018"/>
                    <a:gd name="connsiteY18" fmla="*/ 998293 h 1245317"/>
                    <a:gd name="connsiteX19" fmla="*/ 643565 w 659018"/>
                    <a:gd name="connsiteY19" fmla="*/ 989431 h 1245317"/>
                    <a:gd name="connsiteX20" fmla="*/ 600843 w 659018"/>
                    <a:gd name="connsiteY20" fmla="*/ 846492 h 1245317"/>
                    <a:gd name="connsiteX21" fmla="*/ 465403 w 659018"/>
                    <a:gd name="connsiteY21" fmla="*/ 446081 h 1245317"/>
                    <a:gd name="connsiteX22" fmla="*/ 462676 w 659018"/>
                    <a:gd name="connsiteY22" fmla="*/ 439491 h 1245317"/>
                    <a:gd name="connsiteX23" fmla="*/ 451996 w 659018"/>
                    <a:gd name="connsiteY23" fmla="*/ 429038 h 1245317"/>
                    <a:gd name="connsiteX24" fmla="*/ 445633 w 659018"/>
                    <a:gd name="connsiteY24" fmla="*/ 443582 h 1245317"/>
                    <a:gd name="connsiteX25" fmla="*/ 448132 w 659018"/>
                    <a:gd name="connsiteY25" fmla="*/ 511301 h 1245317"/>
                    <a:gd name="connsiteX26" fmla="*/ 454268 w 659018"/>
                    <a:gd name="connsiteY26" fmla="*/ 623335 h 1245317"/>
                    <a:gd name="connsiteX27" fmla="*/ 462449 w 659018"/>
                    <a:gd name="connsiteY27" fmla="*/ 808541 h 1245317"/>
                    <a:gd name="connsiteX28" fmla="*/ 466994 w 659018"/>
                    <a:gd name="connsiteY28" fmla="*/ 985795 h 1245317"/>
                    <a:gd name="connsiteX29" fmla="*/ 473130 w 659018"/>
                    <a:gd name="connsiteY29" fmla="*/ 1237131 h 1245317"/>
                    <a:gd name="connsiteX30" fmla="*/ 464040 w 659018"/>
                    <a:gd name="connsiteY30" fmla="*/ 1246448 h 1245317"/>
                    <a:gd name="connsiteX31" fmla="*/ 382003 w 659018"/>
                    <a:gd name="connsiteY31" fmla="*/ 1246448 h 1245317"/>
                    <a:gd name="connsiteX32" fmla="*/ 374277 w 659018"/>
                    <a:gd name="connsiteY32" fmla="*/ 1238494 h 1245317"/>
                    <a:gd name="connsiteX33" fmla="*/ 380867 w 659018"/>
                    <a:gd name="connsiteY33" fmla="*/ 1067604 h 1245317"/>
                    <a:gd name="connsiteX34" fmla="*/ 387003 w 659018"/>
                    <a:gd name="connsiteY34" fmla="*/ 894896 h 1245317"/>
                    <a:gd name="connsiteX35" fmla="*/ 398820 w 659018"/>
                    <a:gd name="connsiteY35" fmla="*/ 623335 h 1245317"/>
                    <a:gd name="connsiteX36" fmla="*/ 407455 w 659018"/>
                    <a:gd name="connsiteY36" fmla="*/ 464034 h 1245317"/>
                    <a:gd name="connsiteX37" fmla="*/ 397456 w 659018"/>
                    <a:gd name="connsiteY37" fmla="*/ 456308 h 1245317"/>
                    <a:gd name="connsiteX38" fmla="*/ 357233 w 659018"/>
                    <a:gd name="connsiteY38" fmla="*/ 446763 h 1245317"/>
                    <a:gd name="connsiteX39" fmla="*/ 354506 w 659018"/>
                    <a:gd name="connsiteY39" fmla="*/ 433810 h 1245317"/>
                    <a:gd name="connsiteX40" fmla="*/ 369277 w 659018"/>
                    <a:gd name="connsiteY40" fmla="*/ 391996 h 1245317"/>
                    <a:gd name="connsiteX41" fmla="*/ 382231 w 659018"/>
                    <a:gd name="connsiteY41" fmla="*/ 387451 h 1245317"/>
                    <a:gd name="connsiteX42" fmla="*/ 387912 w 659018"/>
                    <a:gd name="connsiteY42" fmla="*/ 389724 h 1245317"/>
                    <a:gd name="connsiteX43" fmla="*/ 429725 w 659018"/>
                    <a:gd name="connsiteY43" fmla="*/ 389497 h 1245317"/>
                    <a:gd name="connsiteX44" fmla="*/ 414954 w 659018"/>
                    <a:gd name="connsiteY44" fmla="*/ 376089 h 1245317"/>
                    <a:gd name="connsiteX45" fmla="*/ 341326 w 659018"/>
                    <a:gd name="connsiteY45" fmla="*/ 317686 h 1245317"/>
                    <a:gd name="connsiteX46" fmla="*/ 149529 w 659018"/>
                    <a:gd name="connsiteY46" fmla="*/ 132707 h 1245317"/>
                    <a:gd name="connsiteX47" fmla="*/ 15453 w 659018"/>
                    <a:gd name="connsiteY47" fmla="*/ 17265 h 1245317"/>
                    <a:gd name="connsiteX48" fmla="*/ 0 w 659018"/>
                    <a:gd name="connsiteY48" fmla="*/ 3857 h 1245317"/>
                    <a:gd name="connsiteX49" fmla="*/ 0 w 659018"/>
                    <a:gd name="connsiteY49" fmla="*/ 221 h 1245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59018" h="1245317">
                      <a:moveTo>
                        <a:pt x="0" y="221"/>
                      </a:moveTo>
                      <a:cubicBezTo>
                        <a:pt x="12726" y="-1369"/>
                        <a:pt x="22270" y="5903"/>
                        <a:pt x="31360" y="12720"/>
                      </a:cubicBezTo>
                      <a:cubicBezTo>
                        <a:pt x="130895" y="88848"/>
                        <a:pt x="229520" y="166339"/>
                        <a:pt x="323373" y="249285"/>
                      </a:cubicBezTo>
                      <a:cubicBezTo>
                        <a:pt x="362233" y="283827"/>
                        <a:pt x="401319" y="318141"/>
                        <a:pt x="440406" y="352228"/>
                      </a:cubicBezTo>
                      <a:cubicBezTo>
                        <a:pt x="446996" y="358137"/>
                        <a:pt x="453586" y="364045"/>
                        <a:pt x="461995" y="367908"/>
                      </a:cubicBezTo>
                      <a:cubicBezTo>
                        <a:pt x="468585" y="370862"/>
                        <a:pt x="473811" y="369499"/>
                        <a:pt x="475857" y="363136"/>
                      </a:cubicBezTo>
                      <a:cubicBezTo>
                        <a:pt x="487901" y="324958"/>
                        <a:pt x="519034" y="302915"/>
                        <a:pt x="547667" y="279509"/>
                      </a:cubicBezTo>
                      <a:cubicBezTo>
                        <a:pt x="581072" y="252239"/>
                        <a:pt x="614932" y="225878"/>
                        <a:pt x="648792" y="199290"/>
                      </a:cubicBezTo>
                      <a:cubicBezTo>
                        <a:pt x="651746" y="197018"/>
                        <a:pt x="655155" y="191564"/>
                        <a:pt x="659018" y="194973"/>
                      </a:cubicBezTo>
                      <a:cubicBezTo>
                        <a:pt x="662881" y="198381"/>
                        <a:pt x="659927" y="203835"/>
                        <a:pt x="657655" y="208153"/>
                      </a:cubicBezTo>
                      <a:cubicBezTo>
                        <a:pt x="653564" y="215879"/>
                        <a:pt x="647429" y="222015"/>
                        <a:pt x="641747" y="228605"/>
                      </a:cubicBezTo>
                      <a:cubicBezTo>
                        <a:pt x="596752" y="280872"/>
                        <a:pt x="551757" y="332912"/>
                        <a:pt x="503126" y="381998"/>
                      </a:cubicBezTo>
                      <a:cubicBezTo>
                        <a:pt x="500854" y="384270"/>
                        <a:pt x="499263" y="386770"/>
                        <a:pt x="498809" y="390406"/>
                      </a:cubicBezTo>
                      <a:cubicBezTo>
                        <a:pt x="497672" y="396996"/>
                        <a:pt x="496309" y="403586"/>
                        <a:pt x="491991" y="409495"/>
                      </a:cubicBezTo>
                      <a:cubicBezTo>
                        <a:pt x="488582" y="413812"/>
                        <a:pt x="490173" y="419266"/>
                        <a:pt x="491309" y="424038"/>
                      </a:cubicBezTo>
                      <a:cubicBezTo>
                        <a:pt x="504263" y="479487"/>
                        <a:pt x="520170" y="534026"/>
                        <a:pt x="539031" y="587657"/>
                      </a:cubicBezTo>
                      <a:cubicBezTo>
                        <a:pt x="583118" y="713552"/>
                        <a:pt x="617205" y="842401"/>
                        <a:pt x="646065" y="972614"/>
                      </a:cubicBezTo>
                      <a:cubicBezTo>
                        <a:pt x="647429" y="978977"/>
                        <a:pt x="648110" y="985568"/>
                        <a:pt x="649019" y="991930"/>
                      </a:cubicBezTo>
                      <a:cubicBezTo>
                        <a:pt x="649247" y="993976"/>
                        <a:pt x="650156" y="996021"/>
                        <a:pt x="648565" y="998293"/>
                      </a:cubicBezTo>
                      <a:cubicBezTo>
                        <a:pt x="644929" y="996475"/>
                        <a:pt x="644702" y="992612"/>
                        <a:pt x="643565" y="989431"/>
                      </a:cubicBezTo>
                      <a:cubicBezTo>
                        <a:pt x="626522" y="942618"/>
                        <a:pt x="615387" y="893987"/>
                        <a:pt x="600843" y="846492"/>
                      </a:cubicBezTo>
                      <a:cubicBezTo>
                        <a:pt x="559711" y="711734"/>
                        <a:pt x="520397" y="576294"/>
                        <a:pt x="465403" y="446081"/>
                      </a:cubicBezTo>
                      <a:cubicBezTo>
                        <a:pt x="464494" y="443809"/>
                        <a:pt x="463585" y="441764"/>
                        <a:pt x="462676" y="439491"/>
                      </a:cubicBezTo>
                      <a:cubicBezTo>
                        <a:pt x="460177" y="434719"/>
                        <a:pt x="457222" y="427674"/>
                        <a:pt x="451996" y="429038"/>
                      </a:cubicBezTo>
                      <a:cubicBezTo>
                        <a:pt x="447223" y="430401"/>
                        <a:pt x="445860" y="437673"/>
                        <a:pt x="445633" y="443582"/>
                      </a:cubicBezTo>
                      <a:cubicBezTo>
                        <a:pt x="444724" y="466079"/>
                        <a:pt x="446996" y="488804"/>
                        <a:pt x="448132" y="511301"/>
                      </a:cubicBezTo>
                      <a:cubicBezTo>
                        <a:pt x="449950" y="548570"/>
                        <a:pt x="452677" y="586066"/>
                        <a:pt x="454268" y="623335"/>
                      </a:cubicBezTo>
                      <a:cubicBezTo>
                        <a:pt x="456995" y="685146"/>
                        <a:pt x="461540" y="746730"/>
                        <a:pt x="462449" y="808541"/>
                      </a:cubicBezTo>
                      <a:cubicBezTo>
                        <a:pt x="463358" y="867626"/>
                        <a:pt x="465403" y="926710"/>
                        <a:pt x="466994" y="985795"/>
                      </a:cubicBezTo>
                      <a:cubicBezTo>
                        <a:pt x="469039" y="1069649"/>
                        <a:pt x="470857" y="1153276"/>
                        <a:pt x="473130" y="1237131"/>
                      </a:cubicBezTo>
                      <a:cubicBezTo>
                        <a:pt x="473357" y="1244857"/>
                        <a:pt x="471312" y="1246448"/>
                        <a:pt x="464040" y="1246448"/>
                      </a:cubicBezTo>
                      <a:cubicBezTo>
                        <a:pt x="436770" y="1245993"/>
                        <a:pt x="409273" y="1246221"/>
                        <a:pt x="382003" y="1246448"/>
                      </a:cubicBezTo>
                      <a:cubicBezTo>
                        <a:pt x="375640" y="1246448"/>
                        <a:pt x="374050" y="1244630"/>
                        <a:pt x="374277" y="1238494"/>
                      </a:cubicBezTo>
                      <a:cubicBezTo>
                        <a:pt x="376549" y="1181455"/>
                        <a:pt x="378822" y="1124416"/>
                        <a:pt x="380867" y="1067604"/>
                      </a:cubicBezTo>
                      <a:cubicBezTo>
                        <a:pt x="382912" y="1010110"/>
                        <a:pt x="384730" y="952389"/>
                        <a:pt x="387003" y="894896"/>
                      </a:cubicBezTo>
                      <a:cubicBezTo>
                        <a:pt x="390184" y="804451"/>
                        <a:pt x="393366" y="713779"/>
                        <a:pt x="398820" y="623335"/>
                      </a:cubicBezTo>
                      <a:cubicBezTo>
                        <a:pt x="402001" y="570386"/>
                        <a:pt x="404728" y="517210"/>
                        <a:pt x="407455" y="464034"/>
                      </a:cubicBezTo>
                      <a:cubicBezTo>
                        <a:pt x="407910" y="454490"/>
                        <a:pt x="406092" y="452672"/>
                        <a:pt x="397456" y="456308"/>
                      </a:cubicBezTo>
                      <a:cubicBezTo>
                        <a:pt x="381322" y="463125"/>
                        <a:pt x="369277" y="454717"/>
                        <a:pt x="357233" y="446763"/>
                      </a:cubicBezTo>
                      <a:cubicBezTo>
                        <a:pt x="352688" y="443809"/>
                        <a:pt x="352916" y="438355"/>
                        <a:pt x="354506" y="433810"/>
                      </a:cubicBezTo>
                      <a:cubicBezTo>
                        <a:pt x="359051" y="419721"/>
                        <a:pt x="364051" y="405859"/>
                        <a:pt x="369277" y="391996"/>
                      </a:cubicBezTo>
                      <a:cubicBezTo>
                        <a:pt x="371550" y="386088"/>
                        <a:pt x="377004" y="386088"/>
                        <a:pt x="382231" y="387451"/>
                      </a:cubicBezTo>
                      <a:cubicBezTo>
                        <a:pt x="384276" y="387906"/>
                        <a:pt x="386548" y="388361"/>
                        <a:pt x="387912" y="389724"/>
                      </a:cubicBezTo>
                      <a:cubicBezTo>
                        <a:pt x="402001" y="404722"/>
                        <a:pt x="415409" y="393360"/>
                        <a:pt x="429725" y="389497"/>
                      </a:cubicBezTo>
                      <a:cubicBezTo>
                        <a:pt x="425862" y="382679"/>
                        <a:pt x="420408" y="379271"/>
                        <a:pt x="414954" y="376089"/>
                      </a:cubicBezTo>
                      <a:cubicBezTo>
                        <a:pt x="387457" y="360182"/>
                        <a:pt x="363369" y="340184"/>
                        <a:pt x="341326" y="317686"/>
                      </a:cubicBezTo>
                      <a:cubicBezTo>
                        <a:pt x="279287" y="254057"/>
                        <a:pt x="216340" y="191337"/>
                        <a:pt x="149529" y="132707"/>
                      </a:cubicBezTo>
                      <a:cubicBezTo>
                        <a:pt x="104988" y="93620"/>
                        <a:pt x="59993" y="55670"/>
                        <a:pt x="15453" y="17265"/>
                      </a:cubicBezTo>
                      <a:cubicBezTo>
                        <a:pt x="10226" y="12720"/>
                        <a:pt x="5227" y="8402"/>
                        <a:pt x="0" y="3857"/>
                      </a:cubicBezTo>
                      <a:cubicBezTo>
                        <a:pt x="0" y="2721"/>
                        <a:pt x="0" y="1358"/>
                        <a:pt x="0" y="221"/>
                      </a:cubicBezTo>
                      <a:close/>
                    </a:path>
                  </a:pathLst>
                </a:custGeom>
                <a:grpFill/>
                <a:ln w="2261"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8727597-4B7B-4B96-B794-C48A86A92DAC}"/>
                    </a:ext>
                  </a:extLst>
                </p:cNvPr>
                <p:cNvSpPr/>
                <p:nvPr/>
              </p:nvSpPr>
              <p:spPr>
                <a:xfrm>
                  <a:off x="3298161" y="3147335"/>
                  <a:ext cx="147711" cy="29542"/>
                </a:xfrm>
                <a:custGeom>
                  <a:avLst/>
                  <a:gdLst>
                    <a:gd name="connsiteX0" fmla="*/ 0 w 147710"/>
                    <a:gd name="connsiteY0" fmla="*/ 31133 h 29542"/>
                    <a:gd name="connsiteX1" fmla="*/ 12044 w 147710"/>
                    <a:gd name="connsiteY1" fmla="*/ 29315 h 29542"/>
                    <a:gd name="connsiteX2" fmla="*/ 134531 w 147710"/>
                    <a:gd name="connsiteY2" fmla="*/ 29315 h 29542"/>
                    <a:gd name="connsiteX3" fmla="*/ 146120 w 147710"/>
                    <a:gd name="connsiteY3" fmla="*/ 17725 h 29542"/>
                    <a:gd name="connsiteX4" fmla="*/ 146347 w 147710"/>
                    <a:gd name="connsiteY4" fmla="*/ 0 h 29542"/>
                    <a:gd name="connsiteX5" fmla="*/ 147938 w 147710"/>
                    <a:gd name="connsiteY5" fmla="*/ 31133 h 29542"/>
                    <a:gd name="connsiteX6" fmla="*/ 0 w 147710"/>
                    <a:gd name="connsiteY6" fmla="*/ 31133 h 2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710" h="29542">
                      <a:moveTo>
                        <a:pt x="0" y="31133"/>
                      </a:moveTo>
                      <a:cubicBezTo>
                        <a:pt x="3863" y="28860"/>
                        <a:pt x="7954" y="29315"/>
                        <a:pt x="12044" y="29315"/>
                      </a:cubicBezTo>
                      <a:cubicBezTo>
                        <a:pt x="52949" y="29315"/>
                        <a:pt x="93626" y="29315"/>
                        <a:pt x="134531" y="29315"/>
                      </a:cubicBezTo>
                      <a:cubicBezTo>
                        <a:pt x="145439" y="29315"/>
                        <a:pt x="145893" y="28633"/>
                        <a:pt x="146120" y="17725"/>
                      </a:cubicBezTo>
                      <a:cubicBezTo>
                        <a:pt x="146120" y="11817"/>
                        <a:pt x="146347" y="5908"/>
                        <a:pt x="146347" y="0"/>
                      </a:cubicBezTo>
                      <a:cubicBezTo>
                        <a:pt x="148620" y="10226"/>
                        <a:pt x="147256" y="20907"/>
                        <a:pt x="147938" y="31133"/>
                      </a:cubicBezTo>
                      <a:cubicBezTo>
                        <a:pt x="98625" y="31133"/>
                        <a:pt x="49313" y="31133"/>
                        <a:pt x="0" y="31133"/>
                      </a:cubicBezTo>
                      <a:close/>
                    </a:path>
                  </a:pathLst>
                </a:custGeom>
                <a:grpFill/>
                <a:ln w="2261" cap="flat">
                  <a:noFill/>
                  <a:prstDash val="solid"/>
                  <a:miter/>
                </a:ln>
              </p:spPr>
              <p:txBody>
                <a:bodyPr rtlCol="0" anchor="ctr"/>
                <a:lstStyle/>
                <a:p>
                  <a:endParaRPr lang="en-US"/>
                </a:p>
              </p:txBody>
            </p:sp>
          </p:grpSp>
          <p:grpSp>
            <p:nvGrpSpPr>
              <p:cNvPr id="13" name="Group 12">
                <a:extLst>
                  <a:ext uri="{FF2B5EF4-FFF2-40B4-BE49-F238E27FC236}">
                    <a16:creationId xmlns:a16="http://schemas.microsoft.com/office/drawing/2014/main" id="{2924CA4C-0106-42DE-B75F-9AC96F86D072}"/>
                  </a:ext>
                </a:extLst>
              </p:cNvPr>
              <p:cNvGrpSpPr/>
              <p:nvPr/>
            </p:nvGrpSpPr>
            <p:grpSpPr>
              <a:xfrm>
                <a:off x="5015051" y="3824033"/>
                <a:ext cx="1256542" cy="1019770"/>
                <a:chOff x="2002422" y="1255190"/>
                <a:chExt cx="6189146" cy="5022917"/>
              </a:xfrm>
            </p:grpSpPr>
            <p:grpSp>
              <p:nvGrpSpPr>
                <p:cNvPr id="14" name="Group 13">
                  <a:extLst>
                    <a:ext uri="{FF2B5EF4-FFF2-40B4-BE49-F238E27FC236}">
                      <a16:creationId xmlns:a16="http://schemas.microsoft.com/office/drawing/2014/main" id="{B8726D94-77A0-4970-84D0-1B4664D68712}"/>
                    </a:ext>
                  </a:extLst>
                </p:cNvPr>
                <p:cNvGrpSpPr/>
                <p:nvPr/>
              </p:nvGrpSpPr>
              <p:grpSpPr>
                <a:xfrm>
                  <a:off x="4066220" y="1255190"/>
                  <a:ext cx="2502860" cy="4993119"/>
                  <a:chOff x="4066220" y="1255190"/>
                  <a:chExt cx="2502860" cy="4993119"/>
                </a:xfrm>
              </p:grpSpPr>
              <p:sp>
                <p:nvSpPr>
                  <p:cNvPr id="21" name="Freeform: Shape 20">
                    <a:extLst>
                      <a:ext uri="{FF2B5EF4-FFF2-40B4-BE49-F238E27FC236}">
                        <a16:creationId xmlns:a16="http://schemas.microsoft.com/office/drawing/2014/main" id="{D9FA9568-676E-48C9-BA8F-798A64956FBA}"/>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3"/>
                  </a:solidFill>
                  <a:ln w="8081"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2E0CB1-FE01-44C7-AE6A-AA4676E9A32E}"/>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3">
                      <a:lumMod val="50000"/>
                    </a:schemeClr>
                  </a:solidFill>
                  <a:ln w="8081" cap="flat">
                    <a:noFill/>
                    <a:prstDash val="solid"/>
                    <a:miter/>
                  </a:ln>
                </p:spPr>
                <p:txBody>
                  <a:bodyPr rtlCol="0" anchor="ctr"/>
                  <a:lstStyle/>
                  <a:p>
                    <a:endParaRPr lang="en-US"/>
                  </a:p>
                </p:txBody>
              </p:sp>
            </p:grpSp>
            <p:grpSp>
              <p:nvGrpSpPr>
                <p:cNvPr id="15" name="Group 14">
                  <a:extLst>
                    <a:ext uri="{FF2B5EF4-FFF2-40B4-BE49-F238E27FC236}">
                      <a16:creationId xmlns:a16="http://schemas.microsoft.com/office/drawing/2014/main" id="{20AEB772-05A4-44A7-92C1-186B03519843}"/>
                    </a:ext>
                  </a:extLst>
                </p:cNvPr>
                <p:cNvGrpSpPr/>
                <p:nvPr/>
              </p:nvGrpSpPr>
              <p:grpSpPr>
                <a:xfrm>
                  <a:off x="7007595" y="3916121"/>
                  <a:ext cx="1183973" cy="2361986"/>
                  <a:chOff x="4066220" y="1255190"/>
                  <a:chExt cx="2502860" cy="4993119"/>
                </a:xfrm>
              </p:grpSpPr>
              <p:sp>
                <p:nvSpPr>
                  <p:cNvPr id="19" name="Freeform: Shape 18">
                    <a:extLst>
                      <a:ext uri="{FF2B5EF4-FFF2-40B4-BE49-F238E27FC236}">
                        <a16:creationId xmlns:a16="http://schemas.microsoft.com/office/drawing/2014/main" id="{E2A383CB-76A3-4B95-AF42-322560E2FA32}"/>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3"/>
                  </a:solidFill>
                  <a:ln w="8081"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CB0F63A-FBA1-4464-8126-34DA77F9B04B}"/>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3">
                      <a:lumMod val="50000"/>
                    </a:schemeClr>
                  </a:solidFill>
                  <a:ln w="8081" cap="flat">
                    <a:noFill/>
                    <a:prstDash val="solid"/>
                    <a:miter/>
                  </a:ln>
                </p:spPr>
                <p:txBody>
                  <a:bodyPr rtlCol="0" anchor="ctr"/>
                  <a:lstStyle/>
                  <a:p>
                    <a:endParaRPr lang="en-US"/>
                  </a:p>
                </p:txBody>
              </p:sp>
            </p:grpSp>
            <p:grpSp>
              <p:nvGrpSpPr>
                <p:cNvPr id="16" name="Group 15">
                  <a:extLst>
                    <a:ext uri="{FF2B5EF4-FFF2-40B4-BE49-F238E27FC236}">
                      <a16:creationId xmlns:a16="http://schemas.microsoft.com/office/drawing/2014/main" id="{7AC42BD3-99EE-40F2-9D5E-6D6F15A5A827}"/>
                    </a:ext>
                  </a:extLst>
                </p:cNvPr>
                <p:cNvGrpSpPr/>
                <p:nvPr/>
              </p:nvGrpSpPr>
              <p:grpSpPr>
                <a:xfrm>
                  <a:off x="2002422" y="2928902"/>
                  <a:ext cx="1678828" cy="3349205"/>
                  <a:chOff x="4066220" y="1255190"/>
                  <a:chExt cx="2502860" cy="4993119"/>
                </a:xfrm>
              </p:grpSpPr>
              <p:sp>
                <p:nvSpPr>
                  <p:cNvPr id="17" name="Freeform: Shape 16">
                    <a:extLst>
                      <a:ext uri="{FF2B5EF4-FFF2-40B4-BE49-F238E27FC236}">
                        <a16:creationId xmlns:a16="http://schemas.microsoft.com/office/drawing/2014/main" id="{27004F07-4C0E-4684-B6F7-FFB1E27A690B}"/>
                      </a:ext>
                    </a:extLst>
                  </p:cNvPr>
                  <p:cNvSpPr/>
                  <p:nvPr/>
                </p:nvSpPr>
                <p:spPr>
                  <a:xfrm>
                    <a:off x="4066220" y="1255190"/>
                    <a:ext cx="2502860" cy="3992660"/>
                  </a:xfrm>
                  <a:custGeom>
                    <a:avLst/>
                    <a:gdLst>
                      <a:gd name="connsiteX0" fmla="*/ 149268 w 339665"/>
                      <a:gd name="connsiteY0" fmla="*/ 540137 h 541846"/>
                      <a:gd name="connsiteX1" fmla="*/ 38473 w 339665"/>
                      <a:gd name="connsiteY1" fmla="*/ 539328 h 541846"/>
                      <a:gd name="connsiteX2" fmla="*/ 10976 w 339665"/>
                      <a:gd name="connsiteY2" fmla="*/ 493231 h 541846"/>
                      <a:gd name="connsiteX3" fmla="*/ 40899 w 339665"/>
                      <a:gd name="connsiteY3" fmla="*/ 435002 h 541846"/>
                      <a:gd name="connsiteX4" fmla="*/ 12593 w 339665"/>
                      <a:gd name="connsiteY4" fmla="*/ 383244 h 541846"/>
                      <a:gd name="connsiteX5" fmla="*/ 33620 w 339665"/>
                      <a:gd name="connsiteY5" fmla="*/ 343616 h 541846"/>
                      <a:gd name="connsiteX6" fmla="*/ 53838 w 339665"/>
                      <a:gd name="connsiteY6" fmla="*/ 306415 h 541846"/>
                      <a:gd name="connsiteX7" fmla="*/ 50604 w 339665"/>
                      <a:gd name="connsiteY7" fmla="*/ 302372 h 541846"/>
                      <a:gd name="connsiteX8" fmla="*/ 19063 w 339665"/>
                      <a:gd name="connsiteY8" fmla="*/ 240908 h 541846"/>
                      <a:gd name="connsiteX9" fmla="*/ 145225 w 339665"/>
                      <a:gd name="connsiteY9" fmla="*/ 24169 h 541846"/>
                      <a:gd name="connsiteX10" fmla="*/ 192939 w 339665"/>
                      <a:gd name="connsiteY10" fmla="*/ 22552 h 541846"/>
                      <a:gd name="connsiteX11" fmla="*/ 333658 w 339665"/>
                      <a:gd name="connsiteY11" fmla="*/ 265170 h 541846"/>
                      <a:gd name="connsiteX12" fmla="*/ 311822 w 339665"/>
                      <a:gd name="connsiteY12" fmla="*/ 299945 h 541846"/>
                      <a:gd name="connsiteX13" fmla="*/ 297265 w 339665"/>
                      <a:gd name="connsiteY13" fmla="*/ 329868 h 541846"/>
                      <a:gd name="connsiteX14" fmla="*/ 326379 w 339665"/>
                      <a:gd name="connsiteY14" fmla="*/ 381627 h 541846"/>
                      <a:gd name="connsiteX15" fmla="*/ 298883 w 339665"/>
                      <a:gd name="connsiteY15" fmla="*/ 434194 h 541846"/>
                      <a:gd name="connsiteX16" fmla="*/ 336084 w 339665"/>
                      <a:gd name="connsiteY16" fmla="*/ 506979 h 541846"/>
                      <a:gd name="connsiteX17" fmla="*/ 321527 w 339665"/>
                      <a:gd name="connsiteY17" fmla="*/ 536093 h 541846"/>
                      <a:gd name="connsiteX18" fmla="*/ 199409 w 339665"/>
                      <a:gd name="connsiteY18" fmla="*/ 540946 h 541846"/>
                      <a:gd name="connsiteX19" fmla="*/ 149268 w 339665"/>
                      <a:gd name="connsiteY19" fmla="*/ 540137 h 54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9665" h="541846">
                        <a:moveTo>
                          <a:pt x="149268" y="540137"/>
                        </a:moveTo>
                        <a:cubicBezTo>
                          <a:pt x="112067" y="540137"/>
                          <a:pt x="75674" y="540137"/>
                          <a:pt x="38473" y="539328"/>
                        </a:cubicBezTo>
                        <a:cubicBezTo>
                          <a:pt x="-2772" y="538520"/>
                          <a:pt x="-6816" y="531241"/>
                          <a:pt x="10976" y="493231"/>
                        </a:cubicBezTo>
                        <a:cubicBezTo>
                          <a:pt x="19872" y="473822"/>
                          <a:pt x="30385" y="454412"/>
                          <a:pt x="40899" y="435002"/>
                        </a:cubicBezTo>
                        <a:cubicBezTo>
                          <a:pt x="-6007" y="426915"/>
                          <a:pt x="-7625" y="423681"/>
                          <a:pt x="12593" y="383244"/>
                        </a:cubicBezTo>
                        <a:cubicBezTo>
                          <a:pt x="19063" y="369496"/>
                          <a:pt x="26342" y="356556"/>
                          <a:pt x="33620" y="343616"/>
                        </a:cubicBezTo>
                        <a:cubicBezTo>
                          <a:pt x="40090" y="330677"/>
                          <a:pt x="47369" y="317737"/>
                          <a:pt x="53838" y="306415"/>
                        </a:cubicBezTo>
                        <a:cubicBezTo>
                          <a:pt x="52221" y="303989"/>
                          <a:pt x="51412" y="302372"/>
                          <a:pt x="50604" y="302372"/>
                        </a:cubicBezTo>
                        <a:cubicBezTo>
                          <a:pt x="-9242" y="295902"/>
                          <a:pt x="-10860" y="295093"/>
                          <a:pt x="19063" y="240908"/>
                        </a:cubicBezTo>
                        <a:cubicBezTo>
                          <a:pt x="59500" y="168123"/>
                          <a:pt x="101553" y="96146"/>
                          <a:pt x="145225" y="24169"/>
                        </a:cubicBezTo>
                        <a:cubicBezTo>
                          <a:pt x="163825" y="-7371"/>
                          <a:pt x="173530" y="-8180"/>
                          <a:pt x="192939" y="22552"/>
                        </a:cubicBezTo>
                        <a:cubicBezTo>
                          <a:pt x="244698" y="100998"/>
                          <a:pt x="289178" y="182680"/>
                          <a:pt x="333658" y="265170"/>
                        </a:cubicBezTo>
                        <a:cubicBezTo>
                          <a:pt x="347406" y="290241"/>
                          <a:pt x="341745" y="299136"/>
                          <a:pt x="311822" y="299945"/>
                        </a:cubicBezTo>
                        <a:cubicBezTo>
                          <a:pt x="283517" y="300754"/>
                          <a:pt x="281899" y="308841"/>
                          <a:pt x="297265" y="329868"/>
                        </a:cubicBezTo>
                        <a:cubicBezTo>
                          <a:pt x="308587" y="346042"/>
                          <a:pt x="317483" y="363835"/>
                          <a:pt x="326379" y="381627"/>
                        </a:cubicBezTo>
                        <a:cubicBezTo>
                          <a:pt x="348215" y="423681"/>
                          <a:pt x="346597" y="426915"/>
                          <a:pt x="298883" y="434194"/>
                        </a:cubicBezTo>
                        <a:cubicBezTo>
                          <a:pt x="311822" y="459264"/>
                          <a:pt x="323953" y="482717"/>
                          <a:pt x="336084" y="506979"/>
                        </a:cubicBezTo>
                        <a:cubicBezTo>
                          <a:pt x="344171" y="523154"/>
                          <a:pt x="340936" y="532050"/>
                          <a:pt x="321527" y="536093"/>
                        </a:cubicBezTo>
                        <a:cubicBezTo>
                          <a:pt x="281091" y="544180"/>
                          <a:pt x="239846" y="538520"/>
                          <a:pt x="199409" y="540946"/>
                        </a:cubicBezTo>
                        <a:cubicBezTo>
                          <a:pt x="181617" y="550651"/>
                          <a:pt x="165443" y="551459"/>
                          <a:pt x="149268" y="540137"/>
                        </a:cubicBezTo>
                        <a:close/>
                      </a:path>
                    </a:pathLst>
                  </a:custGeom>
                  <a:solidFill>
                    <a:schemeClr val="accent3"/>
                  </a:solidFill>
                  <a:ln w="8081"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86F1CD0-3AF7-4BE3-8E5E-E3437A7A3337}"/>
                      </a:ext>
                    </a:extLst>
                  </p:cNvPr>
                  <p:cNvSpPr/>
                  <p:nvPr/>
                </p:nvSpPr>
                <p:spPr>
                  <a:xfrm>
                    <a:off x="5079283" y="5235250"/>
                    <a:ext cx="476734" cy="1013059"/>
                  </a:xfrm>
                  <a:custGeom>
                    <a:avLst/>
                    <a:gdLst>
                      <a:gd name="connsiteX0" fmla="*/ 11563 w 64698"/>
                      <a:gd name="connsiteY0" fmla="*/ 0 h 137483"/>
                      <a:gd name="connsiteX1" fmla="*/ 60895 w 64698"/>
                      <a:gd name="connsiteY1" fmla="*/ 0 h 137483"/>
                      <a:gd name="connsiteX2" fmla="*/ 72217 w 64698"/>
                      <a:gd name="connsiteY2" fmla="*/ 100282 h 137483"/>
                      <a:gd name="connsiteX3" fmla="*/ 37442 w 64698"/>
                      <a:gd name="connsiteY3" fmla="*/ 142336 h 137483"/>
                      <a:gd name="connsiteX4" fmla="*/ 241 w 64698"/>
                      <a:gd name="connsiteY4" fmla="*/ 99474 h 137483"/>
                      <a:gd name="connsiteX5" fmla="*/ 11563 w 64698"/>
                      <a:gd name="connsiteY5" fmla="*/ 0 h 13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698" h="137483">
                        <a:moveTo>
                          <a:pt x="11563" y="0"/>
                        </a:moveTo>
                        <a:cubicBezTo>
                          <a:pt x="27737" y="0"/>
                          <a:pt x="44721" y="0"/>
                          <a:pt x="60895" y="0"/>
                        </a:cubicBezTo>
                        <a:cubicBezTo>
                          <a:pt x="64939" y="33158"/>
                          <a:pt x="68982" y="67125"/>
                          <a:pt x="72217" y="100282"/>
                        </a:cubicBezTo>
                        <a:cubicBezTo>
                          <a:pt x="74643" y="125353"/>
                          <a:pt x="62512" y="140719"/>
                          <a:pt x="37442" y="142336"/>
                        </a:cubicBezTo>
                        <a:cubicBezTo>
                          <a:pt x="13989" y="143954"/>
                          <a:pt x="-2186" y="126970"/>
                          <a:pt x="241" y="99474"/>
                        </a:cubicBezTo>
                        <a:cubicBezTo>
                          <a:pt x="1858" y="67125"/>
                          <a:pt x="7519" y="33158"/>
                          <a:pt x="11563" y="0"/>
                        </a:cubicBezTo>
                        <a:close/>
                      </a:path>
                    </a:pathLst>
                  </a:custGeom>
                  <a:solidFill>
                    <a:schemeClr val="accent3">
                      <a:lumMod val="50000"/>
                    </a:schemeClr>
                  </a:solidFill>
                  <a:ln w="8081" cap="flat">
                    <a:noFill/>
                    <a:prstDash val="solid"/>
                    <a:miter/>
                  </a:ln>
                </p:spPr>
                <p:txBody>
                  <a:bodyPr rtlCol="0" anchor="ctr"/>
                  <a:lstStyle/>
                  <a:p>
                    <a:endParaRPr lang="en-US"/>
                  </a:p>
                </p:txBody>
              </p:sp>
            </p:grpSp>
          </p:grpSp>
          <p:grpSp>
            <p:nvGrpSpPr>
              <p:cNvPr id="27" name="Group 26">
                <a:extLst>
                  <a:ext uri="{FF2B5EF4-FFF2-40B4-BE49-F238E27FC236}">
                    <a16:creationId xmlns:a16="http://schemas.microsoft.com/office/drawing/2014/main" id="{1D5221C5-17E5-4033-BF08-E6F8D2FEF21D}"/>
                  </a:ext>
                </a:extLst>
              </p:cNvPr>
              <p:cNvGrpSpPr/>
              <p:nvPr/>
            </p:nvGrpSpPr>
            <p:grpSpPr>
              <a:xfrm flipH="1">
                <a:off x="4129692" y="3676458"/>
                <a:ext cx="971597" cy="634953"/>
                <a:chOff x="3701158" y="1889932"/>
                <a:chExt cx="6119387" cy="3999109"/>
              </a:xfrm>
              <a:solidFill>
                <a:schemeClr val="accent5">
                  <a:lumMod val="60000"/>
                  <a:lumOff val="40000"/>
                </a:schemeClr>
              </a:solidFill>
            </p:grpSpPr>
            <p:sp>
              <p:nvSpPr>
                <p:cNvPr id="28" name="Freeform: Shape 27">
                  <a:extLst>
                    <a:ext uri="{FF2B5EF4-FFF2-40B4-BE49-F238E27FC236}">
                      <a16:creationId xmlns:a16="http://schemas.microsoft.com/office/drawing/2014/main" id="{C60B2440-7E78-482E-87F9-8DA9B8455CD6}"/>
                    </a:ext>
                  </a:extLst>
                </p:cNvPr>
                <p:cNvSpPr/>
                <p:nvPr/>
              </p:nvSpPr>
              <p:spPr>
                <a:xfrm>
                  <a:off x="3701158" y="1889932"/>
                  <a:ext cx="2460970" cy="2327944"/>
                </a:xfrm>
                <a:custGeom>
                  <a:avLst/>
                  <a:gdLst>
                    <a:gd name="connsiteX0" fmla="*/ 303070 w 299228"/>
                    <a:gd name="connsiteY0" fmla="*/ 20669 h 283054"/>
                    <a:gd name="connsiteX1" fmla="*/ 168013 w 299228"/>
                    <a:gd name="connsiteY1" fmla="*/ 65149 h 283054"/>
                    <a:gd name="connsiteX2" fmla="*/ 160734 w 299228"/>
                    <a:gd name="connsiteY2" fmla="*/ 136317 h 283054"/>
                    <a:gd name="connsiteX3" fmla="*/ 196318 w 299228"/>
                    <a:gd name="connsiteY3" fmla="*/ 163813 h 283054"/>
                    <a:gd name="connsiteX4" fmla="*/ 228667 w 299228"/>
                    <a:gd name="connsiteY4" fmla="*/ 182414 h 283054"/>
                    <a:gd name="connsiteX5" fmla="*/ 180144 w 299228"/>
                    <a:gd name="connsiteY5" fmla="*/ 231747 h 283054"/>
                    <a:gd name="connsiteX6" fmla="*/ 109785 w 299228"/>
                    <a:gd name="connsiteY6" fmla="*/ 147639 h 283054"/>
                    <a:gd name="connsiteX7" fmla="*/ 45087 w 299228"/>
                    <a:gd name="connsiteY7" fmla="*/ 167048 h 283054"/>
                    <a:gd name="connsiteX8" fmla="*/ 15972 w 299228"/>
                    <a:gd name="connsiteY8" fmla="*/ 263287 h 283054"/>
                    <a:gd name="connsiteX9" fmla="*/ 8694 w 299228"/>
                    <a:gd name="connsiteY9" fmla="*/ 285122 h 283054"/>
                    <a:gd name="connsiteX10" fmla="*/ 14355 w 299228"/>
                    <a:gd name="connsiteY10" fmla="*/ 119333 h 283054"/>
                    <a:gd name="connsiteX11" fmla="*/ 20825 w 299228"/>
                    <a:gd name="connsiteY11" fmla="*/ 60296 h 283054"/>
                    <a:gd name="connsiteX12" fmla="*/ 41852 w 299228"/>
                    <a:gd name="connsiteY12" fmla="*/ 44122 h 283054"/>
                    <a:gd name="connsiteX13" fmla="*/ 89567 w 299228"/>
                    <a:gd name="connsiteY13" fmla="*/ 36844 h 283054"/>
                    <a:gd name="connsiteX14" fmla="*/ 284470 w 299228"/>
                    <a:gd name="connsiteY14" fmla="*/ 12582 h 283054"/>
                    <a:gd name="connsiteX15" fmla="*/ 303070 w 299228"/>
                    <a:gd name="connsiteY15" fmla="*/ 20669 h 283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9228" h="283054">
                      <a:moveTo>
                        <a:pt x="303070" y="20669"/>
                      </a:moveTo>
                      <a:cubicBezTo>
                        <a:pt x="254547" y="32800"/>
                        <a:pt x="210067" y="43313"/>
                        <a:pt x="168013" y="65149"/>
                      </a:cubicBezTo>
                      <a:cubicBezTo>
                        <a:pt x="124342" y="87793"/>
                        <a:pt x="122724" y="105585"/>
                        <a:pt x="160734" y="136317"/>
                      </a:cubicBezTo>
                      <a:cubicBezTo>
                        <a:pt x="172057" y="146022"/>
                        <a:pt x="184187" y="154918"/>
                        <a:pt x="196318" y="163813"/>
                      </a:cubicBezTo>
                      <a:cubicBezTo>
                        <a:pt x="206023" y="170284"/>
                        <a:pt x="216537" y="175944"/>
                        <a:pt x="228667" y="182414"/>
                      </a:cubicBezTo>
                      <a:cubicBezTo>
                        <a:pt x="208449" y="192119"/>
                        <a:pt x="191466" y="205867"/>
                        <a:pt x="180144" y="231747"/>
                      </a:cubicBezTo>
                      <a:cubicBezTo>
                        <a:pt x="173674" y="185649"/>
                        <a:pt x="142942" y="164622"/>
                        <a:pt x="109785" y="147639"/>
                      </a:cubicBezTo>
                      <a:cubicBezTo>
                        <a:pt x="80670" y="133082"/>
                        <a:pt x="62070" y="137935"/>
                        <a:pt x="45087" y="167048"/>
                      </a:cubicBezTo>
                      <a:cubicBezTo>
                        <a:pt x="28103" y="196971"/>
                        <a:pt x="21633" y="230129"/>
                        <a:pt x="15972" y="263287"/>
                      </a:cubicBezTo>
                      <a:cubicBezTo>
                        <a:pt x="15164" y="270565"/>
                        <a:pt x="16781" y="279462"/>
                        <a:pt x="8694" y="285122"/>
                      </a:cubicBezTo>
                      <a:cubicBezTo>
                        <a:pt x="-1011" y="229320"/>
                        <a:pt x="-6672" y="171901"/>
                        <a:pt x="14355" y="119333"/>
                      </a:cubicBezTo>
                      <a:cubicBezTo>
                        <a:pt x="21633" y="100733"/>
                        <a:pt x="20825" y="79706"/>
                        <a:pt x="20825" y="60296"/>
                      </a:cubicBezTo>
                      <a:cubicBezTo>
                        <a:pt x="20825" y="42504"/>
                        <a:pt x="27294" y="39270"/>
                        <a:pt x="41852" y="44122"/>
                      </a:cubicBezTo>
                      <a:cubicBezTo>
                        <a:pt x="59644" y="50592"/>
                        <a:pt x="74201" y="44931"/>
                        <a:pt x="89567" y="36844"/>
                      </a:cubicBezTo>
                      <a:cubicBezTo>
                        <a:pt x="151030" y="3686"/>
                        <a:pt x="214919" y="-13297"/>
                        <a:pt x="284470" y="12582"/>
                      </a:cubicBezTo>
                      <a:cubicBezTo>
                        <a:pt x="290131" y="13390"/>
                        <a:pt x="294983" y="16626"/>
                        <a:pt x="303070" y="20669"/>
                      </a:cubicBezTo>
                      <a:close/>
                    </a:path>
                  </a:pathLst>
                </a:custGeom>
                <a:grpFill/>
                <a:ln w="8081"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C0D7F52-B086-4346-9E77-E0EA0DE66A05}"/>
                    </a:ext>
                  </a:extLst>
                </p:cNvPr>
                <p:cNvSpPr/>
                <p:nvPr/>
              </p:nvSpPr>
              <p:spPr>
                <a:xfrm>
                  <a:off x="8127297" y="3417018"/>
                  <a:ext cx="1693248" cy="1601714"/>
                </a:xfrm>
                <a:custGeom>
                  <a:avLst/>
                  <a:gdLst>
                    <a:gd name="connsiteX0" fmla="*/ 303070 w 299228"/>
                    <a:gd name="connsiteY0" fmla="*/ 20669 h 283054"/>
                    <a:gd name="connsiteX1" fmla="*/ 168013 w 299228"/>
                    <a:gd name="connsiteY1" fmla="*/ 65149 h 283054"/>
                    <a:gd name="connsiteX2" fmla="*/ 160734 w 299228"/>
                    <a:gd name="connsiteY2" fmla="*/ 136317 h 283054"/>
                    <a:gd name="connsiteX3" fmla="*/ 196318 w 299228"/>
                    <a:gd name="connsiteY3" fmla="*/ 163813 h 283054"/>
                    <a:gd name="connsiteX4" fmla="*/ 228667 w 299228"/>
                    <a:gd name="connsiteY4" fmla="*/ 182414 h 283054"/>
                    <a:gd name="connsiteX5" fmla="*/ 180144 w 299228"/>
                    <a:gd name="connsiteY5" fmla="*/ 231747 h 283054"/>
                    <a:gd name="connsiteX6" fmla="*/ 109785 w 299228"/>
                    <a:gd name="connsiteY6" fmla="*/ 147639 h 283054"/>
                    <a:gd name="connsiteX7" fmla="*/ 45087 w 299228"/>
                    <a:gd name="connsiteY7" fmla="*/ 167048 h 283054"/>
                    <a:gd name="connsiteX8" fmla="*/ 15972 w 299228"/>
                    <a:gd name="connsiteY8" fmla="*/ 263287 h 283054"/>
                    <a:gd name="connsiteX9" fmla="*/ 8694 w 299228"/>
                    <a:gd name="connsiteY9" fmla="*/ 285122 h 283054"/>
                    <a:gd name="connsiteX10" fmla="*/ 14355 w 299228"/>
                    <a:gd name="connsiteY10" fmla="*/ 119333 h 283054"/>
                    <a:gd name="connsiteX11" fmla="*/ 20825 w 299228"/>
                    <a:gd name="connsiteY11" fmla="*/ 60296 h 283054"/>
                    <a:gd name="connsiteX12" fmla="*/ 41852 w 299228"/>
                    <a:gd name="connsiteY12" fmla="*/ 44122 h 283054"/>
                    <a:gd name="connsiteX13" fmla="*/ 89567 w 299228"/>
                    <a:gd name="connsiteY13" fmla="*/ 36844 h 283054"/>
                    <a:gd name="connsiteX14" fmla="*/ 284470 w 299228"/>
                    <a:gd name="connsiteY14" fmla="*/ 12582 h 283054"/>
                    <a:gd name="connsiteX15" fmla="*/ 303070 w 299228"/>
                    <a:gd name="connsiteY15" fmla="*/ 20669 h 283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9228" h="283054">
                      <a:moveTo>
                        <a:pt x="303070" y="20669"/>
                      </a:moveTo>
                      <a:cubicBezTo>
                        <a:pt x="254547" y="32800"/>
                        <a:pt x="210067" y="43313"/>
                        <a:pt x="168013" y="65149"/>
                      </a:cubicBezTo>
                      <a:cubicBezTo>
                        <a:pt x="124342" y="87793"/>
                        <a:pt x="122724" y="105585"/>
                        <a:pt x="160734" y="136317"/>
                      </a:cubicBezTo>
                      <a:cubicBezTo>
                        <a:pt x="172057" y="146022"/>
                        <a:pt x="184187" y="154918"/>
                        <a:pt x="196318" y="163813"/>
                      </a:cubicBezTo>
                      <a:cubicBezTo>
                        <a:pt x="206023" y="170284"/>
                        <a:pt x="216537" y="175944"/>
                        <a:pt x="228667" y="182414"/>
                      </a:cubicBezTo>
                      <a:cubicBezTo>
                        <a:pt x="208449" y="192119"/>
                        <a:pt x="191466" y="205867"/>
                        <a:pt x="180144" y="231747"/>
                      </a:cubicBezTo>
                      <a:cubicBezTo>
                        <a:pt x="173674" y="185649"/>
                        <a:pt x="142942" y="164622"/>
                        <a:pt x="109785" y="147639"/>
                      </a:cubicBezTo>
                      <a:cubicBezTo>
                        <a:pt x="80670" y="133082"/>
                        <a:pt x="62070" y="137935"/>
                        <a:pt x="45087" y="167048"/>
                      </a:cubicBezTo>
                      <a:cubicBezTo>
                        <a:pt x="28103" y="196971"/>
                        <a:pt x="21633" y="230129"/>
                        <a:pt x="15972" y="263287"/>
                      </a:cubicBezTo>
                      <a:cubicBezTo>
                        <a:pt x="15164" y="270565"/>
                        <a:pt x="16781" y="279462"/>
                        <a:pt x="8694" y="285122"/>
                      </a:cubicBezTo>
                      <a:cubicBezTo>
                        <a:pt x="-1011" y="229320"/>
                        <a:pt x="-6672" y="171901"/>
                        <a:pt x="14355" y="119333"/>
                      </a:cubicBezTo>
                      <a:cubicBezTo>
                        <a:pt x="21633" y="100733"/>
                        <a:pt x="20825" y="79706"/>
                        <a:pt x="20825" y="60296"/>
                      </a:cubicBezTo>
                      <a:cubicBezTo>
                        <a:pt x="20825" y="42504"/>
                        <a:pt x="27294" y="39270"/>
                        <a:pt x="41852" y="44122"/>
                      </a:cubicBezTo>
                      <a:cubicBezTo>
                        <a:pt x="59644" y="50592"/>
                        <a:pt x="74201" y="44931"/>
                        <a:pt x="89567" y="36844"/>
                      </a:cubicBezTo>
                      <a:cubicBezTo>
                        <a:pt x="151030" y="3686"/>
                        <a:pt x="214919" y="-13297"/>
                        <a:pt x="284470" y="12582"/>
                      </a:cubicBezTo>
                      <a:cubicBezTo>
                        <a:pt x="290131" y="13390"/>
                        <a:pt x="294983" y="16626"/>
                        <a:pt x="303070" y="20669"/>
                      </a:cubicBezTo>
                      <a:close/>
                    </a:path>
                  </a:pathLst>
                </a:custGeom>
                <a:grpFill/>
                <a:ln w="8081"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D188ACC-7B32-4221-A880-F14BCAA730A3}"/>
                    </a:ext>
                  </a:extLst>
                </p:cNvPr>
                <p:cNvSpPr/>
                <p:nvPr/>
              </p:nvSpPr>
              <p:spPr>
                <a:xfrm>
                  <a:off x="5184100" y="4038715"/>
                  <a:ext cx="1956062" cy="1850326"/>
                </a:xfrm>
                <a:custGeom>
                  <a:avLst/>
                  <a:gdLst>
                    <a:gd name="connsiteX0" fmla="*/ 303070 w 299228"/>
                    <a:gd name="connsiteY0" fmla="*/ 20669 h 283054"/>
                    <a:gd name="connsiteX1" fmla="*/ 168013 w 299228"/>
                    <a:gd name="connsiteY1" fmla="*/ 65149 h 283054"/>
                    <a:gd name="connsiteX2" fmla="*/ 160734 w 299228"/>
                    <a:gd name="connsiteY2" fmla="*/ 136317 h 283054"/>
                    <a:gd name="connsiteX3" fmla="*/ 196318 w 299228"/>
                    <a:gd name="connsiteY3" fmla="*/ 163813 h 283054"/>
                    <a:gd name="connsiteX4" fmla="*/ 228667 w 299228"/>
                    <a:gd name="connsiteY4" fmla="*/ 182414 h 283054"/>
                    <a:gd name="connsiteX5" fmla="*/ 180144 w 299228"/>
                    <a:gd name="connsiteY5" fmla="*/ 231747 h 283054"/>
                    <a:gd name="connsiteX6" fmla="*/ 109785 w 299228"/>
                    <a:gd name="connsiteY6" fmla="*/ 147639 h 283054"/>
                    <a:gd name="connsiteX7" fmla="*/ 45087 w 299228"/>
                    <a:gd name="connsiteY7" fmla="*/ 167048 h 283054"/>
                    <a:gd name="connsiteX8" fmla="*/ 15972 w 299228"/>
                    <a:gd name="connsiteY8" fmla="*/ 263287 h 283054"/>
                    <a:gd name="connsiteX9" fmla="*/ 8694 w 299228"/>
                    <a:gd name="connsiteY9" fmla="*/ 285122 h 283054"/>
                    <a:gd name="connsiteX10" fmla="*/ 14355 w 299228"/>
                    <a:gd name="connsiteY10" fmla="*/ 119333 h 283054"/>
                    <a:gd name="connsiteX11" fmla="*/ 20825 w 299228"/>
                    <a:gd name="connsiteY11" fmla="*/ 60296 h 283054"/>
                    <a:gd name="connsiteX12" fmla="*/ 41852 w 299228"/>
                    <a:gd name="connsiteY12" fmla="*/ 44122 h 283054"/>
                    <a:gd name="connsiteX13" fmla="*/ 89567 w 299228"/>
                    <a:gd name="connsiteY13" fmla="*/ 36844 h 283054"/>
                    <a:gd name="connsiteX14" fmla="*/ 284470 w 299228"/>
                    <a:gd name="connsiteY14" fmla="*/ 12582 h 283054"/>
                    <a:gd name="connsiteX15" fmla="*/ 303070 w 299228"/>
                    <a:gd name="connsiteY15" fmla="*/ 20669 h 283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9228" h="283054">
                      <a:moveTo>
                        <a:pt x="303070" y="20669"/>
                      </a:moveTo>
                      <a:cubicBezTo>
                        <a:pt x="254547" y="32800"/>
                        <a:pt x="210067" y="43313"/>
                        <a:pt x="168013" y="65149"/>
                      </a:cubicBezTo>
                      <a:cubicBezTo>
                        <a:pt x="124342" y="87793"/>
                        <a:pt x="122724" y="105585"/>
                        <a:pt x="160734" y="136317"/>
                      </a:cubicBezTo>
                      <a:cubicBezTo>
                        <a:pt x="172057" y="146022"/>
                        <a:pt x="184187" y="154918"/>
                        <a:pt x="196318" y="163813"/>
                      </a:cubicBezTo>
                      <a:cubicBezTo>
                        <a:pt x="206023" y="170284"/>
                        <a:pt x="216537" y="175944"/>
                        <a:pt x="228667" y="182414"/>
                      </a:cubicBezTo>
                      <a:cubicBezTo>
                        <a:pt x="208449" y="192119"/>
                        <a:pt x="191466" y="205867"/>
                        <a:pt x="180144" y="231747"/>
                      </a:cubicBezTo>
                      <a:cubicBezTo>
                        <a:pt x="173674" y="185649"/>
                        <a:pt x="142942" y="164622"/>
                        <a:pt x="109785" y="147639"/>
                      </a:cubicBezTo>
                      <a:cubicBezTo>
                        <a:pt x="80670" y="133082"/>
                        <a:pt x="62070" y="137935"/>
                        <a:pt x="45087" y="167048"/>
                      </a:cubicBezTo>
                      <a:cubicBezTo>
                        <a:pt x="28103" y="196971"/>
                        <a:pt x="21633" y="230129"/>
                        <a:pt x="15972" y="263287"/>
                      </a:cubicBezTo>
                      <a:cubicBezTo>
                        <a:pt x="15164" y="270565"/>
                        <a:pt x="16781" y="279462"/>
                        <a:pt x="8694" y="285122"/>
                      </a:cubicBezTo>
                      <a:cubicBezTo>
                        <a:pt x="-1011" y="229320"/>
                        <a:pt x="-6672" y="171901"/>
                        <a:pt x="14355" y="119333"/>
                      </a:cubicBezTo>
                      <a:cubicBezTo>
                        <a:pt x="21633" y="100733"/>
                        <a:pt x="20825" y="79706"/>
                        <a:pt x="20825" y="60296"/>
                      </a:cubicBezTo>
                      <a:cubicBezTo>
                        <a:pt x="20825" y="42504"/>
                        <a:pt x="27294" y="39270"/>
                        <a:pt x="41852" y="44122"/>
                      </a:cubicBezTo>
                      <a:cubicBezTo>
                        <a:pt x="59644" y="50592"/>
                        <a:pt x="74201" y="44931"/>
                        <a:pt x="89567" y="36844"/>
                      </a:cubicBezTo>
                      <a:cubicBezTo>
                        <a:pt x="151030" y="3686"/>
                        <a:pt x="214919" y="-13297"/>
                        <a:pt x="284470" y="12582"/>
                      </a:cubicBezTo>
                      <a:cubicBezTo>
                        <a:pt x="290131" y="13390"/>
                        <a:pt x="294983" y="16626"/>
                        <a:pt x="303070" y="20669"/>
                      </a:cubicBezTo>
                      <a:close/>
                    </a:path>
                  </a:pathLst>
                </a:custGeom>
                <a:grpFill/>
                <a:ln w="8081" cap="flat">
                  <a:noFill/>
                  <a:prstDash val="solid"/>
                  <a:miter/>
                </a:ln>
              </p:spPr>
              <p:txBody>
                <a:bodyPr rtlCol="0" anchor="ctr"/>
                <a:lstStyle/>
                <a:p>
                  <a:endParaRPr lang="en-US" dirty="0"/>
                </a:p>
              </p:txBody>
            </p:sp>
          </p:grpSp>
          <p:grpSp>
            <p:nvGrpSpPr>
              <p:cNvPr id="39" name="Graphic 69">
                <a:extLst>
                  <a:ext uri="{FF2B5EF4-FFF2-40B4-BE49-F238E27FC236}">
                    <a16:creationId xmlns:a16="http://schemas.microsoft.com/office/drawing/2014/main" id="{3399BA52-299A-47BB-A400-78BDFE024946}"/>
                  </a:ext>
                </a:extLst>
              </p:cNvPr>
              <p:cNvGrpSpPr/>
              <p:nvPr/>
            </p:nvGrpSpPr>
            <p:grpSpPr>
              <a:xfrm rot="20498478">
                <a:off x="3143752" y="4858418"/>
                <a:ext cx="804413" cy="439314"/>
                <a:chOff x="9371328" y="93647"/>
                <a:chExt cx="1361617" cy="743620"/>
              </a:xfrm>
              <a:solidFill>
                <a:schemeClr val="accent3"/>
              </a:solidFill>
            </p:grpSpPr>
            <p:sp>
              <p:nvSpPr>
                <p:cNvPr id="40" name="Freeform: Shape 39">
                  <a:extLst>
                    <a:ext uri="{FF2B5EF4-FFF2-40B4-BE49-F238E27FC236}">
                      <a16:creationId xmlns:a16="http://schemas.microsoft.com/office/drawing/2014/main" id="{36E4CEF2-0F00-4C4D-8CC5-621E4E70DF13}"/>
                    </a:ext>
                  </a:extLst>
                </p:cNvPr>
                <p:cNvSpPr/>
                <p:nvPr/>
              </p:nvSpPr>
              <p:spPr>
                <a:xfrm>
                  <a:off x="9371328" y="93647"/>
                  <a:ext cx="1042252" cy="614080"/>
                </a:xfrm>
                <a:custGeom>
                  <a:avLst/>
                  <a:gdLst>
                    <a:gd name="connsiteX0" fmla="*/ 1021892 w 1042252"/>
                    <a:gd name="connsiteY0" fmla="*/ 415961 h 614080"/>
                    <a:gd name="connsiteX1" fmla="*/ 827582 w 1042252"/>
                    <a:gd name="connsiteY1" fmla="*/ 396911 h 614080"/>
                    <a:gd name="connsiteX2" fmla="*/ 588505 w 1042252"/>
                    <a:gd name="connsiteY2" fmla="*/ 548358 h 614080"/>
                    <a:gd name="connsiteX3" fmla="*/ 583742 w 1042252"/>
                    <a:gd name="connsiteY3" fmla="*/ 614081 h 614080"/>
                    <a:gd name="connsiteX4" fmla="*/ 363715 w 1042252"/>
                    <a:gd name="connsiteY4" fmla="*/ 614081 h 614080"/>
                    <a:gd name="connsiteX5" fmla="*/ 239890 w 1042252"/>
                    <a:gd name="connsiteY5" fmla="*/ 472158 h 614080"/>
                    <a:gd name="connsiteX6" fmla="*/ 74155 w 1042252"/>
                    <a:gd name="connsiteY6" fmla="*/ 551216 h 614080"/>
                    <a:gd name="connsiteX7" fmla="*/ 12242 w 1042252"/>
                    <a:gd name="connsiteY7" fmla="*/ 257846 h 614080"/>
                    <a:gd name="connsiteX8" fmla="*/ 257987 w 1042252"/>
                    <a:gd name="connsiteY8" fmla="*/ 257846 h 614080"/>
                    <a:gd name="connsiteX9" fmla="*/ 349427 w 1042252"/>
                    <a:gd name="connsiteY9" fmla="*/ 187361 h 614080"/>
                    <a:gd name="connsiteX10" fmla="*/ 418960 w 1042252"/>
                    <a:gd name="connsiteY10" fmla="*/ 131163 h 614080"/>
                    <a:gd name="connsiteX11" fmla="*/ 556120 w 1042252"/>
                    <a:gd name="connsiteY11" fmla="*/ 124496 h 614080"/>
                    <a:gd name="connsiteX12" fmla="*/ 654227 w 1042252"/>
                    <a:gd name="connsiteY12" fmla="*/ 150213 h 614080"/>
                    <a:gd name="connsiteX13" fmla="*/ 598982 w 1042252"/>
                    <a:gd name="connsiteY13" fmla="*/ 95921 h 614080"/>
                    <a:gd name="connsiteX14" fmla="*/ 165595 w 1042252"/>
                    <a:gd name="connsiteY14" fmla="*/ 94968 h 614080"/>
                    <a:gd name="connsiteX15" fmla="*/ 116065 w 1042252"/>
                    <a:gd name="connsiteY15" fmla="*/ 117828 h 614080"/>
                    <a:gd name="connsiteX16" fmla="*/ 68440 w 1042252"/>
                    <a:gd name="connsiteY16" fmla="*/ 117828 h 614080"/>
                    <a:gd name="connsiteX17" fmla="*/ 77965 w 1042252"/>
                    <a:gd name="connsiteY17" fmla="*/ 66393 h 614080"/>
                    <a:gd name="connsiteX18" fmla="*/ 179882 w 1042252"/>
                    <a:gd name="connsiteY18" fmla="*/ 32103 h 614080"/>
                    <a:gd name="connsiteX19" fmla="*/ 627557 w 1042252"/>
                    <a:gd name="connsiteY19" fmla="*/ 35913 h 614080"/>
                    <a:gd name="connsiteX20" fmla="*/ 706615 w 1042252"/>
                    <a:gd name="connsiteY20" fmla="*/ 84491 h 614080"/>
                    <a:gd name="connsiteX21" fmla="*/ 706615 w 1042252"/>
                    <a:gd name="connsiteY21" fmla="*/ 42581 h 614080"/>
                    <a:gd name="connsiteX22" fmla="*/ 741857 w 1042252"/>
                    <a:gd name="connsiteY22" fmla="*/ 671 h 614080"/>
                    <a:gd name="connsiteX23" fmla="*/ 994270 w 1042252"/>
                    <a:gd name="connsiteY23" fmla="*/ 671 h 614080"/>
                    <a:gd name="connsiteX24" fmla="*/ 1033322 w 1042252"/>
                    <a:gd name="connsiteY24" fmla="*/ 64488 h 614080"/>
                    <a:gd name="connsiteX25" fmla="*/ 1011415 w 1042252"/>
                    <a:gd name="connsiteY25" fmla="*/ 190218 h 614080"/>
                    <a:gd name="connsiteX26" fmla="*/ 1002842 w 1042252"/>
                    <a:gd name="connsiteY26" fmla="*/ 274991 h 614080"/>
                    <a:gd name="connsiteX27" fmla="*/ 1019035 w 1042252"/>
                    <a:gd name="connsiteY27" fmla="*/ 362621 h 614080"/>
                    <a:gd name="connsiteX28" fmla="*/ 1021892 w 1042252"/>
                    <a:gd name="connsiteY28" fmla="*/ 415961 h 614080"/>
                    <a:gd name="connsiteX29" fmla="*/ 983792 w 1042252"/>
                    <a:gd name="connsiteY29" fmla="*/ 66393 h 614080"/>
                    <a:gd name="connsiteX30" fmla="*/ 796150 w 1042252"/>
                    <a:gd name="connsiteY30" fmla="*/ 65441 h 614080"/>
                    <a:gd name="connsiteX31" fmla="*/ 753287 w 1042252"/>
                    <a:gd name="connsiteY31" fmla="*/ 114971 h 614080"/>
                    <a:gd name="connsiteX32" fmla="*/ 789482 w 1042252"/>
                    <a:gd name="connsiteY32" fmla="*/ 273086 h 614080"/>
                    <a:gd name="connsiteX33" fmla="*/ 846632 w 1042252"/>
                    <a:gd name="connsiteY33" fmla="*/ 281658 h 614080"/>
                    <a:gd name="connsiteX34" fmla="*/ 839965 w 1042252"/>
                    <a:gd name="connsiteY34" fmla="*/ 299756 h 614080"/>
                    <a:gd name="connsiteX35" fmla="*/ 823772 w 1042252"/>
                    <a:gd name="connsiteY35" fmla="*/ 338808 h 614080"/>
                    <a:gd name="connsiteX36" fmla="*/ 860920 w 1042252"/>
                    <a:gd name="connsiteY36" fmla="*/ 351191 h 614080"/>
                    <a:gd name="connsiteX37" fmla="*/ 901877 w 1042252"/>
                    <a:gd name="connsiteY37" fmla="*/ 320711 h 614080"/>
                    <a:gd name="connsiteX38" fmla="*/ 850442 w 1042252"/>
                    <a:gd name="connsiteY38" fmla="*/ 241653 h 614080"/>
                    <a:gd name="connsiteX39" fmla="*/ 904735 w 1042252"/>
                    <a:gd name="connsiteY39" fmla="*/ 199743 h 614080"/>
                    <a:gd name="connsiteX40" fmla="*/ 899020 w 1042252"/>
                    <a:gd name="connsiteY40" fmla="*/ 235938 h 614080"/>
                    <a:gd name="connsiteX41" fmla="*/ 909497 w 1042252"/>
                    <a:gd name="connsiteY41" fmla="*/ 248321 h 614080"/>
                    <a:gd name="connsiteX42" fmla="*/ 963790 w 1042252"/>
                    <a:gd name="connsiteY42" fmla="*/ 210221 h 614080"/>
                    <a:gd name="connsiteX43" fmla="*/ 983792 w 1042252"/>
                    <a:gd name="connsiteY43" fmla="*/ 66393 h 61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42252" h="614080">
                      <a:moveTo>
                        <a:pt x="1021892" y="415961"/>
                      </a:moveTo>
                      <a:cubicBezTo>
                        <a:pt x="952360" y="417866"/>
                        <a:pt x="892352" y="429296"/>
                        <a:pt x="827582" y="396911"/>
                      </a:cubicBezTo>
                      <a:cubicBezTo>
                        <a:pt x="726617" y="346428"/>
                        <a:pt x="602792" y="429296"/>
                        <a:pt x="588505" y="548358"/>
                      </a:cubicBezTo>
                      <a:cubicBezTo>
                        <a:pt x="585647" y="568361"/>
                        <a:pt x="585647" y="589316"/>
                        <a:pt x="583742" y="614081"/>
                      </a:cubicBezTo>
                      <a:cubicBezTo>
                        <a:pt x="510400" y="614081"/>
                        <a:pt x="438010" y="614081"/>
                        <a:pt x="363715" y="614081"/>
                      </a:cubicBezTo>
                      <a:cubicBezTo>
                        <a:pt x="353237" y="541691"/>
                        <a:pt x="317995" y="488351"/>
                        <a:pt x="239890" y="472158"/>
                      </a:cubicBezTo>
                      <a:cubicBezTo>
                        <a:pt x="164642" y="456918"/>
                        <a:pt x="111302" y="490256"/>
                        <a:pt x="74155" y="551216"/>
                      </a:cubicBezTo>
                      <a:cubicBezTo>
                        <a:pt x="-21095" y="472158"/>
                        <a:pt x="-2998" y="369288"/>
                        <a:pt x="12242" y="257846"/>
                      </a:cubicBezTo>
                      <a:cubicBezTo>
                        <a:pt x="94157" y="257846"/>
                        <a:pt x="176072" y="257846"/>
                        <a:pt x="257987" y="257846"/>
                      </a:cubicBezTo>
                      <a:cubicBezTo>
                        <a:pt x="330377" y="257846"/>
                        <a:pt x="332282" y="258798"/>
                        <a:pt x="349427" y="187361"/>
                      </a:cubicBezTo>
                      <a:cubicBezTo>
                        <a:pt x="358952" y="148308"/>
                        <a:pt x="373240" y="128306"/>
                        <a:pt x="418960" y="131163"/>
                      </a:cubicBezTo>
                      <a:cubicBezTo>
                        <a:pt x="464680" y="134973"/>
                        <a:pt x="510400" y="122591"/>
                        <a:pt x="556120" y="124496"/>
                      </a:cubicBezTo>
                      <a:cubicBezTo>
                        <a:pt x="586600" y="125448"/>
                        <a:pt x="617080" y="139736"/>
                        <a:pt x="654227" y="150213"/>
                      </a:cubicBezTo>
                      <a:cubicBezTo>
                        <a:pt x="644702" y="128306"/>
                        <a:pt x="640892" y="95921"/>
                        <a:pt x="598982" y="95921"/>
                      </a:cubicBezTo>
                      <a:cubicBezTo>
                        <a:pt x="454202" y="94968"/>
                        <a:pt x="310375" y="94016"/>
                        <a:pt x="165595" y="94968"/>
                      </a:cubicBezTo>
                      <a:cubicBezTo>
                        <a:pt x="148450" y="94968"/>
                        <a:pt x="131305" y="108303"/>
                        <a:pt x="116065" y="117828"/>
                      </a:cubicBezTo>
                      <a:cubicBezTo>
                        <a:pt x="98920" y="128306"/>
                        <a:pt x="85585" y="141641"/>
                        <a:pt x="68440" y="117828"/>
                      </a:cubicBezTo>
                      <a:cubicBezTo>
                        <a:pt x="52247" y="95921"/>
                        <a:pt x="57010" y="75918"/>
                        <a:pt x="77965" y="66393"/>
                      </a:cubicBezTo>
                      <a:cubicBezTo>
                        <a:pt x="110350" y="51153"/>
                        <a:pt x="145592" y="33056"/>
                        <a:pt x="179882" y="32103"/>
                      </a:cubicBezTo>
                      <a:cubicBezTo>
                        <a:pt x="329425" y="29246"/>
                        <a:pt x="478015" y="30198"/>
                        <a:pt x="627557" y="35913"/>
                      </a:cubicBezTo>
                      <a:cubicBezTo>
                        <a:pt x="653275" y="36866"/>
                        <a:pt x="677087" y="65441"/>
                        <a:pt x="706615" y="84491"/>
                      </a:cubicBezTo>
                      <a:cubicBezTo>
                        <a:pt x="706615" y="72108"/>
                        <a:pt x="707567" y="56868"/>
                        <a:pt x="706615" y="42581"/>
                      </a:cubicBezTo>
                      <a:cubicBezTo>
                        <a:pt x="703757" y="15911"/>
                        <a:pt x="709472" y="671"/>
                        <a:pt x="741857" y="671"/>
                      </a:cubicBezTo>
                      <a:cubicBezTo>
                        <a:pt x="825677" y="1623"/>
                        <a:pt x="910450" y="-1234"/>
                        <a:pt x="994270" y="671"/>
                      </a:cubicBezTo>
                      <a:cubicBezTo>
                        <a:pt x="1047610" y="1623"/>
                        <a:pt x="1049515" y="14006"/>
                        <a:pt x="1033322" y="64488"/>
                      </a:cubicBezTo>
                      <a:cubicBezTo>
                        <a:pt x="1019987" y="104493"/>
                        <a:pt x="1018082" y="148308"/>
                        <a:pt x="1011415" y="190218"/>
                      </a:cubicBezTo>
                      <a:cubicBezTo>
                        <a:pt x="1007605" y="218793"/>
                        <a:pt x="1002842" y="247368"/>
                        <a:pt x="1002842" y="274991"/>
                      </a:cubicBezTo>
                      <a:cubicBezTo>
                        <a:pt x="1002842" y="304518"/>
                        <a:pt x="976172" y="338808"/>
                        <a:pt x="1019035" y="362621"/>
                      </a:cubicBezTo>
                      <a:cubicBezTo>
                        <a:pt x="1024750" y="367383"/>
                        <a:pt x="1019987" y="393101"/>
                        <a:pt x="1021892" y="415961"/>
                      </a:cubicBezTo>
                      <a:close/>
                      <a:moveTo>
                        <a:pt x="983792" y="66393"/>
                      </a:moveTo>
                      <a:cubicBezTo>
                        <a:pt x="915212" y="66393"/>
                        <a:pt x="855205" y="68298"/>
                        <a:pt x="796150" y="65441"/>
                      </a:cubicBezTo>
                      <a:cubicBezTo>
                        <a:pt x="759002" y="64488"/>
                        <a:pt x="746620" y="82586"/>
                        <a:pt x="753287" y="114971"/>
                      </a:cubicBezTo>
                      <a:cubicBezTo>
                        <a:pt x="763765" y="167358"/>
                        <a:pt x="777100" y="219746"/>
                        <a:pt x="789482" y="273086"/>
                      </a:cubicBezTo>
                      <a:cubicBezTo>
                        <a:pt x="805675" y="275943"/>
                        <a:pt x="824725" y="278801"/>
                        <a:pt x="846632" y="281658"/>
                      </a:cubicBezTo>
                      <a:cubicBezTo>
                        <a:pt x="842822" y="292136"/>
                        <a:pt x="840917" y="295946"/>
                        <a:pt x="839965" y="299756"/>
                      </a:cubicBezTo>
                      <a:cubicBezTo>
                        <a:pt x="834250" y="313091"/>
                        <a:pt x="829487" y="325473"/>
                        <a:pt x="823772" y="338808"/>
                      </a:cubicBezTo>
                      <a:cubicBezTo>
                        <a:pt x="836155" y="343571"/>
                        <a:pt x="848537" y="350238"/>
                        <a:pt x="860920" y="351191"/>
                      </a:cubicBezTo>
                      <a:cubicBezTo>
                        <a:pt x="882827" y="354048"/>
                        <a:pt x="905687" y="350238"/>
                        <a:pt x="901877" y="320711"/>
                      </a:cubicBezTo>
                      <a:cubicBezTo>
                        <a:pt x="898067" y="288326"/>
                        <a:pt x="912355" y="243558"/>
                        <a:pt x="850442" y="241653"/>
                      </a:cubicBezTo>
                      <a:cubicBezTo>
                        <a:pt x="869492" y="227366"/>
                        <a:pt x="884732" y="214983"/>
                        <a:pt x="904735" y="199743"/>
                      </a:cubicBezTo>
                      <a:cubicBezTo>
                        <a:pt x="901877" y="216888"/>
                        <a:pt x="899972" y="226413"/>
                        <a:pt x="899020" y="235938"/>
                      </a:cubicBezTo>
                      <a:cubicBezTo>
                        <a:pt x="902830" y="239748"/>
                        <a:pt x="906640" y="244511"/>
                        <a:pt x="909497" y="248321"/>
                      </a:cubicBezTo>
                      <a:cubicBezTo>
                        <a:pt x="928547" y="235938"/>
                        <a:pt x="959027" y="227366"/>
                        <a:pt x="963790" y="210221"/>
                      </a:cubicBezTo>
                      <a:cubicBezTo>
                        <a:pt x="975220" y="167358"/>
                        <a:pt x="976172" y="120686"/>
                        <a:pt x="983792" y="66393"/>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77A2131-63A7-4BA4-8F36-B42817575536}"/>
                    </a:ext>
                  </a:extLst>
                </p:cNvPr>
                <p:cNvSpPr/>
                <p:nvPr/>
              </p:nvSpPr>
              <p:spPr>
                <a:xfrm>
                  <a:off x="9981424" y="502814"/>
                  <a:ext cx="751521" cy="330148"/>
                </a:xfrm>
                <a:custGeom>
                  <a:avLst/>
                  <a:gdLst>
                    <a:gd name="connsiteX0" fmla="*/ 410844 w 751521"/>
                    <a:gd name="connsiteY0" fmla="*/ 183959 h 330148"/>
                    <a:gd name="connsiteX1" fmla="*/ 486091 w 751521"/>
                    <a:gd name="connsiteY1" fmla="*/ 151574 h 330148"/>
                    <a:gd name="connsiteX2" fmla="*/ 555624 w 751521"/>
                    <a:gd name="connsiteY2" fmla="*/ 71564 h 330148"/>
                    <a:gd name="connsiteX3" fmla="*/ 690879 w 751521"/>
                    <a:gd name="connsiteY3" fmla="*/ 64897 h 330148"/>
                    <a:gd name="connsiteX4" fmla="*/ 749934 w 751521"/>
                    <a:gd name="connsiteY4" fmla="*/ 205867 h 330148"/>
                    <a:gd name="connsiteX5" fmla="*/ 666114 w 751521"/>
                    <a:gd name="connsiteY5" fmla="*/ 316357 h 330148"/>
                    <a:gd name="connsiteX6" fmla="*/ 614679 w 751521"/>
                    <a:gd name="connsiteY6" fmla="*/ 323977 h 330148"/>
                    <a:gd name="connsiteX7" fmla="*/ 514666 w 751521"/>
                    <a:gd name="connsiteY7" fmla="*/ 319214 h 330148"/>
                    <a:gd name="connsiteX8" fmla="*/ 312736 w 751521"/>
                    <a:gd name="connsiteY8" fmla="*/ 233489 h 330148"/>
                    <a:gd name="connsiteX9" fmla="*/ 296544 w 751521"/>
                    <a:gd name="connsiteY9" fmla="*/ 228727 h 330148"/>
                    <a:gd name="connsiteX10" fmla="*/ 269874 w 751521"/>
                    <a:gd name="connsiteY10" fmla="*/ 273494 h 330148"/>
                    <a:gd name="connsiteX11" fmla="*/ 54609 w 751521"/>
                    <a:gd name="connsiteY11" fmla="*/ 291592 h 330148"/>
                    <a:gd name="connsiteX12" fmla="*/ 36511 w 751521"/>
                    <a:gd name="connsiteY12" fmla="*/ 62992 h 330148"/>
                    <a:gd name="connsiteX13" fmla="*/ 283209 w 751521"/>
                    <a:gd name="connsiteY13" fmla="*/ 65849 h 330148"/>
                    <a:gd name="connsiteX14" fmla="*/ 410844 w 751521"/>
                    <a:gd name="connsiteY14" fmla="*/ 183959 h 330148"/>
                    <a:gd name="connsiteX15" fmla="*/ 69849 w 751521"/>
                    <a:gd name="connsiteY15" fmla="*/ 157289 h 330148"/>
                    <a:gd name="connsiteX16" fmla="*/ 151764 w 751521"/>
                    <a:gd name="connsiteY16" fmla="*/ 253492 h 330148"/>
                    <a:gd name="connsiteX17" fmla="*/ 247014 w 751521"/>
                    <a:gd name="connsiteY17" fmla="*/ 163957 h 330148"/>
                    <a:gd name="connsiteX18" fmla="*/ 154621 w 751521"/>
                    <a:gd name="connsiteY18" fmla="*/ 76327 h 330148"/>
                    <a:gd name="connsiteX19" fmla="*/ 69849 w 751521"/>
                    <a:gd name="connsiteY19" fmla="*/ 157289 h 330148"/>
                    <a:gd name="connsiteX20" fmla="*/ 622299 w 751521"/>
                    <a:gd name="connsiteY20" fmla="*/ 236347 h 330148"/>
                    <a:gd name="connsiteX21" fmla="*/ 696594 w 751521"/>
                    <a:gd name="connsiteY21" fmla="*/ 247777 h 330148"/>
                    <a:gd name="connsiteX22" fmla="*/ 700404 w 751521"/>
                    <a:gd name="connsiteY22" fmla="*/ 124904 h 330148"/>
                    <a:gd name="connsiteX23" fmla="*/ 580389 w 751521"/>
                    <a:gd name="connsiteY23" fmla="*/ 100139 h 330148"/>
                    <a:gd name="connsiteX24" fmla="*/ 540384 w 751521"/>
                    <a:gd name="connsiteY24" fmla="*/ 165862 h 330148"/>
                    <a:gd name="connsiteX25" fmla="*/ 601344 w 751521"/>
                    <a:gd name="connsiteY25" fmla="*/ 155384 h 330148"/>
                    <a:gd name="connsiteX26" fmla="*/ 651826 w 751521"/>
                    <a:gd name="connsiteY26" fmla="*/ 153479 h 330148"/>
                    <a:gd name="connsiteX27" fmla="*/ 650874 w 751521"/>
                    <a:gd name="connsiteY27" fmla="*/ 213487 h 330148"/>
                    <a:gd name="connsiteX28" fmla="*/ 622299 w 751521"/>
                    <a:gd name="connsiteY28" fmla="*/ 236347 h 330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1521" h="330148">
                      <a:moveTo>
                        <a:pt x="410844" y="183959"/>
                      </a:moveTo>
                      <a:cubicBezTo>
                        <a:pt x="436561" y="151574"/>
                        <a:pt x="454659" y="122999"/>
                        <a:pt x="486091" y="151574"/>
                      </a:cubicBezTo>
                      <a:cubicBezTo>
                        <a:pt x="510856" y="122999"/>
                        <a:pt x="528954" y="91567"/>
                        <a:pt x="555624" y="71564"/>
                      </a:cubicBezTo>
                      <a:cubicBezTo>
                        <a:pt x="596581" y="42037"/>
                        <a:pt x="645159" y="37274"/>
                        <a:pt x="690879" y="64897"/>
                      </a:cubicBezTo>
                      <a:cubicBezTo>
                        <a:pt x="743266" y="96329"/>
                        <a:pt x="756601" y="148717"/>
                        <a:pt x="749934" y="205867"/>
                      </a:cubicBezTo>
                      <a:cubicBezTo>
                        <a:pt x="743266" y="258254"/>
                        <a:pt x="719454" y="299212"/>
                        <a:pt x="666114" y="316357"/>
                      </a:cubicBezTo>
                      <a:cubicBezTo>
                        <a:pt x="649921" y="321119"/>
                        <a:pt x="631824" y="323977"/>
                        <a:pt x="614679" y="323977"/>
                      </a:cubicBezTo>
                      <a:cubicBezTo>
                        <a:pt x="581341" y="323977"/>
                        <a:pt x="548004" y="318262"/>
                        <a:pt x="514666" y="319214"/>
                      </a:cubicBezTo>
                      <a:cubicBezTo>
                        <a:pt x="434656" y="322072"/>
                        <a:pt x="358456" y="318262"/>
                        <a:pt x="312736" y="233489"/>
                      </a:cubicBezTo>
                      <a:cubicBezTo>
                        <a:pt x="307021" y="231584"/>
                        <a:pt x="302259" y="230632"/>
                        <a:pt x="296544" y="228727"/>
                      </a:cubicBezTo>
                      <a:cubicBezTo>
                        <a:pt x="287971" y="243967"/>
                        <a:pt x="281304" y="261112"/>
                        <a:pt x="269874" y="273494"/>
                      </a:cubicBezTo>
                      <a:cubicBezTo>
                        <a:pt x="204151" y="342074"/>
                        <a:pt x="120331" y="348742"/>
                        <a:pt x="54609" y="291592"/>
                      </a:cubicBezTo>
                      <a:cubicBezTo>
                        <a:pt x="-10161" y="234442"/>
                        <a:pt x="-18734" y="134429"/>
                        <a:pt x="36511" y="62992"/>
                      </a:cubicBezTo>
                      <a:cubicBezTo>
                        <a:pt x="106044" y="-27496"/>
                        <a:pt x="231774" y="-15113"/>
                        <a:pt x="283209" y="65849"/>
                      </a:cubicBezTo>
                      <a:cubicBezTo>
                        <a:pt x="311784" y="111569"/>
                        <a:pt x="364171" y="143002"/>
                        <a:pt x="410844" y="183959"/>
                      </a:cubicBezTo>
                      <a:close/>
                      <a:moveTo>
                        <a:pt x="69849" y="157289"/>
                      </a:moveTo>
                      <a:cubicBezTo>
                        <a:pt x="68896" y="213487"/>
                        <a:pt x="101281" y="251587"/>
                        <a:pt x="151764" y="253492"/>
                      </a:cubicBezTo>
                      <a:cubicBezTo>
                        <a:pt x="205104" y="255397"/>
                        <a:pt x="247014" y="215392"/>
                        <a:pt x="247014" y="163957"/>
                      </a:cubicBezTo>
                      <a:cubicBezTo>
                        <a:pt x="247014" y="113474"/>
                        <a:pt x="207961" y="77279"/>
                        <a:pt x="154621" y="76327"/>
                      </a:cubicBezTo>
                      <a:cubicBezTo>
                        <a:pt x="105091" y="76327"/>
                        <a:pt x="70801" y="108712"/>
                        <a:pt x="69849" y="157289"/>
                      </a:cubicBezTo>
                      <a:close/>
                      <a:moveTo>
                        <a:pt x="622299" y="236347"/>
                      </a:moveTo>
                      <a:cubicBezTo>
                        <a:pt x="649921" y="250634"/>
                        <a:pt x="668971" y="281114"/>
                        <a:pt x="696594" y="247777"/>
                      </a:cubicBezTo>
                      <a:cubicBezTo>
                        <a:pt x="726121" y="213487"/>
                        <a:pt x="728026" y="158242"/>
                        <a:pt x="700404" y="124904"/>
                      </a:cubicBezTo>
                      <a:cubicBezTo>
                        <a:pt x="672781" y="90614"/>
                        <a:pt x="614679" y="75374"/>
                        <a:pt x="580389" y="100139"/>
                      </a:cubicBezTo>
                      <a:cubicBezTo>
                        <a:pt x="560386" y="115379"/>
                        <a:pt x="533716" y="154432"/>
                        <a:pt x="540384" y="165862"/>
                      </a:cubicBezTo>
                      <a:cubicBezTo>
                        <a:pt x="559434" y="199199"/>
                        <a:pt x="580389" y="163004"/>
                        <a:pt x="601344" y="155384"/>
                      </a:cubicBezTo>
                      <a:cubicBezTo>
                        <a:pt x="616584" y="149669"/>
                        <a:pt x="634681" y="154432"/>
                        <a:pt x="651826" y="153479"/>
                      </a:cubicBezTo>
                      <a:cubicBezTo>
                        <a:pt x="651826" y="173482"/>
                        <a:pt x="654684" y="194437"/>
                        <a:pt x="650874" y="213487"/>
                      </a:cubicBezTo>
                      <a:cubicBezTo>
                        <a:pt x="649921" y="222059"/>
                        <a:pt x="634681" y="226822"/>
                        <a:pt x="622299" y="236347"/>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F8A9941E-23DF-40A8-9EBE-5ED934523D62}"/>
                    </a:ext>
                  </a:extLst>
                </p:cNvPr>
                <p:cNvSpPr/>
                <p:nvPr/>
              </p:nvSpPr>
              <p:spPr>
                <a:xfrm>
                  <a:off x="9468329" y="588651"/>
                  <a:ext cx="228613" cy="248616"/>
                </a:xfrm>
                <a:custGeom>
                  <a:avLst/>
                  <a:gdLst>
                    <a:gd name="connsiteX0" fmla="*/ 228613 w 228613"/>
                    <a:gd name="connsiteY0" fmla="*/ 121934 h 248616"/>
                    <a:gd name="connsiteX1" fmla="*/ 116218 w 228613"/>
                    <a:gd name="connsiteY1" fmla="*/ 248617 h 248616"/>
                    <a:gd name="connsiteX2" fmla="*/ 13 w 228613"/>
                    <a:gd name="connsiteY2" fmla="*/ 119077 h 248616"/>
                    <a:gd name="connsiteX3" fmla="*/ 120028 w 228613"/>
                    <a:gd name="connsiteY3" fmla="*/ 14 h 248616"/>
                    <a:gd name="connsiteX4" fmla="*/ 228613 w 228613"/>
                    <a:gd name="connsiteY4" fmla="*/ 121934 h 248616"/>
                    <a:gd name="connsiteX5" fmla="*/ 124791 w 228613"/>
                    <a:gd name="connsiteY5" fmla="*/ 65737 h 248616"/>
                    <a:gd name="connsiteX6" fmla="*/ 55258 w 228613"/>
                    <a:gd name="connsiteY6" fmla="*/ 122887 h 248616"/>
                    <a:gd name="connsiteX7" fmla="*/ 114313 w 228613"/>
                    <a:gd name="connsiteY7" fmla="*/ 181942 h 248616"/>
                    <a:gd name="connsiteX8" fmla="*/ 173368 w 228613"/>
                    <a:gd name="connsiteY8" fmla="*/ 121934 h 248616"/>
                    <a:gd name="connsiteX9" fmla="*/ 124791 w 228613"/>
                    <a:gd name="connsiteY9" fmla="*/ 65737 h 24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13" h="248616">
                      <a:moveTo>
                        <a:pt x="228613" y="121934"/>
                      </a:moveTo>
                      <a:cubicBezTo>
                        <a:pt x="228613" y="195277"/>
                        <a:pt x="181941" y="248617"/>
                        <a:pt x="116218" y="248617"/>
                      </a:cubicBezTo>
                      <a:cubicBezTo>
                        <a:pt x="49543" y="248617"/>
                        <a:pt x="-939" y="192419"/>
                        <a:pt x="13" y="119077"/>
                      </a:cubicBezTo>
                      <a:cubicBezTo>
                        <a:pt x="13" y="47639"/>
                        <a:pt x="47638" y="967"/>
                        <a:pt x="120028" y="14"/>
                      </a:cubicBezTo>
                      <a:cubicBezTo>
                        <a:pt x="185751" y="-938"/>
                        <a:pt x="228613" y="46687"/>
                        <a:pt x="228613" y="121934"/>
                      </a:cubicBezTo>
                      <a:close/>
                      <a:moveTo>
                        <a:pt x="124791" y="65737"/>
                      </a:moveTo>
                      <a:cubicBezTo>
                        <a:pt x="82881" y="65737"/>
                        <a:pt x="56211" y="90502"/>
                        <a:pt x="55258" y="122887"/>
                      </a:cubicBezTo>
                      <a:cubicBezTo>
                        <a:pt x="54306" y="156224"/>
                        <a:pt x="80976" y="184799"/>
                        <a:pt x="114313" y="181942"/>
                      </a:cubicBezTo>
                      <a:cubicBezTo>
                        <a:pt x="150508" y="179084"/>
                        <a:pt x="173368" y="159082"/>
                        <a:pt x="173368" y="121934"/>
                      </a:cubicBezTo>
                      <a:cubicBezTo>
                        <a:pt x="173368" y="86692"/>
                        <a:pt x="154318" y="65737"/>
                        <a:pt x="124791" y="65737"/>
                      </a:cubicBezTo>
                      <a:close/>
                    </a:path>
                  </a:pathLst>
                </a:custGeom>
                <a:grpFill/>
                <a:ln w="9525" cap="flat">
                  <a:noFill/>
                  <a:prstDash val="solid"/>
                  <a:miter/>
                </a:ln>
              </p:spPr>
              <p:txBody>
                <a:bodyPr rtlCol="0" anchor="ctr"/>
                <a:lstStyle/>
                <a:p>
                  <a:endParaRPr lang="en-US"/>
                </a:p>
              </p:txBody>
            </p:sp>
          </p:grpSp>
        </p:grpSp>
        <p:grpSp>
          <p:nvGrpSpPr>
            <p:cNvPr id="7" name="Group 6">
              <a:extLst>
                <a:ext uri="{FF2B5EF4-FFF2-40B4-BE49-F238E27FC236}">
                  <a16:creationId xmlns:a16="http://schemas.microsoft.com/office/drawing/2014/main" id="{CC4FDC90-F2A5-4E89-95B7-45D178AE622D}"/>
                </a:ext>
              </a:extLst>
            </p:cNvPr>
            <p:cNvGrpSpPr/>
            <p:nvPr/>
          </p:nvGrpSpPr>
          <p:grpSpPr>
            <a:xfrm flipH="1">
              <a:off x="8209722" y="4935680"/>
              <a:ext cx="3352994" cy="1290627"/>
              <a:chOff x="6827378" y="2457115"/>
              <a:chExt cx="1161309" cy="447009"/>
            </a:xfrm>
          </p:grpSpPr>
          <p:sp>
            <p:nvSpPr>
              <p:cNvPr id="8" name="Freeform: Shape 7">
                <a:extLst>
                  <a:ext uri="{FF2B5EF4-FFF2-40B4-BE49-F238E27FC236}">
                    <a16:creationId xmlns:a16="http://schemas.microsoft.com/office/drawing/2014/main" id="{60690D1A-2D9B-460B-AF8D-95859D96C778}"/>
                  </a:ext>
                </a:extLst>
              </p:cNvPr>
              <p:cNvSpPr/>
              <p:nvPr/>
            </p:nvSpPr>
            <p:spPr>
              <a:xfrm>
                <a:off x="7169694" y="2485483"/>
                <a:ext cx="638175" cy="95250"/>
              </a:xfrm>
              <a:custGeom>
                <a:avLst/>
                <a:gdLst>
                  <a:gd name="connsiteX0" fmla="*/ 3654 w 638175"/>
                  <a:gd name="connsiteY0" fmla="*/ 101461 h 95250"/>
                  <a:gd name="connsiteX1" fmla="*/ 8416 w 638175"/>
                  <a:gd name="connsiteY1" fmla="*/ 81458 h 95250"/>
                  <a:gd name="connsiteX2" fmla="*/ 232254 w 638175"/>
                  <a:gd name="connsiteY2" fmla="*/ 2401 h 95250"/>
                  <a:gd name="connsiteX3" fmla="*/ 625636 w 638175"/>
                  <a:gd name="connsiteY3" fmla="*/ 63361 h 95250"/>
                  <a:gd name="connsiteX4" fmla="*/ 632304 w 638175"/>
                  <a:gd name="connsiteY4" fmla="*/ 101461 h 95250"/>
                  <a:gd name="connsiteX5" fmla="*/ 3654 w 638175"/>
                  <a:gd name="connsiteY5" fmla="*/ 10146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95250">
                    <a:moveTo>
                      <a:pt x="3654" y="101461"/>
                    </a:moveTo>
                    <a:cubicBezTo>
                      <a:pt x="-4919" y="101461"/>
                      <a:pt x="3654" y="85268"/>
                      <a:pt x="8416" y="81458"/>
                    </a:cubicBezTo>
                    <a:cubicBezTo>
                      <a:pt x="55089" y="49073"/>
                      <a:pt x="119859" y="2401"/>
                      <a:pt x="232254" y="2401"/>
                    </a:cubicBezTo>
                    <a:cubicBezTo>
                      <a:pt x="232254" y="2401"/>
                      <a:pt x="533244" y="-18554"/>
                      <a:pt x="625636" y="63361"/>
                    </a:cubicBezTo>
                    <a:cubicBezTo>
                      <a:pt x="644686" y="80506"/>
                      <a:pt x="643734" y="101461"/>
                      <a:pt x="632304" y="101461"/>
                    </a:cubicBezTo>
                    <a:lnTo>
                      <a:pt x="3654" y="101461"/>
                    </a:lnTo>
                    <a:close/>
                  </a:path>
                </a:pathLst>
              </a:custGeom>
              <a:solidFill>
                <a:srgbClr val="FAFAFA"/>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618065EA-E154-4193-A78B-B03A1C3A3471}"/>
                  </a:ext>
                </a:extLst>
              </p:cNvPr>
              <p:cNvSpPr/>
              <p:nvPr/>
            </p:nvSpPr>
            <p:spPr>
              <a:xfrm>
                <a:off x="6827378" y="2457115"/>
                <a:ext cx="1161309" cy="354619"/>
              </a:xfrm>
              <a:custGeom>
                <a:avLst/>
                <a:gdLst>
                  <a:gd name="connsiteX0" fmla="*/ 396451 w 1161309"/>
                  <a:gd name="connsiteY0" fmla="*/ 82756 h 354619"/>
                  <a:gd name="connsiteX1" fmla="*/ 350731 w 1161309"/>
                  <a:gd name="connsiteY1" fmla="*/ 109826 h 354619"/>
                  <a:gd name="connsiteX2" fmla="*/ 345969 w 1161309"/>
                  <a:gd name="connsiteY2" fmla="*/ 129829 h 354619"/>
                  <a:gd name="connsiteX3" fmla="*/ 396451 w 1161309"/>
                  <a:gd name="connsiteY3" fmla="*/ 129829 h 354619"/>
                  <a:gd name="connsiteX4" fmla="*/ 881274 w 1161309"/>
                  <a:gd name="connsiteY4" fmla="*/ 52571 h 354619"/>
                  <a:gd name="connsiteX5" fmla="*/ 881274 w 1161309"/>
                  <a:gd name="connsiteY5" fmla="*/ 129829 h 354619"/>
                  <a:gd name="connsiteX6" fmla="*/ 974619 w 1161309"/>
                  <a:gd name="connsiteY6" fmla="*/ 129829 h 354619"/>
                  <a:gd name="connsiteX7" fmla="*/ 967951 w 1161309"/>
                  <a:gd name="connsiteY7" fmla="*/ 91729 h 354619"/>
                  <a:gd name="connsiteX8" fmla="*/ 918015 w 1161309"/>
                  <a:gd name="connsiteY8" fmla="*/ 62930 h 354619"/>
                  <a:gd name="connsiteX9" fmla="*/ 613622 w 1161309"/>
                  <a:gd name="connsiteY9" fmla="*/ 29109 h 354619"/>
                  <a:gd name="connsiteX10" fmla="*/ 587683 w 1161309"/>
                  <a:gd name="connsiteY10" fmla="*/ 30029 h 354619"/>
                  <a:gd name="connsiteX11" fmla="*/ 574569 w 1161309"/>
                  <a:gd name="connsiteY11" fmla="*/ 30769 h 354619"/>
                  <a:gd name="connsiteX12" fmla="*/ 438005 w 1161309"/>
                  <a:gd name="connsiteY12" fmla="*/ 58153 h 354619"/>
                  <a:gd name="connsiteX13" fmla="*/ 407881 w 1161309"/>
                  <a:gd name="connsiteY13" fmla="*/ 75989 h 354619"/>
                  <a:gd name="connsiteX14" fmla="*/ 407881 w 1161309"/>
                  <a:gd name="connsiteY14" fmla="*/ 129829 h 354619"/>
                  <a:gd name="connsiteX15" fmla="*/ 613622 w 1161309"/>
                  <a:gd name="connsiteY15" fmla="*/ 129829 h 354619"/>
                  <a:gd name="connsiteX16" fmla="*/ 625052 w 1161309"/>
                  <a:gd name="connsiteY16" fmla="*/ 28783 h 354619"/>
                  <a:gd name="connsiteX17" fmla="*/ 625052 w 1161309"/>
                  <a:gd name="connsiteY17" fmla="*/ 129829 h 354619"/>
                  <a:gd name="connsiteX18" fmla="*/ 869844 w 1161309"/>
                  <a:gd name="connsiteY18" fmla="*/ 129829 h 354619"/>
                  <a:gd name="connsiteX19" fmla="*/ 869844 w 1161309"/>
                  <a:gd name="connsiteY19" fmla="*/ 49349 h 354619"/>
                  <a:gd name="connsiteX20" fmla="*/ 851831 w 1161309"/>
                  <a:gd name="connsiteY20" fmla="*/ 44270 h 354619"/>
                  <a:gd name="connsiteX21" fmla="*/ 704731 w 1161309"/>
                  <a:gd name="connsiteY21" fmla="*/ 29106 h 354619"/>
                  <a:gd name="connsiteX22" fmla="*/ 580284 w 1161309"/>
                  <a:gd name="connsiteY22" fmla="*/ 289 h 354619"/>
                  <a:gd name="connsiteX23" fmla="*/ 1024149 w 1161309"/>
                  <a:gd name="connsiteY23" fmla="*/ 92681 h 354619"/>
                  <a:gd name="connsiteX24" fmla="*/ 1045104 w 1161309"/>
                  <a:gd name="connsiteY24" fmla="*/ 100301 h 354619"/>
                  <a:gd name="connsiteX25" fmla="*/ 1113684 w 1161309"/>
                  <a:gd name="connsiteY25" fmla="*/ 100301 h 354619"/>
                  <a:gd name="connsiteX26" fmla="*/ 1128924 w 1161309"/>
                  <a:gd name="connsiteY26" fmla="*/ 115541 h 354619"/>
                  <a:gd name="connsiteX27" fmla="*/ 1128924 w 1161309"/>
                  <a:gd name="connsiteY27" fmla="*/ 211744 h 354619"/>
                  <a:gd name="connsiteX28" fmla="*/ 1161309 w 1161309"/>
                  <a:gd name="connsiteY28" fmla="*/ 240319 h 354619"/>
                  <a:gd name="connsiteX29" fmla="*/ 1161309 w 1161309"/>
                  <a:gd name="connsiteY29" fmla="*/ 322234 h 354619"/>
                  <a:gd name="connsiteX30" fmla="*/ 1084157 w 1161309"/>
                  <a:gd name="connsiteY30" fmla="*/ 354619 h 354619"/>
                  <a:gd name="connsiteX31" fmla="*/ 1036532 w 1161309"/>
                  <a:gd name="connsiteY31" fmla="*/ 354619 h 354619"/>
                  <a:gd name="connsiteX32" fmla="*/ 940329 w 1161309"/>
                  <a:gd name="connsiteY32" fmla="*/ 258416 h 354619"/>
                  <a:gd name="connsiteX33" fmla="*/ 844126 w 1161309"/>
                  <a:gd name="connsiteY33" fmla="*/ 354619 h 354619"/>
                  <a:gd name="connsiteX34" fmla="*/ 312632 w 1161309"/>
                  <a:gd name="connsiteY34" fmla="*/ 354619 h 354619"/>
                  <a:gd name="connsiteX35" fmla="*/ 312632 w 1161309"/>
                  <a:gd name="connsiteY35" fmla="*/ 352714 h 354619"/>
                  <a:gd name="connsiteX36" fmla="*/ 216429 w 1161309"/>
                  <a:gd name="connsiteY36" fmla="*/ 256511 h 354619"/>
                  <a:gd name="connsiteX37" fmla="*/ 120226 w 1161309"/>
                  <a:gd name="connsiteY37" fmla="*/ 352714 h 354619"/>
                  <a:gd name="connsiteX38" fmla="*/ 120226 w 1161309"/>
                  <a:gd name="connsiteY38" fmla="*/ 354619 h 354619"/>
                  <a:gd name="connsiteX39" fmla="*/ 30692 w 1161309"/>
                  <a:gd name="connsiteY39" fmla="*/ 354619 h 354619"/>
                  <a:gd name="connsiteX40" fmla="*/ 212 w 1161309"/>
                  <a:gd name="connsiteY40" fmla="*/ 325091 h 354619"/>
                  <a:gd name="connsiteX41" fmla="*/ 212 w 1161309"/>
                  <a:gd name="connsiteY41" fmla="*/ 241271 h 354619"/>
                  <a:gd name="connsiteX42" fmla="*/ 68792 w 1161309"/>
                  <a:gd name="connsiteY42" fmla="*/ 181264 h 354619"/>
                  <a:gd name="connsiteX43" fmla="*/ 270722 w 1161309"/>
                  <a:gd name="connsiteY43" fmla="*/ 134591 h 354619"/>
                  <a:gd name="connsiteX44" fmla="*/ 313584 w 1161309"/>
                  <a:gd name="connsiteY44" fmla="*/ 106969 h 354619"/>
                  <a:gd name="connsiteX45" fmla="*/ 580284 w 1161309"/>
                  <a:gd name="connsiteY45" fmla="*/ 289 h 35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1309" h="354619">
                    <a:moveTo>
                      <a:pt x="396451" y="82756"/>
                    </a:moveTo>
                    <a:lnTo>
                      <a:pt x="350731" y="109826"/>
                    </a:lnTo>
                    <a:cubicBezTo>
                      <a:pt x="345969" y="113636"/>
                      <a:pt x="337396" y="129829"/>
                      <a:pt x="345969" y="129829"/>
                    </a:cubicBezTo>
                    <a:lnTo>
                      <a:pt x="396451" y="129829"/>
                    </a:lnTo>
                    <a:close/>
                    <a:moveTo>
                      <a:pt x="881274" y="52571"/>
                    </a:moveTo>
                    <a:lnTo>
                      <a:pt x="881274" y="129829"/>
                    </a:lnTo>
                    <a:lnTo>
                      <a:pt x="974619" y="129829"/>
                    </a:lnTo>
                    <a:cubicBezTo>
                      <a:pt x="986049" y="129829"/>
                      <a:pt x="987001" y="108874"/>
                      <a:pt x="967951" y="91729"/>
                    </a:cubicBezTo>
                    <a:cubicBezTo>
                      <a:pt x="954959" y="80210"/>
                      <a:pt x="937841" y="70725"/>
                      <a:pt x="918015" y="62930"/>
                    </a:cubicBezTo>
                    <a:close/>
                    <a:moveTo>
                      <a:pt x="613622" y="29109"/>
                    </a:moveTo>
                    <a:lnTo>
                      <a:pt x="587683" y="30029"/>
                    </a:lnTo>
                    <a:cubicBezTo>
                      <a:pt x="579272" y="30442"/>
                      <a:pt x="574569" y="30769"/>
                      <a:pt x="574569" y="30769"/>
                    </a:cubicBezTo>
                    <a:cubicBezTo>
                      <a:pt x="518372" y="30769"/>
                      <a:pt x="474081" y="42437"/>
                      <a:pt x="438005" y="58153"/>
                    </a:cubicBezTo>
                    <a:lnTo>
                      <a:pt x="407881" y="75989"/>
                    </a:lnTo>
                    <a:lnTo>
                      <a:pt x="407881" y="129829"/>
                    </a:lnTo>
                    <a:lnTo>
                      <a:pt x="613622" y="129829"/>
                    </a:lnTo>
                    <a:close/>
                    <a:moveTo>
                      <a:pt x="625052" y="28783"/>
                    </a:moveTo>
                    <a:lnTo>
                      <a:pt x="625052" y="129829"/>
                    </a:lnTo>
                    <a:lnTo>
                      <a:pt x="869844" y="129829"/>
                    </a:lnTo>
                    <a:lnTo>
                      <a:pt x="869844" y="49349"/>
                    </a:lnTo>
                    <a:lnTo>
                      <a:pt x="851831" y="44270"/>
                    </a:lnTo>
                    <a:cubicBezTo>
                      <a:pt x="804182" y="34751"/>
                      <a:pt x="751370" y="30615"/>
                      <a:pt x="704731" y="29106"/>
                    </a:cubicBezTo>
                    <a:close/>
                    <a:moveTo>
                      <a:pt x="580284" y="289"/>
                    </a:moveTo>
                    <a:cubicBezTo>
                      <a:pt x="766974" y="-664"/>
                      <a:pt x="913659" y="-4474"/>
                      <a:pt x="1024149" y="92681"/>
                    </a:cubicBezTo>
                    <a:cubicBezTo>
                      <a:pt x="1029864" y="97444"/>
                      <a:pt x="1037484" y="100301"/>
                      <a:pt x="1045104" y="100301"/>
                    </a:cubicBezTo>
                    <a:lnTo>
                      <a:pt x="1113684" y="100301"/>
                    </a:lnTo>
                    <a:cubicBezTo>
                      <a:pt x="1122257" y="100301"/>
                      <a:pt x="1128924" y="106969"/>
                      <a:pt x="1128924" y="115541"/>
                    </a:cubicBezTo>
                    <a:lnTo>
                      <a:pt x="1128924" y="211744"/>
                    </a:lnTo>
                    <a:cubicBezTo>
                      <a:pt x="1146069" y="211744"/>
                      <a:pt x="1160357" y="225079"/>
                      <a:pt x="1161309" y="240319"/>
                    </a:cubicBezTo>
                    <a:lnTo>
                      <a:pt x="1161309" y="322234"/>
                    </a:lnTo>
                    <a:lnTo>
                      <a:pt x="1084157" y="354619"/>
                    </a:lnTo>
                    <a:lnTo>
                      <a:pt x="1036532" y="354619"/>
                    </a:lnTo>
                    <a:cubicBezTo>
                      <a:pt x="1036532" y="301279"/>
                      <a:pt x="993669" y="258416"/>
                      <a:pt x="940329" y="258416"/>
                    </a:cubicBezTo>
                    <a:cubicBezTo>
                      <a:pt x="886989" y="258416"/>
                      <a:pt x="844126" y="301279"/>
                      <a:pt x="844126" y="354619"/>
                    </a:cubicBezTo>
                    <a:lnTo>
                      <a:pt x="312632" y="354619"/>
                    </a:lnTo>
                    <a:cubicBezTo>
                      <a:pt x="312632" y="354619"/>
                      <a:pt x="312632" y="353666"/>
                      <a:pt x="312632" y="352714"/>
                    </a:cubicBezTo>
                    <a:cubicBezTo>
                      <a:pt x="312632" y="299374"/>
                      <a:pt x="269769" y="256511"/>
                      <a:pt x="216429" y="256511"/>
                    </a:cubicBezTo>
                    <a:cubicBezTo>
                      <a:pt x="163089" y="256511"/>
                      <a:pt x="120226" y="299374"/>
                      <a:pt x="120226" y="352714"/>
                    </a:cubicBezTo>
                    <a:cubicBezTo>
                      <a:pt x="120226" y="352714"/>
                      <a:pt x="120226" y="353666"/>
                      <a:pt x="120226" y="354619"/>
                    </a:cubicBezTo>
                    <a:lnTo>
                      <a:pt x="30692" y="354619"/>
                    </a:lnTo>
                    <a:cubicBezTo>
                      <a:pt x="14499" y="354619"/>
                      <a:pt x="212" y="341284"/>
                      <a:pt x="212" y="325091"/>
                    </a:cubicBezTo>
                    <a:lnTo>
                      <a:pt x="212" y="241271"/>
                    </a:lnTo>
                    <a:cubicBezTo>
                      <a:pt x="212" y="241271"/>
                      <a:pt x="-7408" y="201266"/>
                      <a:pt x="68792" y="181264"/>
                    </a:cubicBezTo>
                    <a:cubicBezTo>
                      <a:pt x="124037" y="166976"/>
                      <a:pt x="216429" y="148879"/>
                      <a:pt x="270722" y="134591"/>
                    </a:cubicBezTo>
                    <a:cubicBezTo>
                      <a:pt x="293582" y="128876"/>
                      <a:pt x="301201" y="117446"/>
                      <a:pt x="313584" y="106969"/>
                    </a:cubicBezTo>
                    <a:cubicBezTo>
                      <a:pt x="349779" y="75536"/>
                      <a:pt x="457412" y="1241"/>
                      <a:pt x="580284" y="289"/>
                    </a:cubicBezTo>
                    <a:close/>
                  </a:path>
                </a:pathLst>
              </a:custGeom>
              <a:solidFill>
                <a:schemeClr val="accent2"/>
              </a:solidFill>
              <a:ln w="9525"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70FB5F9D-357D-4E7C-8119-8D1E2393EF8D}"/>
                  </a:ext>
                </a:extLst>
              </p:cNvPr>
              <p:cNvSpPr/>
              <p:nvPr/>
            </p:nvSpPr>
            <p:spPr>
              <a:xfrm>
                <a:off x="6951414" y="2719341"/>
                <a:ext cx="182880" cy="181927"/>
              </a:xfrm>
              <a:custGeom>
                <a:avLst/>
                <a:gdLst>
                  <a:gd name="connsiteX0" fmla="*/ 92393 w 182880"/>
                  <a:gd name="connsiteY0" fmla="*/ 76200 h 181927"/>
                  <a:gd name="connsiteX1" fmla="*/ 108586 w 182880"/>
                  <a:gd name="connsiteY1" fmla="*/ 92392 h 181927"/>
                  <a:gd name="connsiteX2" fmla="*/ 92393 w 182880"/>
                  <a:gd name="connsiteY2" fmla="*/ 108585 h 181927"/>
                  <a:gd name="connsiteX3" fmla="*/ 76201 w 182880"/>
                  <a:gd name="connsiteY3" fmla="*/ 92392 h 181927"/>
                  <a:gd name="connsiteX4" fmla="*/ 92393 w 182880"/>
                  <a:gd name="connsiteY4" fmla="*/ 76200 h 181927"/>
                  <a:gd name="connsiteX5" fmla="*/ 90538 w 182880"/>
                  <a:gd name="connsiteY5" fmla="*/ 46724 h 181927"/>
                  <a:gd name="connsiteX6" fmla="*/ 59557 w 182880"/>
                  <a:gd name="connsiteY6" fmla="*/ 59557 h 181927"/>
                  <a:gd name="connsiteX7" fmla="*/ 59556 w 182880"/>
                  <a:gd name="connsiteY7" fmla="*/ 121520 h 181927"/>
                  <a:gd name="connsiteX8" fmla="*/ 121520 w 182880"/>
                  <a:gd name="connsiteY8" fmla="*/ 121520 h 181927"/>
                  <a:gd name="connsiteX9" fmla="*/ 121520 w 182880"/>
                  <a:gd name="connsiteY9" fmla="*/ 59557 h 181927"/>
                  <a:gd name="connsiteX10" fmla="*/ 90538 w 182880"/>
                  <a:gd name="connsiteY10" fmla="*/ 46724 h 181927"/>
                  <a:gd name="connsiteX11" fmla="*/ 91440 w 182880"/>
                  <a:gd name="connsiteY11" fmla="*/ 0 h 181927"/>
                  <a:gd name="connsiteX12" fmla="*/ 182880 w 182880"/>
                  <a:gd name="connsiteY12" fmla="*/ 91440 h 181927"/>
                  <a:gd name="connsiteX13" fmla="*/ 182880 w 182880"/>
                  <a:gd name="connsiteY13" fmla="*/ 93345 h 181927"/>
                  <a:gd name="connsiteX14" fmla="*/ 91440 w 182880"/>
                  <a:gd name="connsiteY14" fmla="*/ 181927 h 181927"/>
                  <a:gd name="connsiteX15" fmla="*/ 0 w 182880"/>
                  <a:gd name="connsiteY15" fmla="*/ 93345 h 181927"/>
                  <a:gd name="connsiteX16" fmla="*/ 0 w 182880"/>
                  <a:gd name="connsiteY16" fmla="*/ 91440 h 181927"/>
                  <a:gd name="connsiteX17" fmla="*/ 91440 w 182880"/>
                  <a:gd name="connsiteY17" fmla="*/ 0 h 18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2880" h="181927">
                    <a:moveTo>
                      <a:pt x="92393" y="76200"/>
                    </a:moveTo>
                    <a:cubicBezTo>
                      <a:pt x="101336" y="76200"/>
                      <a:pt x="108586" y="83450"/>
                      <a:pt x="108586" y="92392"/>
                    </a:cubicBezTo>
                    <a:cubicBezTo>
                      <a:pt x="108586" y="101335"/>
                      <a:pt x="101336" y="108585"/>
                      <a:pt x="92393" y="108585"/>
                    </a:cubicBezTo>
                    <a:cubicBezTo>
                      <a:pt x="83451" y="108585"/>
                      <a:pt x="76201" y="101335"/>
                      <a:pt x="76201" y="92392"/>
                    </a:cubicBezTo>
                    <a:cubicBezTo>
                      <a:pt x="76201" y="83450"/>
                      <a:pt x="83450" y="76200"/>
                      <a:pt x="92393" y="76200"/>
                    </a:cubicBezTo>
                    <a:close/>
                    <a:moveTo>
                      <a:pt x="90538" y="46724"/>
                    </a:moveTo>
                    <a:cubicBezTo>
                      <a:pt x="79325" y="46724"/>
                      <a:pt x="68112" y="51002"/>
                      <a:pt x="59557" y="59557"/>
                    </a:cubicBezTo>
                    <a:cubicBezTo>
                      <a:pt x="42446" y="76667"/>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0970" y="0"/>
                      <a:pt x="181927" y="40957"/>
                      <a:pt x="182880" y="91440"/>
                    </a:cubicBezTo>
                    <a:cubicBezTo>
                      <a:pt x="182880" y="91440"/>
                      <a:pt x="182880" y="92392"/>
                      <a:pt x="182880" y="93345"/>
                    </a:cubicBezTo>
                    <a:cubicBezTo>
                      <a:pt x="180975" y="141922"/>
                      <a:pt x="140970" y="181927"/>
                      <a:pt x="91440" y="181927"/>
                    </a:cubicBezTo>
                    <a:cubicBezTo>
                      <a:pt x="41910" y="181927"/>
                      <a:pt x="952" y="142875"/>
                      <a:pt x="0" y="93345"/>
                    </a:cubicBezTo>
                    <a:cubicBezTo>
                      <a:pt x="0" y="93345"/>
                      <a:pt x="0" y="92392"/>
                      <a:pt x="0" y="91440"/>
                    </a:cubicBezTo>
                    <a:cubicBezTo>
                      <a:pt x="0" y="40957"/>
                      <a:pt x="40957"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CF0208C2-9B43-440F-A1EF-6A128B9BB939}"/>
                  </a:ext>
                </a:extLst>
              </p:cNvPr>
              <p:cNvSpPr/>
              <p:nvPr/>
            </p:nvSpPr>
            <p:spPr>
              <a:xfrm>
                <a:off x="7674361" y="2721244"/>
                <a:ext cx="182880" cy="182880"/>
              </a:xfrm>
              <a:custGeom>
                <a:avLst/>
                <a:gdLst>
                  <a:gd name="connsiteX0" fmla="*/ 92393 w 182880"/>
                  <a:gd name="connsiteY0" fmla="*/ 76201 h 182880"/>
                  <a:gd name="connsiteX1" fmla="*/ 108586 w 182880"/>
                  <a:gd name="connsiteY1" fmla="*/ 92393 h 182880"/>
                  <a:gd name="connsiteX2" fmla="*/ 92393 w 182880"/>
                  <a:gd name="connsiteY2" fmla="*/ 108586 h 182880"/>
                  <a:gd name="connsiteX3" fmla="*/ 76201 w 182880"/>
                  <a:gd name="connsiteY3" fmla="*/ 92393 h 182880"/>
                  <a:gd name="connsiteX4" fmla="*/ 92393 w 182880"/>
                  <a:gd name="connsiteY4" fmla="*/ 76201 h 182880"/>
                  <a:gd name="connsiteX5" fmla="*/ 90538 w 182880"/>
                  <a:gd name="connsiteY5" fmla="*/ 46724 h 182880"/>
                  <a:gd name="connsiteX6" fmla="*/ 59556 w 182880"/>
                  <a:gd name="connsiteY6" fmla="*/ 59557 h 182880"/>
                  <a:gd name="connsiteX7" fmla="*/ 59556 w 182880"/>
                  <a:gd name="connsiteY7" fmla="*/ 121520 h 182880"/>
                  <a:gd name="connsiteX8" fmla="*/ 121520 w 182880"/>
                  <a:gd name="connsiteY8" fmla="*/ 121520 h 182880"/>
                  <a:gd name="connsiteX9" fmla="*/ 121520 w 182880"/>
                  <a:gd name="connsiteY9" fmla="*/ 59557 h 182880"/>
                  <a:gd name="connsiteX10" fmla="*/ 90538 w 182880"/>
                  <a:gd name="connsiteY10" fmla="*/ 46724 h 182880"/>
                  <a:gd name="connsiteX11" fmla="*/ 91440 w 182880"/>
                  <a:gd name="connsiteY11" fmla="*/ 0 h 182880"/>
                  <a:gd name="connsiteX12" fmla="*/ 182880 w 182880"/>
                  <a:gd name="connsiteY12" fmla="*/ 91440 h 182880"/>
                  <a:gd name="connsiteX13" fmla="*/ 91440 w 182880"/>
                  <a:gd name="connsiteY13" fmla="*/ 182880 h 182880"/>
                  <a:gd name="connsiteX14" fmla="*/ 0 w 182880"/>
                  <a:gd name="connsiteY14" fmla="*/ 91440 h 182880"/>
                  <a:gd name="connsiteX15" fmla="*/ 91440 w 182880"/>
                  <a:gd name="connsiteY1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880" h="182880">
                    <a:moveTo>
                      <a:pt x="92393" y="76201"/>
                    </a:moveTo>
                    <a:cubicBezTo>
                      <a:pt x="101336" y="76201"/>
                      <a:pt x="108586" y="83451"/>
                      <a:pt x="108586" y="92393"/>
                    </a:cubicBezTo>
                    <a:cubicBezTo>
                      <a:pt x="108586" y="101336"/>
                      <a:pt x="101336" y="108586"/>
                      <a:pt x="92393" y="108586"/>
                    </a:cubicBezTo>
                    <a:cubicBezTo>
                      <a:pt x="83451" y="108586"/>
                      <a:pt x="76201" y="101336"/>
                      <a:pt x="76201" y="92393"/>
                    </a:cubicBezTo>
                    <a:cubicBezTo>
                      <a:pt x="76201" y="83451"/>
                      <a:pt x="83450" y="76201"/>
                      <a:pt x="92393" y="76201"/>
                    </a:cubicBezTo>
                    <a:close/>
                    <a:moveTo>
                      <a:pt x="90538" y="46724"/>
                    </a:moveTo>
                    <a:cubicBezTo>
                      <a:pt x="79325" y="46724"/>
                      <a:pt x="68112" y="51002"/>
                      <a:pt x="59556" y="59557"/>
                    </a:cubicBezTo>
                    <a:cubicBezTo>
                      <a:pt x="42446" y="76668"/>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1941" y="0"/>
                      <a:pt x="182880" y="40939"/>
                      <a:pt x="182880" y="91440"/>
                    </a:cubicBezTo>
                    <a:cubicBezTo>
                      <a:pt x="182880" y="141941"/>
                      <a:pt x="141941" y="182880"/>
                      <a:pt x="91440" y="182880"/>
                    </a:cubicBezTo>
                    <a:cubicBezTo>
                      <a:pt x="40939" y="182880"/>
                      <a:pt x="0" y="141941"/>
                      <a:pt x="0" y="91440"/>
                    </a:cubicBezTo>
                    <a:cubicBezTo>
                      <a:pt x="0" y="40939"/>
                      <a:pt x="40939"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BC5A25D9-7B4D-4886-8E4C-E24B14065A46}"/>
                  </a:ext>
                </a:extLst>
              </p:cNvPr>
              <p:cNvSpPr/>
              <p:nvPr/>
            </p:nvSpPr>
            <p:spPr>
              <a:xfrm>
                <a:off x="6836162" y="2597197"/>
                <a:ext cx="1108710" cy="160242"/>
              </a:xfrm>
              <a:custGeom>
                <a:avLst/>
                <a:gdLst>
                  <a:gd name="connsiteX0" fmla="*/ 0 w 1108710"/>
                  <a:gd name="connsiteY0" fmla="*/ 88804 h 160242"/>
                  <a:gd name="connsiteX1" fmla="*/ 76200 w 1108710"/>
                  <a:gd name="connsiteY1" fmla="*/ 88804 h 160242"/>
                  <a:gd name="connsiteX2" fmla="*/ 81915 w 1108710"/>
                  <a:gd name="connsiteY2" fmla="*/ 108807 h 160242"/>
                  <a:gd name="connsiteX3" fmla="*/ 67628 w 1108710"/>
                  <a:gd name="connsiteY3" fmla="*/ 128809 h 160242"/>
                  <a:gd name="connsiteX4" fmla="*/ 61913 w 1108710"/>
                  <a:gd name="connsiteY4" fmla="*/ 132619 h 160242"/>
                  <a:gd name="connsiteX5" fmla="*/ 11430 w 1108710"/>
                  <a:gd name="connsiteY5" fmla="*/ 132619 h 160242"/>
                  <a:gd name="connsiteX6" fmla="*/ 0 w 1108710"/>
                  <a:gd name="connsiteY6" fmla="*/ 121189 h 160242"/>
                  <a:gd name="connsiteX7" fmla="*/ 0 w 1108710"/>
                  <a:gd name="connsiteY7" fmla="*/ 88804 h 160242"/>
                  <a:gd name="connsiteX8" fmla="*/ 610553 w 1108710"/>
                  <a:gd name="connsiteY8" fmla="*/ 32607 h 160242"/>
                  <a:gd name="connsiteX9" fmla="*/ 616268 w 1108710"/>
                  <a:gd name="connsiteY9" fmla="*/ 34512 h 160242"/>
                  <a:gd name="connsiteX10" fmla="*/ 616268 w 1108710"/>
                  <a:gd name="connsiteY10" fmla="*/ 158337 h 160242"/>
                  <a:gd name="connsiteX11" fmla="*/ 610553 w 1108710"/>
                  <a:gd name="connsiteY11" fmla="*/ 160242 h 160242"/>
                  <a:gd name="connsiteX12" fmla="*/ 604838 w 1108710"/>
                  <a:gd name="connsiteY12" fmla="*/ 158337 h 160242"/>
                  <a:gd name="connsiteX13" fmla="*/ 604838 w 1108710"/>
                  <a:gd name="connsiteY13" fmla="*/ 34512 h 160242"/>
                  <a:gd name="connsiteX14" fmla="*/ 610553 w 1108710"/>
                  <a:gd name="connsiteY14" fmla="*/ 32607 h 160242"/>
                  <a:gd name="connsiteX15" fmla="*/ 1099542 w 1108710"/>
                  <a:gd name="connsiteY15" fmla="*/ 341 h 160242"/>
                  <a:gd name="connsiteX16" fmla="*/ 1108710 w 1108710"/>
                  <a:gd name="connsiteY16" fmla="*/ 10699 h 160242"/>
                  <a:gd name="connsiteX17" fmla="*/ 1108710 w 1108710"/>
                  <a:gd name="connsiteY17" fmla="*/ 50704 h 160242"/>
                  <a:gd name="connsiteX18" fmla="*/ 1090612 w 1108710"/>
                  <a:gd name="connsiteY18" fmla="*/ 71659 h 160242"/>
                  <a:gd name="connsiteX19" fmla="*/ 1066800 w 1108710"/>
                  <a:gd name="connsiteY19" fmla="*/ 71659 h 160242"/>
                  <a:gd name="connsiteX20" fmla="*/ 1053465 w 1108710"/>
                  <a:gd name="connsiteY20" fmla="*/ 52609 h 160242"/>
                  <a:gd name="connsiteX21" fmla="*/ 1083945 w 1108710"/>
                  <a:gd name="connsiteY21" fmla="*/ 4984 h 160242"/>
                  <a:gd name="connsiteX22" fmla="*/ 1099542 w 1108710"/>
                  <a:gd name="connsiteY22" fmla="*/ 341 h 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8710" h="160242">
                    <a:moveTo>
                      <a:pt x="0" y="88804"/>
                    </a:moveTo>
                    <a:cubicBezTo>
                      <a:pt x="1905" y="88804"/>
                      <a:pt x="76200" y="88804"/>
                      <a:pt x="76200" y="88804"/>
                    </a:cubicBezTo>
                    <a:cubicBezTo>
                      <a:pt x="83820" y="88804"/>
                      <a:pt x="86678" y="101187"/>
                      <a:pt x="81915" y="108807"/>
                    </a:cubicBezTo>
                    <a:lnTo>
                      <a:pt x="67628" y="128809"/>
                    </a:lnTo>
                    <a:cubicBezTo>
                      <a:pt x="65722" y="131667"/>
                      <a:pt x="63817" y="132619"/>
                      <a:pt x="61913" y="132619"/>
                    </a:cubicBezTo>
                    <a:lnTo>
                      <a:pt x="11430" y="132619"/>
                    </a:lnTo>
                    <a:cubicBezTo>
                      <a:pt x="4763" y="132619"/>
                      <a:pt x="0" y="127857"/>
                      <a:pt x="0" y="121189"/>
                    </a:cubicBezTo>
                    <a:cubicBezTo>
                      <a:pt x="0" y="108807"/>
                      <a:pt x="0" y="95472"/>
                      <a:pt x="0" y="88804"/>
                    </a:cubicBezTo>
                    <a:close/>
                    <a:moveTo>
                      <a:pt x="610553" y="32607"/>
                    </a:moveTo>
                    <a:cubicBezTo>
                      <a:pt x="613410" y="32607"/>
                      <a:pt x="616268" y="33560"/>
                      <a:pt x="616268" y="34512"/>
                    </a:cubicBezTo>
                    <a:lnTo>
                      <a:pt x="616268" y="158337"/>
                    </a:lnTo>
                    <a:cubicBezTo>
                      <a:pt x="615316" y="159289"/>
                      <a:pt x="613410" y="160242"/>
                      <a:pt x="610553" y="160242"/>
                    </a:cubicBezTo>
                    <a:cubicBezTo>
                      <a:pt x="607695" y="160242"/>
                      <a:pt x="604838" y="159289"/>
                      <a:pt x="604838" y="158337"/>
                    </a:cubicBezTo>
                    <a:lnTo>
                      <a:pt x="604838" y="34512"/>
                    </a:lnTo>
                    <a:cubicBezTo>
                      <a:pt x="604838" y="33560"/>
                      <a:pt x="607695" y="32607"/>
                      <a:pt x="610553" y="32607"/>
                    </a:cubicBezTo>
                    <a:close/>
                    <a:moveTo>
                      <a:pt x="1099542" y="341"/>
                    </a:moveTo>
                    <a:cubicBezTo>
                      <a:pt x="1104662" y="1412"/>
                      <a:pt x="1108710" y="4984"/>
                      <a:pt x="1108710" y="10699"/>
                    </a:cubicBezTo>
                    <a:lnTo>
                      <a:pt x="1108710" y="50704"/>
                    </a:lnTo>
                    <a:cubicBezTo>
                      <a:pt x="1108710" y="62134"/>
                      <a:pt x="1102995" y="72612"/>
                      <a:pt x="1090612" y="71659"/>
                    </a:cubicBezTo>
                    <a:lnTo>
                      <a:pt x="1066800" y="71659"/>
                    </a:lnTo>
                    <a:cubicBezTo>
                      <a:pt x="1056323" y="71659"/>
                      <a:pt x="1049655" y="62134"/>
                      <a:pt x="1053465" y="52609"/>
                    </a:cubicBezTo>
                    <a:cubicBezTo>
                      <a:pt x="1060133" y="35464"/>
                      <a:pt x="1066800" y="20224"/>
                      <a:pt x="1083945" y="4984"/>
                    </a:cubicBezTo>
                    <a:cubicBezTo>
                      <a:pt x="1088231" y="698"/>
                      <a:pt x="1094422" y="-731"/>
                      <a:pt x="1099542" y="341"/>
                    </a:cubicBezTo>
                    <a:close/>
                  </a:path>
                </a:pathLst>
              </a:custGeom>
              <a:solidFill>
                <a:srgbClr val="FAFAFA"/>
              </a:solidFill>
              <a:ln w="9525" cap="flat">
                <a:noFill/>
                <a:prstDash val="solid"/>
                <a:miter/>
              </a:ln>
            </p:spPr>
            <p:txBody>
              <a:bodyPr wrap="square" rtlCol="0" anchor="ctr">
                <a:noAutofit/>
              </a:bodyPr>
              <a:lstStyle/>
              <a:p>
                <a:endParaRPr lang="en-US"/>
              </a:p>
            </p:txBody>
          </p:sp>
        </p:grpSp>
        <p:sp>
          <p:nvSpPr>
            <p:cNvPr id="4" name="Freeform: Shape 3">
              <a:extLst>
                <a:ext uri="{FF2B5EF4-FFF2-40B4-BE49-F238E27FC236}">
                  <a16:creationId xmlns:a16="http://schemas.microsoft.com/office/drawing/2014/main" id="{3B9711E7-ED7B-4B98-9358-A37BC6005D70}"/>
                </a:ext>
              </a:extLst>
            </p:cNvPr>
            <p:cNvSpPr/>
            <p:nvPr/>
          </p:nvSpPr>
          <p:spPr>
            <a:xfrm rot="20884086" flipH="1">
              <a:off x="1131757" y="5076845"/>
              <a:ext cx="7077964" cy="1603478"/>
            </a:xfrm>
            <a:custGeom>
              <a:avLst/>
              <a:gdLst>
                <a:gd name="connsiteX0" fmla="*/ 4816356 w 4924425"/>
                <a:gd name="connsiteY0" fmla="*/ 503723 h 2000250"/>
                <a:gd name="connsiteX1" fmla="*/ 3545721 w 4924425"/>
                <a:gd name="connsiteY1" fmla="*/ 1756 h 2000250"/>
                <a:gd name="connsiteX2" fmla="*/ 1398786 w 4924425"/>
                <a:gd name="connsiteY2" fmla="*/ 1522898 h 2000250"/>
                <a:gd name="connsiteX3" fmla="*/ 448191 w 4924425"/>
                <a:gd name="connsiteY3" fmla="*/ 1861036 h 2000250"/>
                <a:gd name="connsiteX4" fmla="*/ 72906 w 4924425"/>
                <a:gd name="connsiteY4" fmla="*/ 1776263 h 2000250"/>
                <a:gd name="connsiteX5" fmla="*/ 37663 w 4924425"/>
                <a:gd name="connsiteY5" fmla="*/ 1849606 h 2000250"/>
                <a:gd name="connsiteX6" fmla="*/ 1003498 w 4924425"/>
                <a:gd name="connsiteY6" fmla="*/ 1944856 h 2000250"/>
                <a:gd name="connsiteX7" fmla="*/ 3428563 w 4924425"/>
                <a:gd name="connsiteY7" fmla="*/ 254168 h 2000250"/>
                <a:gd name="connsiteX8" fmla="*/ 4616331 w 4924425"/>
                <a:gd name="connsiteY8" fmla="*/ 495151 h 2000250"/>
                <a:gd name="connsiteX9" fmla="*/ 4816356 w 4924425"/>
                <a:gd name="connsiteY9" fmla="*/ 503723 h 200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24425" h="2000250">
                  <a:moveTo>
                    <a:pt x="4816356" y="503723"/>
                  </a:moveTo>
                  <a:cubicBezTo>
                    <a:pt x="4614426" y="345608"/>
                    <a:pt x="4104839" y="-28724"/>
                    <a:pt x="3545721" y="1756"/>
                  </a:cubicBezTo>
                  <a:cubicBezTo>
                    <a:pt x="2733238" y="45571"/>
                    <a:pt x="2271276" y="718988"/>
                    <a:pt x="1398786" y="1522898"/>
                  </a:cubicBezTo>
                  <a:cubicBezTo>
                    <a:pt x="1044456" y="1849606"/>
                    <a:pt x="750133" y="1885801"/>
                    <a:pt x="448191" y="1861036"/>
                  </a:cubicBezTo>
                  <a:cubicBezTo>
                    <a:pt x="254833" y="1844843"/>
                    <a:pt x="199588" y="1760071"/>
                    <a:pt x="72906" y="1776263"/>
                  </a:cubicBezTo>
                  <a:cubicBezTo>
                    <a:pt x="-2342" y="1785788"/>
                    <a:pt x="-28059" y="1824841"/>
                    <a:pt x="37663" y="1849606"/>
                  </a:cubicBezTo>
                  <a:cubicBezTo>
                    <a:pt x="158631" y="1895326"/>
                    <a:pt x="477718" y="2100114"/>
                    <a:pt x="1003498" y="1944856"/>
                  </a:cubicBezTo>
                  <a:cubicBezTo>
                    <a:pt x="1836936" y="1697206"/>
                    <a:pt x="2517973" y="436096"/>
                    <a:pt x="3428563" y="254168"/>
                  </a:cubicBezTo>
                  <a:cubicBezTo>
                    <a:pt x="3926721" y="155108"/>
                    <a:pt x="4436309" y="376088"/>
                    <a:pt x="4616331" y="495151"/>
                  </a:cubicBezTo>
                  <a:cubicBezTo>
                    <a:pt x="4908748" y="686603"/>
                    <a:pt x="5031621" y="680888"/>
                    <a:pt x="4816356" y="503723"/>
                  </a:cubicBezTo>
                  <a:close/>
                </a:path>
              </a:pathLst>
            </a:custGeom>
            <a:solidFill>
              <a:schemeClr val="accent1"/>
            </a:solidFill>
            <a:ln w="9525" cap="flat">
              <a:noFill/>
              <a:prstDash val="solid"/>
              <a:miter/>
            </a:ln>
          </p:spPr>
          <p:txBody>
            <a:bodyPr rtlCol="0" anchor="ctr"/>
            <a:lstStyle/>
            <a:p>
              <a:endParaRPr lang="en-US"/>
            </a:p>
          </p:txBody>
        </p:sp>
      </p:grpSp>
      <p:pic>
        <p:nvPicPr>
          <p:cNvPr id="35" name="Picture 34" descr="A black and white logo&#10;&#10;Description automatically generated with low confidence">
            <a:extLst>
              <a:ext uri="{FF2B5EF4-FFF2-40B4-BE49-F238E27FC236}">
                <a16:creationId xmlns:a16="http://schemas.microsoft.com/office/drawing/2014/main" id="{F355E192-E802-4F03-A1A5-7A04571A8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809" y="1916988"/>
            <a:ext cx="4991100" cy="914400"/>
          </a:xfrm>
          <a:prstGeom prst="rect">
            <a:avLst/>
          </a:prstGeom>
        </p:spPr>
      </p:pic>
      <p:graphicFrame>
        <p:nvGraphicFramePr>
          <p:cNvPr id="47" name="TextBox 44">
            <a:extLst>
              <a:ext uri="{FF2B5EF4-FFF2-40B4-BE49-F238E27FC236}">
                <a16:creationId xmlns:a16="http://schemas.microsoft.com/office/drawing/2014/main" id="{3E79947E-4DBD-E46B-5A09-A250578704B3}"/>
              </a:ext>
            </a:extLst>
          </p:cNvPr>
          <p:cNvGraphicFramePr/>
          <p:nvPr>
            <p:extLst>
              <p:ext uri="{D42A27DB-BD31-4B8C-83A1-F6EECF244321}">
                <p14:modId xmlns:p14="http://schemas.microsoft.com/office/powerpoint/2010/main" val="2680407171"/>
              </p:ext>
            </p:extLst>
          </p:nvPr>
        </p:nvGraphicFramePr>
        <p:xfrm>
          <a:off x="6334203" y="1010493"/>
          <a:ext cx="5566116" cy="30469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423133475"/>
      </p:ext>
    </p:extLst>
  </p:cSld>
  <p:clrMapOvr>
    <a:masterClrMapping/>
  </p:clrMapOvr>
  <mc:AlternateContent xmlns:mc="http://schemas.openxmlformats.org/markup-compatibility/2006">
    <mc:Choice xmlns:p14="http://schemas.microsoft.com/office/powerpoint/2010/main" Requires="p14">
      <p:transition spd="slow" p14:dur="2000" advTm="11680"/>
    </mc:Choice>
    <mc:Fallback>
      <p:transition spd="slow" advTm="116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71F74F7-9D49-4992-BACE-8CEBFA6ED336}"/>
              </a:ext>
            </a:extLst>
          </p:cNvPr>
          <p:cNvSpPr txBox="1"/>
          <p:nvPr/>
        </p:nvSpPr>
        <p:spPr>
          <a:xfrm>
            <a:off x="838199" y="537883"/>
            <a:ext cx="4783697" cy="1942810"/>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Fastest to a</a:t>
            </a:r>
            <a:br>
              <a:rPr lang="en-US" sz="4000" b="1" i="0" kern="1200" dirty="0">
                <a:solidFill>
                  <a:schemeClr val="tx1"/>
                </a:solidFill>
                <a:effectLst/>
                <a:latin typeface="+mj-lt"/>
                <a:ea typeface="+mj-ea"/>
                <a:cs typeface="+mj-cs"/>
              </a:rPr>
            </a:br>
            <a:r>
              <a:rPr lang="en-US" sz="4000" b="1" i="0" kern="1200" dirty="0">
                <a:solidFill>
                  <a:schemeClr val="tx1"/>
                </a:solidFill>
                <a:effectLst/>
                <a:latin typeface="+mj-lt"/>
                <a:ea typeface="+mj-ea"/>
                <a:cs typeface="+mj-cs"/>
              </a:rPr>
              <a:t>full charge</a:t>
            </a:r>
          </a:p>
        </p:txBody>
      </p:sp>
      <p:sp>
        <p:nvSpPr>
          <p:cNvPr id="10" name="TextBox 9">
            <a:extLst>
              <a:ext uri="{FF2B5EF4-FFF2-40B4-BE49-F238E27FC236}">
                <a16:creationId xmlns:a16="http://schemas.microsoft.com/office/drawing/2014/main" id="{676768B3-1D46-4364-AF13-0800E394B902}"/>
              </a:ext>
            </a:extLst>
          </p:cNvPr>
          <p:cNvSpPr txBox="1"/>
          <p:nvPr/>
        </p:nvSpPr>
        <p:spPr>
          <a:xfrm>
            <a:off x="838199" y="2952555"/>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US" sz="2000" b="0" i="0" dirty="0">
                <a:effectLst/>
              </a:rPr>
              <a:t>Using modular battery swapping, Ample can deliver 100% charge to any EV in under 10 minutes. As battery density increases, Ample maintains the same delivery efficiency.</a:t>
            </a:r>
            <a:endParaRPr lang="en-US" sz="2000" b="1" i="0" dirty="0">
              <a:effectLst/>
            </a:endParaRPr>
          </a:p>
        </p:txBody>
      </p:sp>
      <p:pic>
        <p:nvPicPr>
          <p:cNvPr id="4" name="Picture 3" descr="A picture containing text, clock&#10;&#10;Description automatically generated">
            <a:extLst>
              <a:ext uri="{FF2B5EF4-FFF2-40B4-BE49-F238E27FC236}">
                <a16:creationId xmlns:a16="http://schemas.microsoft.com/office/drawing/2014/main" id="{0A69C289-CE2C-4325-B0D4-F64A2D23D7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424" y="820581"/>
            <a:ext cx="5365375" cy="5016624"/>
          </a:xfrm>
          <a:prstGeom prst="rect">
            <a:avLst/>
          </a:prstGeom>
        </p:spPr>
      </p:pic>
    </p:spTree>
    <p:custDataLst>
      <p:tags r:id="rId1"/>
    </p:custDataLst>
    <p:extLst>
      <p:ext uri="{BB962C8B-B14F-4D97-AF65-F5344CB8AC3E}">
        <p14:creationId xmlns:p14="http://schemas.microsoft.com/office/powerpoint/2010/main" val="2749161369"/>
      </p:ext>
    </p:extLst>
  </p:cSld>
  <p:clrMapOvr>
    <a:masterClrMapping/>
  </p:clrMapOvr>
  <mc:AlternateContent xmlns:mc="http://schemas.openxmlformats.org/markup-compatibility/2006">
    <mc:Choice xmlns:p14="http://schemas.microsoft.com/office/powerpoint/2010/main" Requires="p14">
      <p:transition spd="slow" p14:dur="2000" advTm="16809"/>
    </mc:Choice>
    <mc:Fallback>
      <p:transition spd="slow" advTm="168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1F74F7-9D49-4992-BACE-8CEBFA6ED336}"/>
              </a:ext>
            </a:extLst>
          </p:cNvPr>
          <p:cNvSpPr txBox="1"/>
          <p:nvPr/>
        </p:nvSpPr>
        <p:spPr>
          <a:xfrm>
            <a:off x="6245672" y="124667"/>
            <a:ext cx="4783697" cy="1942810"/>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cheaper than gas.</a:t>
            </a:r>
          </a:p>
        </p:txBody>
      </p:sp>
      <p:sp>
        <p:nvSpPr>
          <p:cNvPr id="10" name="TextBox 9">
            <a:extLst>
              <a:ext uri="{FF2B5EF4-FFF2-40B4-BE49-F238E27FC236}">
                <a16:creationId xmlns:a16="http://schemas.microsoft.com/office/drawing/2014/main" id="{676768B3-1D46-4364-AF13-0800E394B902}"/>
              </a:ext>
            </a:extLst>
          </p:cNvPr>
          <p:cNvSpPr txBox="1"/>
          <p:nvPr/>
        </p:nvSpPr>
        <p:spPr>
          <a:xfrm>
            <a:off x="6245671" y="2558506"/>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GB" sz="2000" b="0" i="0" dirty="0">
                <a:effectLst/>
              </a:rPr>
              <a:t>An Ample station is 3-10 times cheaper than a fast-charging station. It’s cheaper to build and cheaper to install. So, Ample is able to deliver energy at a cost that is 10-20% cheaper than gas.</a:t>
            </a:r>
            <a:endParaRPr lang="en-US" sz="2000" b="1" i="0" dirty="0">
              <a:effectLst/>
            </a:endParaRPr>
          </a:p>
        </p:txBody>
      </p:sp>
      <p:pic>
        <p:nvPicPr>
          <p:cNvPr id="7" name="Graphic 6">
            <a:extLst>
              <a:ext uri="{FF2B5EF4-FFF2-40B4-BE49-F238E27FC236}">
                <a16:creationId xmlns:a16="http://schemas.microsoft.com/office/drawing/2014/main" id="{4FF51AAB-F67C-4BD1-99A1-ACF0C15604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405723"/>
            <a:ext cx="5432557" cy="7050677"/>
          </a:xfrm>
          <a:prstGeom prst="rect">
            <a:avLst/>
          </a:prstGeom>
        </p:spPr>
      </p:pic>
    </p:spTree>
    <p:custDataLst>
      <p:tags r:id="rId1"/>
    </p:custDataLst>
    <p:extLst>
      <p:ext uri="{BB962C8B-B14F-4D97-AF65-F5344CB8AC3E}">
        <p14:creationId xmlns:p14="http://schemas.microsoft.com/office/powerpoint/2010/main" val="393863568"/>
      </p:ext>
    </p:extLst>
  </p:cSld>
  <p:clrMapOvr>
    <a:masterClrMapping/>
  </p:clrMapOvr>
  <mc:AlternateContent xmlns:mc="http://schemas.openxmlformats.org/markup-compatibility/2006">
    <mc:Choice xmlns:p14="http://schemas.microsoft.com/office/powerpoint/2010/main" Requires="p14">
      <p:transition spd="slow" p14:dur="2000" advTm="12856"/>
    </mc:Choice>
    <mc:Fallback>
      <p:transition spd="slow" advTm="128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1F74F7-9D49-4992-BACE-8CEBFA6ED336}"/>
              </a:ext>
            </a:extLst>
          </p:cNvPr>
          <p:cNvSpPr txBox="1"/>
          <p:nvPr/>
        </p:nvSpPr>
        <p:spPr>
          <a:xfrm>
            <a:off x="838199" y="537883"/>
            <a:ext cx="4783697" cy="1942810"/>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Not just electric, renewable.</a:t>
            </a:r>
          </a:p>
        </p:txBody>
      </p:sp>
      <p:sp>
        <p:nvSpPr>
          <p:cNvPr id="10" name="TextBox 9">
            <a:extLst>
              <a:ext uri="{FF2B5EF4-FFF2-40B4-BE49-F238E27FC236}">
                <a16:creationId xmlns:a16="http://schemas.microsoft.com/office/drawing/2014/main" id="{676768B3-1D46-4364-AF13-0800E394B902}"/>
              </a:ext>
            </a:extLst>
          </p:cNvPr>
          <p:cNvSpPr txBox="1"/>
          <p:nvPr/>
        </p:nvSpPr>
        <p:spPr>
          <a:xfrm>
            <a:off x="838199" y="2952555"/>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GB" sz="2000" b="0" i="0">
                <a:effectLst/>
              </a:rPr>
              <a:t>Ample captures wind and solar energy when available and then delivers it to vehicles when drivers need it.</a:t>
            </a:r>
            <a:endParaRPr lang="en-US" sz="2000" b="1" i="0" dirty="0">
              <a:effectLst/>
            </a:endParaRPr>
          </a:p>
        </p:txBody>
      </p:sp>
      <p:pic>
        <p:nvPicPr>
          <p:cNvPr id="6" name="Graphic 5">
            <a:extLst>
              <a:ext uri="{FF2B5EF4-FFF2-40B4-BE49-F238E27FC236}">
                <a16:creationId xmlns:a16="http://schemas.microsoft.com/office/drawing/2014/main" id="{B0ADF817-7642-4B24-9BC2-59B94CE06D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57601" y="2077379"/>
            <a:ext cx="6596803" cy="4242738"/>
          </a:xfrm>
          <a:prstGeom prst="rect">
            <a:avLst/>
          </a:prstGeom>
        </p:spPr>
      </p:pic>
    </p:spTree>
    <p:custDataLst>
      <p:tags r:id="rId1"/>
    </p:custDataLst>
    <p:extLst>
      <p:ext uri="{BB962C8B-B14F-4D97-AF65-F5344CB8AC3E}">
        <p14:creationId xmlns:p14="http://schemas.microsoft.com/office/powerpoint/2010/main" val="3578882245"/>
      </p:ext>
    </p:extLst>
  </p:cSld>
  <p:clrMapOvr>
    <a:masterClrMapping/>
  </p:clrMapOvr>
  <mc:AlternateContent xmlns:mc="http://schemas.openxmlformats.org/markup-compatibility/2006">
    <mc:Choice xmlns:p14="http://schemas.microsoft.com/office/powerpoint/2010/main" Requires="p14">
      <p:transition spd="slow" p14:dur="2000" advTm="15310"/>
    </mc:Choice>
    <mc:Fallback>
      <p:transition spd="slow" advTm="153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1F74F7-9D49-4992-BACE-8CEBFA6ED336}"/>
              </a:ext>
            </a:extLst>
          </p:cNvPr>
          <p:cNvSpPr txBox="1"/>
          <p:nvPr/>
        </p:nvSpPr>
        <p:spPr>
          <a:xfrm>
            <a:off x="6245673" y="505692"/>
            <a:ext cx="4783696" cy="1942810"/>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For any electric</a:t>
            </a:r>
          </a:p>
          <a:p>
            <a:pPr fontAlgn="base">
              <a:lnSpc>
                <a:spcPct val="90000"/>
              </a:lnSpc>
              <a:spcBef>
                <a:spcPct val="0"/>
              </a:spcBef>
              <a:spcAft>
                <a:spcPts val="600"/>
              </a:spcAft>
            </a:pPr>
            <a:r>
              <a:rPr lang="en-US" sz="4000" b="1" i="0" kern="1200" dirty="0">
                <a:solidFill>
                  <a:schemeClr val="tx1"/>
                </a:solidFill>
                <a:effectLst/>
                <a:latin typeface="+mj-lt"/>
                <a:ea typeface="+mj-ea"/>
                <a:cs typeface="+mj-cs"/>
              </a:rPr>
              <a:t>vehicle.</a:t>
            </a:r>
          </a:p>
        </p:txBody>
      </p:sp>
      <p:sp>
        <p:nvSpPr>
          <p:cNvPr id="10" name="TextBox 9">
            <a:extLst>
              <a:ext uri="{FF2B5EF4-FFF2-40B4-BE49-F238E27FC236}">
                <a16:creationId xmlns:a16="http://schemas.microsoft.com/office/drawing/2014/main" id="{676768B3-1D46-4364-AF13-0800E394B902}"/>
              </a:ext>
            </a:extLst>
          </p:cNvPr>
          <p:cNvSpPr txBox="1"/>
          <p:nvPr/>
        </p:nvSpPr>
        <p:spPr>
          <a:xfrm>
            <a:off x="6245673" y="2918725"/>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GB" sz="2000" b="0" i="0" dirty="0">
                <a:effectLst/>
              </a:rPr>
              <a:t>At the core of </a:t>
            </a:r>
            <a:r>
              <a:rPr lang="en-GB" sz="2000" b="0" i="0" dirty="0" err="1">
                <a:effectLst/>
              </a:rPr>
              <a:t>Ample’s</a:t>
            </a:r>
            <a:r>
              <a:rPr lang="en-GB" sz="2000" b="0" i="0" dirty="0">
                <a:effectLst/>
              </a:rPr>
              <a:t> technology is our modular, swappable, battery architecture. Carmakers don’t need to redesign their cars to work with the Ample technology.</a:t>
            </a:r>
            <a:endParaRPr lang="en-US" sz="2000" b="1" i="0" dirty="0">
              <a:effectLst/>
            </a:endParaRPr>
          </a:p>
        </p:txBody>
      </p:sp>
      <p:pic>
        <p:nvPicPr>
          <p:cNvPr id="6" name="Picture 5" descr="A picture containing electronics&#10;&#10;Description automatically generated">
            <a:extLst>
              <a:ext uri="{FF2B5EF4-FFF2-40B4-BE49-F238E27FC236}">
                <a16:creationId xmlns:a16="http://schemas.microsoft.com/office/drawing/2014/main" id="{8598964D-399F-4E39-9BB5-EDB5ECBB6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649" y="1280860"/>
            <a:ext cx="5223441" cy="4296279"/>
          </a:xfrm>
          <a:prstGeom prst="rect">
            <a:avLst/>
          </a:prstGeom>
        </p:spPr>
      </p:pic>
    </p:spTree>
    <p:custDataLst>
      <p:tags r:id="rId1"/>
    </p:custDataLst>
    <p:extLst>
      <p:ext uri="{BB962C8B-B14F-4D97-AF65-F5344CB8AC3E}">
        <p14:creationId xmlns:p14="http://schemas.microsoft.com/office/powerpoint/2010/main" val="3653000034"/>
      </p:ext>
    </p:extLst>
  </p:cSld>
  <p:clrMapOvr>
    <a:masterClrMapping/>
  </p:clrMapOvr>
  <mc:AlternateContent xmlns:mc="http://schemas.openxmlformats.org/markup-compatibility/2006">
    <mc:Choice xmlns:p14="http://schemas.microsoft.com/office/powerpoint/2010/main" Requires="p14">
      <p:transition spd="slow" p14:dur="2000" advTm="10771"/>
    </mc:Choice>
    <mc:Fallback>
      <p:transition spd="slow" advTm="107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1F74F7-9D49-4992-BACE-8CEBFA6ED336}"/>
              </a:ext>
            </a:extLst>
          </p:cNvPr>
          <p:cNvSpPr txBox="1"/>
          <p:nvPr/>
        </p:nvSpPr>
        <p:spPr>
          <a:xfrm>
            <a:off x="838198" y="1316183"/>
            <a:ext cx="4783697" cy="790438"/>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US" sz="4000" b="1" i="0" kern="1200" dirty="0">
                <a:solidFill>
                  <a:schemeClr val="tx1"/>
                </a:solidFill>
                <a:effectLst/>
                <a:latin typeface="+mj-lt"/>
                <a:ea typeface="+mj-ea"/>
                <a:cs typeface="+mj-cs"/>
              </a:rPr>
              <a:t>Fully automated.</a:t>
            </a:r>
          </a:p>
        </p:txBody>
      </p:sp>
      <p:sp>
        <p:nvSpPr>
          <p:cNvPr id="10" name="TextBox 9">
            <a:extLst>
              <a:ext uri="{FF2B5EF4-FFF2-40B4-BE49-F238E27FC236}">
                <a16:creationId xmlns:a16="http://schemas.microsoft.com/office/drawing/2014/main" id="{676768B3-1D46-4364-AF13-0800E394B902}"/>
              </a:ext>
            </a:extLst>
          </p:cNvPr>
          <p:cNvSpPr txBox="1"/>
          <p:nvPr/>
        </p:nvSpPr>
        <p:spPr>
          <a:xfrm>
            <a:off x="838197" y="2550773"/>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GB" sz="2000" b="0" i="0" dirty="0">
                <a:effectLst/>
              </a:rPr>
              <a:t>Using a combination of computer vision and secure wireless communication with the vehicle, the Ample station can identify the exact location of each battery module to be swapped. Once discharged battery modules are removed from the car, they are placed on shelves so that they can be charged and ready for the next vehicle.</a:t>
            </a:r>
          </a:p>
          <a:p>
            <a:pPr indent="-228600" fontAlgn="base">
              <a:lnSpc>
                <a:spcPct val="90000"/>
              </a:lnSpc>
              <a:spcAft>
                <a:spcPts val="600"/>
              </a:spcAft>
              <a:buFont typeface="Arial" panose="020B0604020202020204" pitchFamily="34" charset="0"/>
              <a:buChar char="•"/>
            </a:pPr>
            <a:endParaRPr lang="en-GB" sz="2000" b="0" i="0" dirty="0">
              <a:effectLst/>
            </a:endParaRPr>
          </a:p>
        </p:txBody>
      </p:sp>
      <p:pic>
        <p:nvPicPr>
          <p:cNvPr id="6" name="Picture 5">
            <a:extLst>
              <a:ext uri="{FF2B5EF4-FFF2-40B4-BE49-F238E27FC236}">
                <a16:creationId xmlns:a16="http://schemas.microsoft.com/office/drawing/2014/main" id="{DE3DA755-717F-48A1-83D5-7C1FAB9B7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0107" y="635178"/>
            <a:ext cx="5180212" cy="5141359"/>
          </a:xfrm>
          <a:prstGeom prst="rect">
            <a:avLst/>
          </a:prstGeom>
        </p:spPr>
      </p:pic>
    </p:spTree>
    <p:custDataLst>
      <p:tags r:id="rId1"/>
    </p:custDataLst>
    <p:extLst>
      <p:ext uri="{BB962C8B-B14F-4D97-AF65-F5344CB8AC3E}">
        <p14:creationId xmlns:p14="http://schemas.microsoft.com/office/powerpoint/2010/main" val="4277496135"/>
      </p:ext>
    </p:extLst>
  </p:cSld>
  <p:clrMapOvr>
    <a:masterClrMapping/>
  </p:clrMapOvr>
  <mc:AlternateContent xmlns:mc="http://schemas.openxmlformats.org/markup-compatibility/2006">
    <mc:Choice xmlns:p14="http://schemas.microsoft.com/office/powerpoint/2010/main" Requires="p14">
      <p:transition spd="slow" p14:dur="2000" advTm="18608"/>
    </mc:Choice>
    <mc:Fallback>
      <p:transition spd="slow" advTm="186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1F74F7-9D49-4992-BACE-8CEBFA6ED336}"/>
              </a:ext>
            </a:extLst>
          </p:cNvPr>
          <p:cNvSpPr txBox="1"/>
          <p:nvPr/>
        </p:nvSpPr>
        <p:spPr>
          <a:xfrm>
            <a:off x="6245673" y="1108364"/>
            <a:ext cx="5115054" cy="1340138"/>
          </a:xfrm>
          <a:prstGeom prst="rect">
            <a:avLst/>
          </a:prstGeom>
        </p:spPr>
        <p:txBody>
          <a:bodyPr vert="horz" lIns="91440" tIns="45720" rIns="91440" bIns="45720" rtlCol="0" anchor="b">
            <a:normAutofit/>
          </a:bodyPr>
          <a:lstStyle/>
          <a:p>
            <a:pPr fontAlgn="base">
              <a:lnSpc>
                <a:spcPct val="90000"/>
              </a:lnSpc>
              <a:spcBef>
                <a:spcPct val="0"/>
              </a:spcBef>
              <a:spcAft>
                <a:spcPts val="600"/>
              </a:spcAft>
            </a:pPr>
            <a:r>
              <a:rPr lang="en-GB" sz="4000" b="1" i="0" kern="1200" dirty="0">
                <a:solidFill>
                  <a:schemeClr val="tx1"/>
                </a:solidFill>
                <a:effectLst/>
                <a:latin typeface="+mj-lt"/>
                <a:ea typeface="+mj-ea"/>
                <a:cs typeface="+mj-cs"/>
              </a:rPr>
              <a:t>A whole city deployed in weeks.</a:t>
            </a:r>
            <a:endParaRPr lang="en-US" sz="4000" b="1" i="0" kern="1200" dirty="0">
              <a:solidFill>
                <a:schemeClr val="tx1"/>
              </a:solidFill>
              <a:effectLst/>
              <a:latin typeface="+mj-lt"/>
              <a:ea typeface="+mj-ea"/>
              <a:cs typeface="+mj-cs"/>
            </a:endParaRPr>
          </a:p>
        </p:txBody>
      </p:sp>
      <p:sp>
        <p:nvSpPr>
          <p:cNvPr id="10" name="TextBox 9">
            <a:extLst>
              <a:ext uri="{FF2B5EF4-FFF2-40B4-BE49-F238E27FC236}">
                <a16:creationId xmlns:a16="http://schemas.microsoft.com/office/drawing/2014/main" id="{676768B3-1D46-4364-AF13-0800E394B902}"/>
              </a:ext>
            </a:extLst>
          </p:cNvPr>
          <p:cNvSpPr txBox="1"/>
          <p:nvPr/>
        </p:nvSpPr>
        <p:spPr>
          <a:xfrm>
            <a:off x="6245673" y="2918725"/>
            <a:ext cx="4783697" cy="3433583"/>
          </a:xfrm>
          <a:prstGeom prst="rect">
            <a:avLst/>
          </a:prstGeom>
        </p:spPr>
        <p:txBody>
          <a:bodyPr vert="horz" lIns="91440" tIns="45720" rIns="91440" bIns="45720" rtlCol="0">
            <a:normAutofit/>
          </a:bodyPr>
          <a:lstStyle/>
          <a:p>
            <a:pPr indent="-228600" fontAlgn="base">
              <a:lnSpc>
                <a:spcPct val="90000"/>
              </a:lnSpc>
              <a:spcAft>
                <a:spcPts val="600"/>
              </a:spcAft>
              <a:buFont typeface="Arial" panose="020B0604020202020204" pitchFamily="34" charset="0"/>
              <a:buChar char="•"/>
            </a:pPr>
            <a:r>
              <a:rPr lang="en-GB" sz="2000" b="0" i="0" dirty="0">
                <a:effectLst/>
              </a:rPr>
              <a:t>Ample stations require no construction. With a small footprint equivalent to two parking spots, they can be located at gas stations, grocery stores, or the side of the road. With fast installation, a whole city can be ready for EVs in weeks when it used to take months or even years.</a:t>
            </a:r>
            <a:endParaRPr lang="en-US" sz="2000" b="1" i="0" dirty="0">
              <a:effectLst/>
            </a:endParaRPr>
          </a:p>
        </p:txBody>
      </p:sp>
      <p:pic>
        <p:nvPicPr>
          <p:cNvPr id="7" name="Picture 6" descr="A model of a house&#10;&#10;Description automatically generated with medium confidence">
            <a:extLst>
              <a:ext uri="{FF2B5EF4-FFF2-40B4-BE49-F238E27FC236}">
                <a16:creationId xmlns:a16="http://schemas.microsoft.com/office/drawing/2014/main" id="{6D52BCAB-A705-419D-BD25-CE315C1B4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473" y="927260"/>
            <a:ext cx="5006212" cy="4643261"/>
          </a:xfrm>
          <a:prstGeom prst="rect">
            <a:avLst/>
          </a:prstGeom>
        </p:spPr>
      </p:pic>
    </p:spTree>
    <p:custDataLst>
      <p:tags r:id="rId1"/>
    </p:custDataLst>
    <p:extLst>
      <p:ext uri="{BB962C8B-B14F-4D97-AF65-F5344CB8AC3E}">
        <p14:creationId xmlns:p14="http://schemas.microsoft.com/office/powerpoint/2010/main" val="880987142"/>
      </p:ext>
    </p:extLst>
  </p:cSld>
  <p:clrMapOvr>
    <a:masterClrMapping/>
  </p:clrMapOvr>
  <mc:AlternateContent xmlns:mc="http://schemas.openxmlformats.org/markup-compatibility/2006">
    <mc:Choice xmlns:p14="http://schemas.microsoft.com/office/powerpoint/2010/main" Requires="p14">
      <p:transition spd="slow" p14:dur="2000" advTm="40742"/>
    </mc:Choice>
    <mc:Fallback>
      <p:transition spd="slow" advTm="407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92">
            <a:extLst>
              <a:ext uri="{FF2B5EF4-FFF2-40B4-BE49-F238E27FC236}">
                <a16:creationId xmlns:a16="http://schemas.microsoft.com/office/drawing/2014/main" id="{A0432B65-A4E8-4F8D-891F-5C46349EFE6F}"/>
              </a:ext>
            </a:extLst>
          </p:cNvPr>
          <p:cNvGrpSpPr/>
          <p:nvPr/>
        </p:nvGrpSpPr>
        <p:grpSpPr>
          <a:xfrm>
            <a:off x="3459701" y="1589055"/>
            <a:ext cx="3157774" cy="3341047"/>
            <a:chOff x="7660892" y="3400808"/>
            <a:chExt cx="299886" cy="317291"/>
          </a:xfrm>
          <a:solidFill>
            <a:schemeClr val="accent3">
              <a:alpha val="10000"/>
            </a:schemeClr>
          </a:solidFill>
        </p:grpSpPr>
        <p:sp>
          <p:nvSpPr>
            <p:cNvPr id="90" name="Freeform: Shape 89">
              <a:extLst>
                <a:ext uri="{FF2B5EF4-FFF2-40B4-BE49-F238E27FC236}">
                  <a16:creationId xmlns:a16="http://schemas.microsoft.com/office/drawing/2014/main" id="{484F0E11-FA60-4F13-BD26-0C0EFC8D942C}"/>
                </a:ext>
              </a:extLst>
            </p:cNvPr>
            <p:cNvSpPr/>
            <p:nvPr/>
          </p:nvSpPr>
          <p:spPr>
            <a:xfrm>
              <a:off x="7706009" y="3400808"/>
              <a:ext cx="194702" cy="317291"/>
            </a:xfrm>
            <a:custGeom>
              <a:avLst/>
              <a:gdLst>
                <a:gd name="connsiteX0" fmla="*/ 195423 w 194701"/>
                <a:gd name="connsiteY0" fmla="*/ 1442 h 317291"/>
                <a:gd name="connsiteX1" fmla="*/ 153958 w 194701"/>
                <a:gd name="connsiteY1" fmla="*/ 63819 h 317291"/>
                <a:gd name="connsiteX2" fmla="*/ 127638 w 194701"/>
                <a:gd name="connsiteY2" fmla="*/ 103120 h 317291"/>
                <a:gd name="connsiteX3" fmla="*/ 131964 w 194701"/>
                <a:gd name="connsiteY3" fmla="*/ 111773 h 317291"/>
                <a:gd name="connsiteX4" fmla="*/ 183164 w 194701"/>
                <a:gd name="connsiteY4" fmla="*/ 111773 h 317291"/>
                <a:gd name="connsiteX5" fmla="*/ 190375 w 194701"/>
                <a:gd name="connsiteY5" fmla="*/ 113215 h 317291"/>
                <a:gd name="connsiteX6" fmla="*/ 186769 w 194701"/>
                <a:gd name="connsiteY6" fmla="*/ 119345 h 317291"/>
                <a:gd name="connsiteX7" fmla="*/ 116821 w 194701"/>
                <a:gd name="connsiteY7" fmla="*/ 196865 h 317291"/>
                <a:gd name="connsiteX8" fmla="*/ 7211 w 194701"/>
                <a:gd name="connsiteY8" fmla="*/ 315849 h 317291"/>
                <a:gd name="connsiteX9" fmla="*/ 0 w 194701"/>
                <a:gd name="connsiteY9" fmla="*/ 320537 h 317291"/>
                <a:gd name="connsiteX10" fmla="*/ 13340 w 194701"/>
                <a:gd name="connsiteY10" fmla="*/ 293855 h 317291"/>
                <a:gd name="connsiteX11" fmla="*/ 76078 w 194701"/>
                <a:gd name="connsiteY11" fmla="*/ 171986 h 317291"/>
                <a:gd name="connsiteX12" fmla="*/ 69227 w 194701"/>
                <a:gd name="connsiteY12" fmla="*/ 160809 h 317291"/>
                <a:gd name="connsiteX13" fmla="*/ 35695 w 194701"/>
                <a:gd name="connsiteY13" fmla="*/ 160088 h 317291"/>
                <a:gd name="connsiteX14" fmla="*/ 31008 w 194701"/>
                <a:gd name="connsiteY14" fmla="*/ 151074 h 317291"/>
                <a:gd name="connsiteX15" fmla="*/ 106004 w 194701"/>
                <a:gd name="connsiteY15" fmla="*/ 7572 h 317291"/>
                <a:gd name="connsiteX16" fmla="*/ 115018 w 194701"/>
                <a:gd name="connsiteY16" fmla="*/ 721 h 317291"/>
                <a:gd name="connsiteX17" fmla="*/ 187851 w 194701"/>
                <a:gd name="connsiteY17" fmla="*/ 0 h 317291"/>
                <a:gd name="connsiteX18" fmla="*/ 195423 w 194701"/>
                <a:gd name="connsiteY18" fmla="*/ 1442 h 317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4701" h="317291">
                  <a:moveTo>
                    <a:pt x="195423" y="1442"/>
                  </a:moveTo>
                  <a:cubicBezTo>
                    <a:pt x="181361" y="22715"/>
                    <a:pt x="167660" y="43267"/>
                    <a:pt x="153958" y="63819"/>
                  </a:cubicBezTo>
                  <a:cubicBezTo>
                    <a:pt x="145305" y="76799"/>
                    <a:pt x="136652" y="90140"/>
                    <a:pt x="127638" y="103120"/>
                  </a:cubicBezTo>
                  <a:cubicBezTo>
                    <a:pt x="123311" y="109249"/>
                    <a:pt x="124393" y="111773"/>
                    <a:pt x="131964" y="111773"/>
                  </a:cubicBezTo>
                  <a:cubicBezTo>
                    <a:pt x="148911" y="111773"/>
                    <a:pt x="166217" y="111773"/>
                    <a:pt x="183164" y="111773"/>
                  </a:cubicBezTo>
                  <a:cubicBezTo>
                    <a:pt x="185688" y="111773"/>
                    <a:pt x="188933" y="110691"/>
                    <a:pt x="190375" y="113215"/>
                  </a:cubicBezTo>
                  <a:cubicBezTo>
                    <a:pt x="191817" y="116100"/>
                    <a:pt x="188572" y="117542"/>
                    <a:pt x="186769" y="119345"/>
                  </a:cubicBezTo>
                  <a:cubicBezTo>
                    <a:pt x="163333" y="145305"/>
                    <a:pt x="140257" y="171265"/>
                    <a:pt x="116821" y="196865"/>
                  </a:cubicBezTo>
                  <a:cubicBezTo>
                    <a:pt x="80404" y="236526"/>
                    <a:pt x="43988" y="276188"/>
                    <a:pt x="7211" y="315849"/>
                  </a:cubicBezTo>
                  <a:cubicBezTo>
                    <a:pt x="5769" y="317652"/>
                    <a:pt x="4687" y="319815"/>
                    <a:pt x="0" y="320537"/>
                  </a:cubicBezTo>
                  <a:cubicBezTo>
                    <a:pt x="4687" y="310801"/>
                    <a:pt x="9014" y="302509"/>
                    <a:pt x="13340" y="293855"/>
                  </a:cubicBezTo>
                  <a:cubicBezTo>
                    <a:pt x="34253" y="253112"/>
                    <a:pt x="55165" y="212369"/>
                    <a:pt x="76078" y="171986"/>
                  </a:cubicBezTo>
                  <a:cubicBezTo>
                    <a:pt x="81126" y="161891"/>
                    <a:pt x="80404" y="161170"/>
                    <a:pt x="69227" y="160809"/>
                  </a:cubicBezTo>
                  <a:cubicBezTo>
                    <a:pt x="58050" y="160449"/>
                    <a:pt x="46873" y="160449"/>
                    <a:pt x="35695" y="160088"/>
                  </a:cubicBezTo>
                  <a:cubicBezTo>
                    <a:pt x="29926" y="159727"/>
                    <a:pt x="27402" y="157564"/>
                    <a:pt x="31008" y="151074"/>
                  </a:cubicBezTo>
                  <a:cubicBezTo>
                    <a:pt x="56247" y="103480"/>
                    <a:pt x="81126" y="55526"/>
                    <a:pt x="106004" y="7572"/>
                  </a:cubicBezTo>
                  <a:cubicBezTo>
                    <a:pt x="107807" y="3966"/>
                    <a:pt x="110331" y="1082"/>
                    <a:pt x="115018" y="721"/>
                  </a:cubicBezTo>
                  <a:cubicBezTo>
                    <a:pt x="139175" y="361"/>
                    <a:pt x="163693" y="0"/>
                    <a:pt x="187851" y="0"/>
                  </a:cubicBezTo>
                  <a:cubicBezTo>
                    <a:pt x="190375" y="361"/>
                    <a:pt x="192178" y="1082"/>
                    <a:pt x="195423" y="1442"/>
                  </a:cubicBezTo>
                  <a:close/>
                </a:path>
              </a:pathLst>
            </a:custGeom>
            <a:grpFill/>
            <a:ln w="3604"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70C3EB38-F3F4-449F-9E00-5705014883F5}"/>
                </a:ext>
              </a:extLst>
            </p:cNvPr>
            <p:cNvSpPr/>
            <p:nvPr/>
          </p:nvSpPr>
          <p:spPr>
            <a:xfrm>
              <a:off x="7744443" y="3438721"/>
              <a:ext cx="216335" cy="277630"/>
            </a:xfrm>
            <a:custGeom>
              <a:avLst/>
              <a:gdLst>
                <a:gd name="connsiteX0" fmla="*/ 67931 w 216335"/>
                <a:gd name="connsiteY0" fmla="*/ 277937 h 277630"/>
                <a:gd name="connsiteX1" fmla="*/ 4833 w 216335"/>
                <a:gd name="connsiteY1" fmla="*/ 264956 h 277630"/>
                <a:gd name="connsiteX2" fmla="*/ 2670 w 216335"/>
                <a:gd name="connsiteY2" fmla="*/ 255942 h 277630"/>
                <a:gd name="connsiteX3" fmla="*/ 28630 w 216335"/>
                <a:gd name="connsiteY3" fmla="*/ 248371 h 277630"/>
                <a:gd name="connsiteX4" fmla="*/ 191963 w 216335"/>
                <a:gd name="connsiteY4" fmla="*/ 150659 h 277630"/>
                <a:gd name="connsiteX5" fmla="*/ 142206 w 216335"/>
                <a:gd name="connsiteY5" fmla="*/ 24464 h 277630"/>
                <a:gd name="connsiteX6" fmla="*/ 135716 w 216335"/>
                <a:gd name="connsiteY6" fmla="*/ 14729 h 277630"/>
                <a:gd name="connsiteX7" fmla="*/ 145811 w 216335"/>
                <a:gd name="connsiteY7" fmla="*/ 667 h 277630"/>
                <a:gd name="connsiteX8" fmla="*/ 155186 w 216335"/>
                <a:gd name="connsiteY8" fmla="*/ 4273 h 277630"/>
                <a:gd name="connsiteX9" fmla="*/ 216842 w 216335"/>
                <a:gd name="connsiteY9" fmla="*/ 107032 h 277630"/>
                <a:gd name="connsiteX10" fmla="*/ 88843 w 216335"/>
                <a:gd name="connsiteY10" fmla="*/ 276855 h 277630"/>
                <a:gd name="connsiteX11" fmla="*/ 67931 w 216335"/>
                <a:gd name="connsiteY11" fmla="*/ 277937 h 27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335" h="277630">
                  <a:moveTo>
                    <a:pt x="67931" y="277937"/>
                  </a:moveTo>
                  <a:cubicBezTo>
                    <a:pt x="45937" y="278297"/>
                    <a:pt x="24664" y="273970"/>
                    <a:pt x="4833" y="264956"/>
                  </a:cubicBezTo>
                  <a:cubicBezTo>
                    <a:pt x="-575" y="262433"/>
                    <a:pt x="-1657" y="260630"/>
                    <a:pt x="2670" y="255942"/>
                  </a:cubicBezTo>
                  <a:cubicBezTo>
                    <a:pt x="13126" y="244044"/>
                    <a:pt x="13486" y="243683"/>
                    <a:pt x="28630" y="248371"/>
                  </a:cubicBezTo>
                  <a:cubicBezTo>
                    <a:pt x="101823" y="271086"/>
                    <a:pt x="178262" y="226016"/>
                    <a:pt x="191963" y="150659"/>
                  </a:cubicBezTo>
                  <a:cubicBezTo>
                    <a:pt x="200977" y="99460"/>
                    <a:pt x="183670" y="56914"/>
                    <a:pt x="142206" y="24464"/>
                  </a:cubicBezTo>
                  <a:cubicBezTo>
                    <a:pt x="138961" y="21940"/>
                    <a:pt x="133552" y="20137"/>
                    <a:pt x="135716" y="14729"/>
                  </a:cubicBezTo>
                  <a:cubicBezTo>
                    <a:pt x="137879" y="9320"/>
                    <a:pt x="140764" y="3552"/>
                    <a:pt x="145811" y="667"/>
                  </a:cubicBezTo>
                  <a:cubicBezTo>
                    <a:pt x="149417" y="-1496"/>
                    <a:pt x="152662" y="2109"/>
                    <a:pt x="155186" y="4273"/>
                  </a:cubicBezTo>
                  <a:cubicBezTo>
                    <a:pt x="189800" y="30233"/>
                    <a:pt x="210712" y="64125"/>
                    <a:pt x="216842" y="107032"/>
                  </a:cubicBezTo>
                  <a:cubicBezTo>
                    <a:pt x="228019" y="187797"/>
                    <a:pt x="172493" y="263514"/>
                    <a:pt x="88843" y="276855"/>
                  </a:cubicBezTo>
                  <a:cubicBezTo>
                    <a:pt x="81993" y="277576"/>
                    <a:pt x="74781" y="277576"/>
                    <a:pt x="67931" y="277937"/>
                  </a:cubicBezTo>
                  <a:close/>
                </a:path>
              </a:pathLst>
            </a:custGeom>
            <a:grpFill/>
            <a:ln w="3604"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2759CE92-1201-46AC-B9AB-08DA24560930}"/>
                </a:ext>
              </a:extLst>
            </p:cNvPr>
            <p:cNvSpPr/>
            <p:nvPr/>
          </p:nvSpPr>
          <p:spPr>
            <a:xfrm>
              <a:off x="7660892" y="3415434"/>
              <a:ext cx="133407" cy="263208"/>
            </a:xfrm>
            <a:custGeom>
              <a:avLst/>
              <a:gdLst>
                <a:gd name="connsiteX0" fmla="*/ 46 w 133406"/>
                <a:gd name="connsiteY0" fmla="*/ 150150 h 263207"/>
                <a:gd name="connsiteX1" fmla="*/ 123357 w 133406"/>
                <a:gd name="connsiteY1" fmla="*/ 1239 h 263207"/>
                <a:gd name="connsiteX2" fmla="*/ 134174 w 133406"/>
                <a:gd name="connsiteY2" fmla="*/ 2321 h 263207"/>
                <a:gd name="connsiteX3" fmla="*/ 131290 w 133406"/>
                <a:gd name="connsiteY3" fmla="*/ 12056 h 263207"/>
                <a:gd name="connsiteX4" fmla="*/ 113262 w 133406"/>
                <a:gd name="connsiteY4" fmla="*/ 28281 h 263207"/>
                <a:gd name="connsiteX5" fmla="*/ 58457 w 133406"/>
                <a:gd name="connsiteY5" fmla="*/ 238126 h 263207"/>
                <a:gd name="connsiteX6" fmla="*/ 56294 w 133406"/>
                <a:gd name="connsiteY6" fmla="*/ 263726 h 263207"/>
                <a:gd name="connsiteX7" fmla="*/ 47640 w 133406"/>
                <a:gd name="connsiteY7" fmla="*/ 260481 h 263207"/>
                <a:gd name="connsiteX8" fmla="*/ 46 w 133406"/>
                <a:gd name="connsiteY8" fmla="*/ 150150 h 263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06" h="263207">
                  <a:moveTo>
                    <a:pt x="46" y="150150"/>
                  </a:moveTo>
                  <a:cubicBezTo>
                    <a:pt x="-1756" y="81644"/>
                    <a:pt x="49082" y="15301"/>
                    <a:pt x="123357" y="1239"/>
                  </a:cubicBezTo>
                  <a:cubicBezTo>
                    <a:pt x="126963" y="518"/>
                    <a:pt x="131650" y="-1645"/>
                    <a:pt x="134174" y="2321"/>
                  </a:cubicBezTo>
                  <a:cubicBezTo>
                    <a:pt x="136338" y="5566"/>
                    <a:pt x="132732" y="8811"/>
                    <a:pt x="131290" y="12056"/>
                  </a:cubicBezTo>
                  <a:cubicBezTo>
                    <a:pt x="128045" y="20709"/>
                    <a:pt x="122276" y="25036"/>
                    <a:pt x="113262" y="28281"/>
                  </a:cubicBezTo>
                  <a:cubicBezTo>
                    <a:pt x="19877" y="59289"/>
                    <a:pt x="-5362" y="169980"/>
                    <a:pt x="58457" y="238126"/>
                  </a:cubicBezTo>
                  <a:cubicBezTo>
                    <a:pt x="64947" y="244977"/>
                    <a:pt x="63865" y="257957"/>
                    <a:pt x="56294" y="263726"/>
                  </a:cubicBezTo>
                  <a:cubicBezTo>
                    <a:pt x="51606" y="267331"/>
                    <a:pt x="49804" y="262644"/>
                    <a:pt x="47640" y="260481"/>
                  </a:cubicBezTo>
                  <a:cubicBezTo>
                    <a:pt x="15911" y="230915"/>
                    <a:pt x="46" y="193777"/>
                    <a:pt x="46" y="150150"/>
                  </a:cubicBezTo>
                  <a:close/>
                </a:path>
              </a:pathLst>
            </a:custGeom>
            <a:grpFill/>
            <a:ln w="3604" cap="flat">
              <a:noFill/>
              <a:prstDash val="solid"/>
              <a:miter/>
            </a:ln>
          </p:spPr>
          <p:txBody>
            <a:bodyPr rtlCol="0" anchor="ctr"/>
            <a:lstStyle/>
            <a:p>
              <a:endParaRPr lang="en-US"/>
            </a:p>
          </p:txBody>
        </p:sp>
      </p:grpSp>
      <p:grpSp>
        <p:nvGrpSpPr>
          <p:cNvPr id="67" name="Group 66">
            <a:extLst>
              <a:ext uri="{FF2B5EF4-FFF2-40B4-BE49-F238E27FC236}">
                <a16:creationId xmlns:a16="http://schemas.microsoft.com/office/drawing/2014/main" id="{9A32DF0B-C684-46CA-A5C0-90B41E591F8E}"/>
              </a:ext>
            </a:extLst>
          </p:cNvPr>
          <p:cNvGrpSpPr/>
          <p:nvPr/>
        </p:nvGrpSpPr>
        <p:grpSpPr>
          <a:xfrm flipH="1">
            <a:off x="5014607" y="2180421"/>
            <a:ext cx="6039065" cy="3936844"/>
            <a:chOff x="4390891" y="2875044"/>
            <a:chExt cx="5072854" cy="3306975"/>
          </a:xfrm>
        </p:grpSpPr>
        <p:sp>
          <p:nvSpPr>
            <p:cNvPr id="38" name="Block Arc 37">
              <a:extLst>
                <a:ext uri="{FF2B5EF4-FFF2-40B4-BE49-F238E27FC236}">
                  <a16:creationId xmlns:a16="http://schemas.microsoft.com/office/drawing/2014/main" id="{FAB3C77B-55F5-4B8D-96C4-61BB05AF63A1}"/>
                </a:ext>
              </a:extLst>
            </p:cNvPr>
            <p:cNvSpPr/>
            <p:nvPr/>
          </p:nvSpPr>
          <p:spPr>
            <a:xfrm rot="371117">
              <a:off x="4390891" y="2875044"/>
              <a:ext cx="1919886" cy="1014479"/>
            </a:xfrm>
            <a:custGeom>
              <a:avLst/>
              <a:gdLst>
                <a:gd name="connsiteX0" fmla="*/ 1776926 w 4779331"/>
                <a:gd name="connsiteY0" fmla="*/ 79892 h 4779331"/>
                <a:gd name="connsiteX1" fmla="*/ 3915605 w 4779331"/>
                <a:gd name="connsiteY1" fmla="*/ 550640 h 4779331"/>
                <a:gd name="connsiteX2" fmla="*/ 3865401 w 4779331"/>
                <a:gd name="connsiteY2" fmla="*/ 611145 h 4779331"/>
                <a:gd name="connsiteX3" fmla="*/ 1797085 w 4779331"/>
                <a:gd name="connsiteY3" fmla="*/ 155884 h 4779331"/>
                <a:gd name="connsiteX4" fmla="*/ 1776926 w 4779331"/>
                <a:gd name="connsiteY4" fmla="*/ 79892 h 4779331"/>
                <a:gd name="connsiteX0" fmla="*/ 0 w 2138679"/>
                <a:gd name="connsiteY0" fmla="*/ 79920 h 611173"/>
                <a:gd name="connsiteX1" fmla="*/ 2138679 w 2138679"/>
                <a:gd name="connsiteY1" fmla="*/ 550668 h 611173"/>
                <a:gd name="connsiteX2" fmla="*/ 2062837 w 2138679"/>
                <a:gd name="connsiteY2" fmla="*/ 611173 h 611173"/>
                <a:gd name="connsiteX3" fmla="*/ 20159 w 2138679"/>
                <a:gd name="connsiteY3" fmla="*/ 155912 h 611173"/>
                <a:gd name="connsiteX4" fmla="*/ 0 w 2138679"/>
                <a:gd name="connsiteY4" fmla="*/ 79920 h 611173"/>
                <a:gd name="connsiteX0" fmla="*/ 0 w 2287402"/>
                <a:gd name="connsiteY0" fmla="*/ 79920 h 639087"/>
                <a:gd name="connsiteX1" fmla="*/ 2138679 w 2287402"/>
                <a:gd name="connsiteY1" fmla="*/ 550668 h 639087"/>
                <a:gd name="connsiteX2" fmla="*/ 2100144 w 2287402"/>
                <a:gd name="connsiteY2" fmla="*/ 585238 h 639087"/>
                <a:gd name="connsiteX3" fmla="*/ 2062837 w 2287402"/>
                <a:gd name="connsiteY3" fmla="*/ 611173 h 639087"/>
                <a:gd name="connsiteX4" fmla="*/ 20159 w 2287402"/>
                <a:gd name="connsiteY4" fmla="*/ 155912 h 639087"/>
                <a:gd name="connsiteX5" fmla="*/ 0 w 2287402"/>
                <a:gd name="connsiteY5" fmla="*/ 79920 h 639087"/>
                <a:gd name="connsiteX0" fmla="*/ 0 w 2467780"/>
                <a:gd name="connsiteY0" fmla="*/ 79920 h 893007"/>
                <a:gd name="connsiteX1" fmla="*/ 2138679 w 2467780"/>
                <a:gd name="connsiteY1" fmla="*/ 550668 h 893007"/>
                <a:gd name="connsiteX2" fmla="*/ 2463024 w 2467780"/>
                <a:gd name="connsiteY2" fmla="*/ 892672 h 893007"/>
                <a:gd name="connsiteX3" fmla="*/ 2062837 w 2467780"/>
                <a:gd name="connsiteY3" fmla="*/ 611173 h 893007"/>
                <a:gd name="connsiteX4" fmla="*/ 20159 w 2467780"/>
                <a:gd name="connsiteY4" fmla="*/ 155912 h 893007"/>
                <a:gd name="connsiteX5" fmla="*/ 0 w 2467780"/>
                <a:gd name="connsiteY5" fmla="*/ 79920 h 893007"/>
                <a:gd name="connsiteX0" fmla="*/ 0 w 2480028"/>
                <a:gd name="connsiteY0" fmla="*/ 79920 h 902123"/>
                <a:gd name="connsiteX1" fmla="*/ 2138679 w 2480028"/>
                <a:gd name="connsiteY1" fmla="*/ 550668 h 902123"/>
                <a:gd name="connsiteX2" fmla="*/ 2463024 w 2480028"/>
                <a:gd name="connsiteY2" fmla="*/ 892672 h 902123"/>
                <a:gd name="connsiteX3" fmla="*/ 2395434 w 2480028"/>
                <a:gd name="connsiteY3" fmla="*/ 789605 h 902123"/>
                <a:gd name="connsiteX4" fmla="*/ 2062837 w 2480028"/>
                <a:gd name="connsiteY4" fmla="*/ 611173 h 902123"/>
                <a:gd name="connsiteX5" fmla="*/ 20159 w 2480028"/>
                <a:gd name="connsiteY5" fmla="*/ 155912 h 902123"/>
                <a:gd name="connsiteX6" fmla="*/ 0 w 2480028"/>
                <a:gd name="connsiteY6" fmla="*/ 79920 h 902123"/>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83748"/>
                <a:gd name="connsiteY0" fmla="*/ 79920 h 969464"/>
                <a:gd name="connsiteX1" fmla="*/ 2138679 w 2483748"/>
                <a:gd name="connsiteY1" fmla="*/ 550668 h 969464"/>
                <a:gd name="connsiteX2" fmla="*/ 2463024 w 2483748"/>
                <a:gd name="connsiteY2" fmla="*/ 892672 h 969464"/>
                <a:gd name="connsiteX3" fmla="*/ 2412431 w 2483748"/>
                <a:gd name="connsiteY3" fmla="*/ 953561 h 969464"/>
                <a:gd name="connsiteX4" fmla="*/ 2062837 w 2483748"/>
                <a:gd name="connsiteY4" fmla="*/ 611173 h 969464"/>
                <a:gd name="connsiteX5" fmla="*/ 20159 w 2483748"/>
                <a:gd name="connsiteY5" fmla="*/ 155912 h 969464"/>
                <a:gd name="connsiteX6" fmla="*/ 0 w 2483748"/>
                <a:gd name="connsiteY6" fmla="*/ 79920 h 969464"/>
                <a:gd name="connsiteX0" fmla="*/ 0 w 2438325"/>
                <a:gd name="connsiteY0" fmla="*/ 79920 h 962729"/>
                <a:gd name="connsiteX1" fmla="*/ 2138679 w 2438325"/>
                <a:gd name="connsiteY1" fmla="*/ 550668 h 962729"/>
                <a:gd name="connsiteX2" fmla="*/ 2358079 w 2438325"/>
                <a:gd name="connsiteY2" fmla="*/ 814224 h 962729"/>
                <a:gd name="connsiteX3" fmla="*/ 2412431 w 2438325"/>
                <a:gd name="connsiteY3" fmla="*/ 953561 h 962729"/>
                <a:gd name="connsiteX4" fmla="*/ 2062837 w 2438325"/>
                <a:gd name="connsiteY4" fmla="*/ 611173 h 962729"/>
                <a:gd name="connsiteX5" fmla="*/ 20159 w 2438325"/>
                <a:gd name="connsiteY5" fmla="*/ 155912 h 962729"/>
                <a:gd name="connsiteX6" fmla="*/ 0 w 2438325"/>
                <a:gd name="connsiteY6" fmla="*/ 79920 h 962729"/>
                <a:gd name="connsiteX0" fmla="*/ 0 w 2462564"/>
                <a:gd name="connsiteY0" fmla="*/ 79920 h 967083"/>
                <a:gd name="connsiteX1" fmla="*/ 2138679 w 2462564"/>
                <a:gd name="connsiteY1" fmla="*/ 550668 h 967083"/>
                <a:gd name="connsiteX2" fmla="*/ 2430335 w 2462564"/>
                <a:gd name="connsiteY2" fmla="*/ 873569 h 967083"/>
                <a:gd name="connsiteX3" fmla="*/ 2412431 w 2462564"/>
                <a:gd name="connsiteY3" fmla="*/ 953561 h 967083"/>
                <a:gd name="connsiteX4" fmla="*/ 2062837 w 2462564"/>
                <a:gd name="connsiteY4" fmla="*/ 611173 h 967083"/>
                <a:gd name="connsiteX5" fmla="*/ 20159 w 2462564"/>
                <a:gd name="connsiteY5" fmla="*/ 155912 h 967083"/>
                <a:gd name="connsiteX6" fmla="*/ 0 w 2462564"/>
                <a:gd name="connsiteY6" fmla="*/ 79920 h 967083"/>
                <a:gd name="connsiteX0" fmla="*/ 0 w 2462564"/>
                <a:gd name="connsiteY0" fmla="*/ 79920 h 967083"/>
                <a:gd name="connsiteX1" fmla="*/ 2138679 w 2462564"/>
                <a:gd name="connsiteY1" fmla="*/ 550668 h 967083"/>
                <a:gd name="connsiteX2" fmla="*/ 2430335 w 2462564"/>
                <a:gd name="connsiteY2" fmla="*/ 873569 h 967083"/>
                <a:gd name="connsiteX3" fmla="*/ 2412431 w 2462564"/>
                <a:gd name="connsiteY3" fmla="*/ 953561 h 967083"/>
                <a:gd name="connsiteX4" fmla="*/ 2062837 w 2462564"/>
                <a:gd name="connsiteY4" fmla="*/ 611173 h 967083"/>
                <a:gd name="connsiteX5" fmla="*/ 20159 w 2462564"/>
                <a:gd name="connsiteY5" fmla="*/ 155912 h 967083"/>
                <a:gd name="connsiteX6" fmla="*/ 0 w 2462564"/>
                <a:gd name="connsiteY6" fmla="*/ 79920 h 967083"/>
                <a:gd name="connsiteX0" fmla="*/ 0 w 2477565"/>
                <a:gd name="connsiteY0" fmla="*/ 79920 h 968447"/>
                <a:gd name="connsiteX1" fmla="*/ 2138679 w 2477565"/>
                <a:gd name="connsiteY1" fmla="*/ 550668 h 968447"/>
                <a:gd name="connsiteX2" fmla="*/ 2454451 w 2477565"/>
                <a:gd name="connsiteY2" fmla="*/ 885219 h 968447"/>
                <a:gd name="connsiteX3" fmla="*/ 2412431 w 2477565"/>
                <a:gd name="connsiteY3" fmla="*/ 953561 h 968447"/>
                <a:gd name="connsiteX4" fmla="*/ 2062837 w 2477565"/>
                <a:gd name="connsiteY4" fmla="*/ 611173 h 968447"/>
                <a:gd name="connsiteX5" fmla="*/ 20159 w 2477565"/>
                <a:gd name="connsiteY5" fmla="*/ 155912 h 968447"/>
                <a:gd name="connsiteX6" fmla="*/ 0 w 2477565"/>
                <a:gd name="connsiteY6" fmla="*/ 79920 h 968447"/>
                <a:gd name="connsiteX0" fmla="*/ 0 w 2486217"/>
                <a:gd name="connsiteY0" fmla="*/ 79920 h 969044"/>
                <a:gd name="connsiteX1" fmla="*/ 2138679 w 2486217"/>
                <a:gd name="connsiteY1" fmla="*/ 550668 h 969044"/>
                <a:gd name="connsiteX2" fmla="*/ 2466309 w 2486217"/>
                <a:gd name="connsiteY2" fmla="*/ 889705 h 969044"/>
                <a:gd name="connsiteX3" fmla="*/ 2412431 w 2486217"/>
                <a:gd name="connsiteY3" fmla="*/ 953561 h 969044"/>
                <a:gd name="connsiteX4" fmla="*/ 2062837 w 2486217"/>
                <a:gd name="connsiteY4" fmla="*/ 611173 h 969044"/>
                <a:gd name="connsiteX5" fmla="*/ 20159 w 2486217"/>
                <a:gd name="connsiteY5" fmla="*/ 155912 h 969044"/>
                <a:gd name="connsiteX6" fmla="*/ 0 w 2486217"/>
                <a:gd name="connsiteY6" fmla="*/ 79920 h 969044"/>
                <a:gd name="connsiteX0" fmla="*/ 0 w 2466309"/>
                <a:gd name="connsiteY0" fmla="*/ 79920 h 967430"/>
                <a:gd name="connsiteX1" fmla="*/ 2138679 w 2466309"/>
                <a:gd name="connsiteY1" fmla="*/ 550668 h 967430"/>
                <a:gd name="connsiteX2" fmla="*/ 2466309 w 2466309"/>
                <a:gd name="connsiteY2" fmla="*/ 889705 h 967430"/>
                <a:gd name="connsiteX3" fmla="*/ 2412431 w 2466309"/>
                <a:gd name="connsiteY3" fmla="*/ 953561 h 967430"/>
                <a:gd name="connsiteX4" fmla="*/ 2062837 w 2466309"/>
                <a:gd name="connsiteY4" fmla="*/ 611173 h 967430"/>
                <a:gd name="connsiteX5" fmla="*/ 20159 w 2466309"/>
                <a:gd name="connsiteY5" fmla="*/ 155912 h 967430"/>
                <a:gd name="connsiteX6" fmla="*/ 0 w 2466309"/>
                <a:gd name="connsiteY6" fmla="*/ 79920 h 967430"/>
                <a:gd name="connsiteX0" fmla="*/ 0 w 2466309"/>
                <a:gd name="connsiteY0" fmla="*/ 79920 h 953561"/>
                <a:gd name="connsiteX1" fmla="*/ 2138679 w 2466309"/>
                <a:gd name="connsiteY1" fmla="*/ 550668 h 953561"/>
                <a:gd name="connsiteX2" fmla="*/ 2466309 w 2466309"/>
                <a:gd name="connsiteY2" fmla="*/ 889705 h 953561"/>
                <a:gd name="connsiteX3" fmla="*/ 2412431 w 2466309"/>
                <a:gd name="connsiteY3" fmla="*/ 953561 h 953561"/>
                <a:gd name="connsiteX4" fmla="*/ 2062837 w 2466309"/>
                <a:gd name="connsiteY4" fmla="*/ 611173 h 953561"/>
                <a:gd name="connsiteX5" fmla="*/ 20159 w 2466309"/>
                <a:gd name="connsiteY5" fmla="*/ 155912 h 953561"/>
                <a:gd name="connsiteX6" fmla="*/ 0 w 2466309"/>
                <a:gd name="connsiteY6" fmla="*/ 79920 h 953561"/>
                <a:gd name="connsiteX0" fmla="*/ 0 w 2483853"/>
                <a:gd name="connsiteY0" fmla="*/ 79920 h 953561"/>
                <a:gd name="connsiteX1" fmla="*/ 2138679 w 2483853"/>
                <a:gd name="connsiteY1" fmla="*/ 550668 h 953561"/>
                <a:gd name="connsiteX2" fmla="*/ 2483852 w 2483853"/>
                <a:gd name="connsiteY2" fmla="*/ 907292 h 953561"/>
                <a:gd name="connsiteX3" fmla="*/ 2412431 w 2483853"/>
                <a:gd name="connsiteY3" fmla="*/ 953561 h 953561"/>
                <a:gd name="connsiteX4" fmla="*/ 2062837 w 2483853"/>
                <a:gd name="connsiteY4" fmla="*/ 611173 h 953561"/>
                <a:gd name="connsiteX5" fmla="*/ 20159 w 2483853"/>
                <a:gd name="connsiteY5" fmla="*/ 155912 h 953561"/>
                <a:gd name="connsiteX6" fmla="*/ 0 w 2483853"/>
                <a:gd name="connsiteY6" fmla="*/ 79920 h 953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3853" h="953561">
                  <a:moveTo>
                    <a:pt x="0" y="79920"/>
                  </a:moveTo>
                  <a:cubicBezTo>
                    <a:pt x="747072" y="-118264"/>
                    <a:pt x="1543865" y="57119"/>
                    <a:pt x="2138679" y="550668"/>
                  </a:cubicBezTo>
                  <a:cubicBezTo>
                    <a:pt x="2321346" y="713099"/>
                    <a:pt x="2403896" y="801529"/>
                    <a:pt x="2483852" y="907292"/>
                  </a:cubicBezTo>
                  <a:cubicBezTo>
                    <a:pt x="2464866" y="933012"/>
                    <a:pt x="2465455" y="933811"/>
                    <a:pt x="2412431" y="953561"/>
                  </a:cubicBezTo>
                  <a:cubicBezTo>
                    <a:pt x="2345733" y="906644"/>
                    <a:pt x="2386749" y="909426"/>
                    <a:pt x="2062837" y="611173"/>
                  </a:cubicBezTo>
                  <a:cubicBezTo>
                    <a:pt x="1487593" y="133862"/>
                    <a:pt x="742652" y="-35752"/>
                    <a:pt x="20159" y="155912"/>
                  </a:cubicBezTo>
                  <a:lnTo>
                    <a:pt x="0" y="799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Freeform: Shape 22">
              <a:extLst>
                <a:ext uri="{FF2B5EF4-FFF2-40B4-BE49-F238E27FC236}">
                  <a16:creationId xmlns:a16="http://schemas.microsoft.com/office/drawing/2014/main" id="{BC9060B0-F296-42D8-BEC0-649937CA2486}"/>
                </a:ext>
              </a:extLst>
            </p:cNvPr>
            <p:cNvSpPr/>
            <p:nvPr/>
          </p:nvSpPr>
          <p:spPr>
            <a:xfrm>
              <a:off x="6190831" y="3918076"/>
              <a:ext cx="2955074" cy="2263943"/>
            </a:xfrm>
            <a:custGeom>
              <a:avLst/>
              <a:gdLst>
                <a:gd name="connsiteX0" fmla="*/ 576044 w 1844463"/>
                <a:gd name="connsiteY0" fmla="*/ 0 h 1887562"/>
                <a:gd name="connsiteX1" fmla="*/ 664782 w 1844463"/>
                <a:gd name="connsiteY1" fmla="*/ 0 h 1887562"/>
                <a:gd name="connsiteX2" fmla="*/ 664434 w 1844463"/>
                <a:gd name="connsiteY2" fmla="*/ 30808 h 1887562"/>
                <a:gd name="connsiteX3" fmla="*/ 623283 w 1844463"/>
                <a:gd name="connsiteY3" fmla="*/ 282867 h 1887562"/>
                <a:gd name="connsiteX4" fmla="*/ 462236 w 1844463"/>
                <a:gd name="connsiteY4" fmla="*/ 611535 h 1887562"/>
                <a:gd name="connsiteX5" fmla="*/ 282200 w 1844463"/>
                <a:gd name="connsiteY5" fmla="*/ 884328 h 1887562"/>
                <a:gd name="connsiteX6" fmla="*/ 98511 w 1844463"/>
                <a:gd name="connsiteY6" fmla="*/ 1288588 h 1887562"/>
                <a:gd name="connsiteX7" fmla="*/ 112754 w 1844463"/>
                <a:gd name="connsiteY7" fmla="*/ 1598266 h 1887562"/>
                <a:gd name="connsiteX8" fmla="*/ 243490 w 1844463"/>
                <a:gd name="connsiteY8" fmla="*/ 1765885 h 1887562"/>
                <a:gd name="connsiteX9" fmla="*/ 450186 w 1844463"/>
                <a:gd name="connsiteY9" fmla="*/ 1770998 h 1887562"/>
                <a:gd name="connsiteX10" fmla="*/ 584573 w 1844463"/>
                <a:gd name="connsiteY10" fmla="*/ 1652678 h 1887562"/>
                <a:gd name="connsiteX11" fmla="*/ 723709 w 1844463"/>
                <a:gd name="connsiteY11" fmla="*/ 1488710 h 1887562"/>
                <a:gd name="connsiteX12" fmla="*/ 879278 w 1844463"/>
                <a:gd name="connsiteY12" fmla="*/ 1368929 h 1887562"/>
                <a:gd name="connsiteX13" fmla="*/ 1147690 w 1844463"/>
                <a:gd name="connsiteY13" fmla="*/ 1386458 h 1887562"/>
                <a:gd name="connsiteX14" fmla="*/ 1277330 w 1844463"/>
                <a:gd name="connsiteY14" fmla="*/ 1494553 h 1887562"/>
                <a:gd name="connsiteX15" fmla="*/ 1401129 w 1844463"/>
                <a:gd name="connsiteY15" fmla="*/ 1645009 h 1887562"/>
                <a:gd name="connsiteX16" fmla="*/ 1548663 w 1844463"/>
                <a:gd name="connsiteY16" fmla="*/ 1773189 h 1887562"/>
                <a:gd name="connsiteX17" fmla="*/ 1608188 w 1844463"/>
                <a:gd name="connsiteY17" fmla="*/ 1792909 h 1887562"/>
                <a:gd name="connsiteX18" fmla="*/ 1719935 w 1844463"/>
                <a:gd name="connsiteY18" fmla="*/ 1745070 h 1887562"/>
                <a:gd name="connsiteX19" fmla="*/ 1758645 w 1844463"/>
                <a:gd name="connsiteY19" fmla="*/ 1649026 h 1887562"/>
                <a:gd name="connsiteX20" fmla="*/ 1775809 w 1844463"/>
                <a:gd name="connsiteY20" fmla="*/ 1639166 h 1887562"/>
                <a:gd name="connsiteX21" fmla="*/ 1844463 w 1844463"/>
                <a:gd name="connsiteY21" fmla="*/ 1637705 h 1887562"/>
                <a:gd name="connsiteX22" fmla="*/ 1750611 w 1844463"/>
                <a:gd name="connsiteY22" fmla="*/ 1834541 h 1887562"/>
                <a:gd name="connsiteX23" fmla="*/ 1535516 w 1844463"/>
                <a:gd name="connsiteY23" fmla="*/ 1860468 h 1887562"/>
                <a:gd name="connsiteX24" fmla="*/ 1374469 w 1844463"/>
                <a:gd name="connsiteY24" fmla="*/ 1741418 h 1887562"/>
                <a:gd name="connsiteX25" fmla="*/ 1231317 w 1844463"/>
                <a:gd name="connsiteY25" fmla="*/ 1573433 h 1887562"/>
                <a:gd name="connsiteX26" fmla="*/ 1123222 w 1844463"/>
                <a:gd name="connsiteY26" fmla="*/ 1474833 h 1887562"/>
                <a:gd name="connsiteX27" fmla="*/ 864671 w 1844463"/>
                <a:gd name="connsiteY27" fmla="*/ 1486154 h 1887562"/>
                <a:gd name="connsiteX28" fmla="*/ 729187 w 1844463"/>
                <a:gd name="connsiteY28" fmla="*/ 1627845 h 1887562"/>
                <a:gd name="connsiteX29" fmla="*/ 597355 w 1844463"/>
                <a:gd name="connsiteY29" fmla="*/ 1777206 h 1887562"/>
                <a:gd name="connsiteX30" fmla="*/ 375322 w 1844463"/>
                <a:gd name="connsiteY30" fmla="*/ 1885666 h 1887562"/>
                <a:gd name="connsiteX31" fmla="*/ 94130 w 1844463"/>
                <a:gd name="connsiteY31" fmla="*/ 1756391 h 1887562"/>
                <a:gd name="connsiteX32" fmla="*/ 5024 w 1844463"/>
                <a:gd name="connsiteY32" fmla="*/ 1513908 h 1887562"/>
                <a:gd name="connsiteX33" fmla="*/ 57246 w 1844463"/>
                <a:gd name="connsiteY33" fmla="*/ 1155295 h 1887562"/>
                <a:gd name="connsiteX34" fmla="*/ 251889 w 1844463"/>
                <a:gd name="connsiteY34" fmla="*/ 778424 h 1887562"/>
                <a:gd name="connsiteX35" fmla="*/ 437038 w 1844463"/>
                <a:gd name="connsiteY35" fmla="*/ 486276 h 1887562"/>
                <a:gd name="connsiteX36" fmla="*/ 569236 w 1844463"/>
                <a:gd name="connsiteY36" fmla="*/ 168199 h 1887562"/>
                <a:gd name="connsiteX37" fmla="*/ 578320 w 1844463"/>
                <a:gd name="connsiteY37" fmla="*/ 44401 h 1887562"/>
                <a:gd name="connsiteX0" fmla="*/ 576044 w 1844463"/>
                <a:gd name="connsiteY0" fmla="*/ 131003 h 2018565"/>
                <a:gd name="connsiteX1" fmla="*/ 580940 w 1844463"/>
                <a:gd name="connsiteY1" fmla="*/ 0 h 2018565"/>
                <a:gd name="connsiteX2" fmla="*/ 664434 w 1844463"/>
                <a:gd name="connsiteY2" fmla="*/ 161811 h 2018565"/>
                <a:gd name="connsiteX3" fmla="*/ 623283 w 1844463"/>
                <a:gd name="connsiteY3" fmla="*/ 413870 h 2018565"/>
                <a:gd name="connsiteX4" fmla="*/ 462236 w 1844463"/>
                <a:gd name="connsiteY4" fmla="*/ 742538 h 2018565"/>
                <a:gd name="connsiteX5" fmla="*/ 282200 w 1844463"/>
                <a:gd name="connsiteY5" fmla="*/ 1015331 h 2018565"/>
                <a:gd name="connsiteX6" fmla="*/ 98511 w 1844463"/>
                <a:gd name="connsiteY6" fmla="*/ 1419591 h 2018565"/>
                <a:gd name="connsiteX7" fmla="*/ 112754 w 1844463"/>
                <a:gd name="connsiteY7" fmla="*/ 1729269 h 2018565"/>
                <a:gd name="connsiteX8" fmla="*/ 243490 w 1844463"/>
                <a:gd name="connsiteY8" fmla="*/ 1896888 h 2018565"/>
                <a:gd name="connsiteX9" fmla="*/ 450186 w 1844463"/>
                <a:gd name="connsiteY9" fmla="*/ 1902001 h 2018565"/>
                <a:gd name="connsiteX10" fmla="*/ 584573 w 1844463"/>
                <a:gd name="connsiteY10" fmla="*/ 1783681 h 2018565"/>
                <a:gd name="connsiteX11" fmla="*/ 723709 w 1844463"/>
                <a:gd name="connsiteY11" fmla="*/ 1619713 h 2018565"/>
                <a:gd name="connsiteX12" fmla="*/ 879278 w 1844463"/>
                <a:gd name="connsiteY12" fmla="*/ 1499932 h 2018565"/>
                <a:gd name="connsiteX13" fmla="*/ 1147690 w 1844463"/>
                <a:gd name="connsiteY13" fmla="*/ 1517461 h 2018565"/>
                <a:gd name="connsiteX14" fmla="*/ 1277330 w 1844463"/>
                <a:gd name="connsiteY14" fmla="*/ 1625556 h 2018565"/>
                <a:gd name="connsiteX15" fmla="*/ 1401129 w 1844463"/>
                <a:gd name="connsiteY15" fmla="*/ 1776012 h 2018565"/>
                <a:gd name="connsiteX16" fmla="*/ 1548663 w 1844463"/>
                <a:gd name="connsiteY16" fmla="*/ 1904192 h 2018565"/>
                <a:gd name="connsiteX17" fmla="*/ 1608188 w 1844463"/>
                <a:gd name="connsiteY17" fmla="*/ 1923912 h 2018565"/>
                <a:gd name="connsiteX18" fmla="*/ 1719935 w 1844463"/>
                <a:gd name="connsiteY18" fmla="*/ 1876073 h 2018565"/>
                <a:gd name="connsiteX19" fmla="*/ 1758645 w 1844463"/>
                <a:gd name="connsiteY19" fmla="*/ 1780029 h 2018565"/>
                <a:gd name="connsiteX20" fmla="*/ 1775809 w 1844463"/>
                <a:gd name="connsiteY20" fmla="*/ 1770169 h 2018565"/>
                <a:gd name="connsiteX21" fmla="*/ 1844463 w 1844463"/>
                <a:gd name="connsiteY21" fmla="*/ 1768708 h 2018565"/>
                <a:gd name="connsiteX22" fmla="*/ 1750611 w 1844463"/>
                <a:gd name="connsiteY22" fmla="*/ 1965544 h 2018565"/>
                <a:gd name="connsiteX23" fmla="*/ 1535516 w 1844463"/>
                <a:gd name="connsiteY23" fmla="*/ 1991471 h 2018565"/>
                <a:gd name="connsiteX24" fmla="*/ 1374469 w 1844463"/>
                <a:gd name="connsiteY24" fmla="*/ 1872421 h 2018565"/>
                <a:gd name="connsiteX25" fmla="*/ 1231317 w 1844463"/>
                <a:gd name="connsiteY25" fmla="*/ 1704436 h 2018565"/>
                <a:gd name="connsiteX26" fmla="*/ 1123222 w 1844463"/>
                <a:gd name="connsiteY26" fmla="*/ 1605836 h 2018565"/>
                <a:gd name="connsiteX27" fmla="*/ 864671 w 1844463"/>
                <a:gd name="connsiteY27" fmla="*/ 1617157 h 2018565"/>
                <a:gd name="connsiteX28" fmla="*/ 729187 w 1844463"/>
                <a:gd name="connsiteY28" fmla="*/ 1758848 h 2018565"/>
                <a:gd name="connsiteX29" fmla="*/ 597355 w 1844463"/>
                <a:gd name="connsiteY29" fmla="*/ 1908209 h 2018565"/>
                <a:gd name="connsiteX30" fmla="*/ 375322 w 1844463"/>
                <a:gd name="connsiteY30" fmla="*/ 2016669 h 2018565"/>
                <a:gd name="connsiteX31" fmla="*/ 94130 w 1844463"/>
                <a:gd name="connsiteY31" fmla="*/ 1887394 h 2018565"/>
                <a:gd name="connsiteX32" fmla="*/ 5024 w 1844463"/>
                <a:gd name="connsiteY32" fmla="*/ 1644911 h 2018565"/>
                <a:gd name="connsiteX33" fmla="*/ 57246 w 1844463"/>
                <a:gd name="connsiteY33" fmla="*/ 1286298 h 2018565"/>
                <a:gd name="connsiteX34" fmla="*/ 251889 w 1844463"/>
                <a:gd name="connsiteY34" fmla="*/ 909427 h 2018565"/>
                <a:gd name="connsiteX35" fmla="*/ 437038 w 1844463"/>
                <a:gd name="connsiteY35" fmla="*/ 617279 h 2018565"/>
                <a:gd name="connsiteX36" fmla="*/ 569236 w 1844463"/>
                <a:gd name="connsiteY36" fmla="*/ 299202 h 2018565"/>
                <a:gd name="connsiteX37" fmla="*/ 578320 w 1844463"/>
                <a:gd name="connsiteY37" fmla="*/ 175404 h 2018565"/>
                <a:gd name="connsiteX38" fmla="*/ 576044 w 1844463"/>
                <a:gd name="connsiteY38" fmla="*/ 131003 h 2018565"/>
                <a:gd name="connsiteX0" fmla="*/ 576044 w 1844463"/>
                <a:gd name="connsiteY0" fmla="*/ 117902 h 2005464"/>
                <a:gd name="connsiteX1" fmla="*/ 680502 w 1844463"/>
                <a:gd name="connsiteY1" fmla="*/ 0 h 2005464"/>
                <a:gd name="connsiteX2" fmla="*/ 664434 w 1844463"/>
                <a:gd name="connsiteY2" fmla="*/ 148710 h 2005464"/>
                <a:gd name="connsiteX3" fmla="*/ 623283 w 1844463"/>
                <a:gd name="connsiteY3" fmla="*/ 400769 h 2005464"/>
                <a:gd name="connsiteX4" fmla="*/ 462236 w 1844463"/>
                <a:gd name="connsiteY4" fmla="*/ 729437 h 2005464"/>
                <a:gd name="connsiteX5" fmla="*/ 282200 w 1844463"/>
                <a:gd name="connsiteY5" fmla="*/ 1002230 h 2005464"/>
                <a:gd name="connsiteX6" fmla="*/ 98511 w 1844463"/>
                <a:gd name="connsiteY6" fmla="*/ 1406490 h 2005464"/>
                <a:gd name="connsiteX7" fmla="*/ 112754 w 1844463"/>
                <a:gd name="connsiteY7" fmla="*/ 1716168 h 2005464"/>
                <a:gd name="connsiteX8" fmla="*/ 243490 w 1844463"/>
                <a:gd name="connsiteY8" fmla="*/ 1883787 h 2005464"/>
                <a:gd name="connsiteX9" fmla="*/ 450186 w 1844463"/>
                <a:gd name="connsiteY9" fmla="*/ 1888900 h 2005464"/>
                <a:gd name="connsiteX10" fmla="*/ 584573 w 1844463"/>
                <a:gd name="connsiteY10" fmla="*/ 1770580 h 2005464"/>
                <a:gd name="connsiteX11" fmla="*/ 723709 w 1844463"/>
                <a:gd name="connsiteY11" fmla="*/ 1606612 h 2005464"/>
                <a:gd name="connsiteX12" fmla="*/ 879278 w 1844463"/>
                <a:gd name="connsiteY12" fmla="*/ 1486831 h 2005464"/>
                <a:gd name="connsiteX13" fmla="*/ 1147690 w 1844463"/>
                <a:gd name="connsiteY13" fmla="*/ 1504360 h 2005464"/>
                <a:gd name="connsiteX14" fmla="*/ 1277330 w 1844463"/>
                <a:gd name="connsiteY14" fmla="*/ 1612455 h 2005464"/>
                <a:gd name="connsiteX15" fmla="*/ 1401129 w 1844463"/>
                <a:gd name="connsiteY15" fmla="*/ 1762911 h 2005464"/>
                <a:gd name="connsiteX16" fmla="*/ 1548663 w 1844463"/>
                <a:gd name="connsiteY16" fmla="*/ 1891091 h 2005464"/>
                <a:gd name="connsiteX17" fmla="*/ 1608188 w 1844463"/>
                <a:gd name="connsiteY17" fmla="*/ 1910811 h 2005464"/>
                <a:gd name="connsiteX18" fmla="*/ 1719935 w 1844463"/>
                <a:gd name="connsiteY18" fmla="*/ 1862972 h 2005464"/>
                <a:gd name="connsiteX19" fmla="*/ 1758645 w 1844463"/>
                <a:gd name="connsiteY19" fmla="*/ 1766928 h 2005464"/>
                <a:gd name="connsiteX20" fmla="*/ 1775809 w 1844463"/>
                <a:gd name="connsiteY20" fmla="*/ 1757068 h 2005464"/>
                <a:gd name="connsiteX21" fmla="*/ 1844463 w 1844463"/>
                <a:gd name="connsiteY21" fmla="*/ 1755607 h 2005464"/>
                <a:gd name="connsiteX22" fmla="*/ 1750611 w 1844463"/>
                <a:gd name="connsiteY22" fmla="*/ 1952443 h 2005464"/>
                <a:gd name="connsiteX23" fmla="*/ 1535516 w 1844463"/>
                <a:gd name="connsiteY23" fmla="*/ 1978370 h 2005464"/>
                <a:gd name="connsiteX24" fmla="*/ 1374469 w 1844463"/>
                <a:gd name="connsiteY24" fmla="*/ 1859320 h 2005464"/>
                <a:gd name="connsiteX25" fmla="*/ 1231317 w 1844463"/>
                <a:gd name="connsiteY25" fmla="*/ 1691335 h 2005464"/>
                <a:gd name="connsiteX26" fmla="*/ 1123222 w 1844463"/>
                <a:gd name="connsiteY26" fmla="*/ 1592735 h 2005464"/>
                <a:gd name="connsiteX27" fmla="*/ 864671 w 1844463"/>
                <a:gd name="connsiteY27" fmla="*/ 1604056 h 2005464"/>
                <a:gd name="connsiteX28" fmla="*/ 729187 w 1844463"/>
                <a:gd name="connsiteY28" fmla="*/ 1745747 h 2005464"/>
                <a:gd name="connsiteX29" fmla="*/ 597355 w 1844463"/>
                <a:gd name="connsiteY29" fmla="*/ 1895108 h 2005464"/>
                <a:gd name="connsiteX30" fmla="*/ 375322 w 1844463"/>
                <a:gd name="connsiteY30" fmla="*/ 2003568 h 2005464"/>
                <a:gd name="connsiteX31" fmla="*/ 94130 w 1844463"/>
                <a:gd name="connsiteY31" fmla="*/ 1874293 h 2005464"/>
                <a:gd name="connsiteX32" fmla="*/ 5024 w 1844463"/>
                <a:gd name="connsiteY32" fmla="*/ 1631810 h 2005464"/>
                <a:gd name="connsiteX33" fmla="*/ 57246 w 1844463"/>
                <a:gd name="connsiteY33" fmla="*/ 1273197 h 2005464"/>
                <a:gd name="connsiteX34" fmla="*/ 251889 w 1844463"/>
                <a:gd name="connsiteY34" fmla="*/ 896326 h 2005464"/>
                <a:gd name="connsiteX35" fmla="*/ 437038 w 1844463"/>
                <a:gd name="connsiteY35" fmla="*/ 604178 h 2005464"/>
                <a:gd name="connsiteX36" fmla="*/ 569236 w 1844463"/>
                <a:gd name="connsiteY36" fmla="*/ 286101 h 2005464"/>
                <a:gd name="connsiteX37" fmla="*/ 578320 w 1844463"/>
                <a:gd name="connsiteY37" fmla="*/ 162303 h 2005464"/>
                <a:gd name="connsiteX38" fmla="*/ 576044 w 1844463"/>
                <a:gd name="connsiteY38" fmla="*/ 117902 h 2005464"/>
                <a:gd name="connsiteX0" fmla="*/ 576044 w 1844463"/>
                <a:gd name="connsiteY0" fmla="*/ 138862 h 2026424"/>
                <a:gd name="connsiteX1" fmla="*/ 580940 w 1844463"/>
                <a:gd name="connsiteY1" fmla="*/ 0 h 2026424"/>
                <a:gd name="connsiteX2" fmla="*/ 664434 w 1844463"/>
                <a:gd name="connsiteY2" fmla="*/ 169670 h 2026424"/>
                <a:gd name="connsiteX3" fmla="*/ 623283 w 1844463"/>
                <a:gd name="connsiteY3" fmla="*/ 421729 h 2026424"/>
                <a:gd name="connsiteX4" fmla="*/ 462236 w 1844463"/>
                <a:gd name="connsiteY4" fmla="*/ 750397 h 2026424"/>
                <a:gd name="connsiteX5" fmla="*/ 282200 w 1844463"/>
                <a:gd name="connsiteY5" fmla="*/ 1023190 h 2026424"/>
                <a:gd name="connsiteX6" fmla="*/ 98511 w 1844463"/>
                <a:gd name="connsiteY6" fmla="*/ 1427450 h 2026424"/>
                <a:gd name="connsiteX7" fmla="*/ 112754 w 1844463"/>
                <a:gd name="connsiteY7" fmla="*/ 1737128 h 2026424"/>
                <a:gd name="connsiteX8" fmla="*/ 243490 w 1844463"/>
                <a:gd name="connsiteY8" fmla="*/ 1904747 h 2026424"/>
                <a:gd name="connsiteX9" fmla="*/ 450186 w 1844463"/>
                <a:gd name="connsiteY9" fmla="*/ 1909860 h 2026424"/>
                <a:gd name="connsiteX10" fmla="*/ 584573 w 1844463"/>
                <a:gd name="connsiteY10" fmla="*/ 1791540 h 2026424"/>
                <a:gd name="connsiteX11" fmla="*/ 723709 w 1844463"/>
                <a:gd name="connsiteY11" fmla="*/ 1627572 h 2026424"/>
                <a:gd name="connsiteX12" fmla="*/ 879278 w 1844463"/>
                <a:gd name="connsiteY12" fmla="*/ 1507791 h 2026424"/>
                <a:gd name="connsiteX13" fmla="*/ 1147690 w 1844463"/>
                <a:gd name="connsiteY13" fmla="*/ 1525320 h 2026424"/>
                <a:gd name="connsiteX14" fmla="*/ 1277330 w 1844463"/>
                <a:gd name="connsiteY14" fmla="*/ 1633415 h 2026424"/>
                <a:gd name="connsiteX15" fmla="*/ 1401129 w 1844463"/>
                <a:gd name="connsiteY15" fmla="*/ 1783871 h 2026424"/>
                <a:gd name="connsiteX16" fmla="*/ 1548663 w 1844463"/>
                <a:gd name="connsiteY16" fmla="*/ 1912051 h 2026424"/>
                <a:gd name="connsiteX17" fmla="*/ 1608188 w 1844463"/>
                <a:gd name="connsiteY17" fmla="*/ 1931771 h 2026424"/>
                <a:gd name="connsiteX18" fmla="*/ 1719935 w 1844463"/>
                <a:gd name="connsiteY18" fmla="*/ 1883932 h 2026424"/>
                <a:gd name="connsiteX19" fmla="*/ 1758645 w 1844463"/>
                <a:gd name="connsiteY19" fmla="*/ 1787888 h 2026424"/>
                <a:gd name="connsiteX20" fmla="*/ 1775809 w 1844463"/>
                <a:gd name="connsiteY20" fmla="*/ 1778028 h 2026424"/>
                <a:gd name="connsiteX21" fmla="*/ 1844463 w 1844463"/>
                <a:gd name="connsiteY21" fmla="*/ 1776567 h 2026424"/>
                <a:gd name="connsiteX22" fmla="*/ 1750611 w 1844463"/>
                <a:gd name="connsiteY22" fmla="*/ 1973403 h 2026424"/>
                <a:gd name="connsiteX23" fmla="*/ 1535516 w 1844463"/>
                <a:gd name="connsiteY23" fmla="*/ 1999330 h 2026424"/>
                <a:gd name="connsiteX24" fmla="*/ 1374469 w 1844463"/>
                <a:gd name="connsiteY24" fmla="*/ 1880280 h 2026424"/>
                <a:gd name="connsiteX25" fmla="*/ 1231317 w 1844463"/>
                <a:gd name="connsiteY25" fmla="*/ 1712295 h 2026424"/>
                <a:gd name="connsiteX26" fmla="*/ 1123222 w 1844463"/>
                <a:gd name="connsiteY26" fmla="*/ 1613695 h 2026424"/>
                <a:gd name="connsiteX27" fmla="*/ 864671 w 1844463"/>
                <a:gd name="connsiteY27" fmla="*/ 1625016 h 2026424"/>
                <a:gd name="connsiteX28" fmla="*/ 729187 w 1844463"/>
                <a:gd name="connsiteY28" fmla="*/ 1766707 h 2026424"/>
                <a:gd name="connsiteX29" fmla="*/ 597355 w 1844463"/>
                <a:gd name="connsiteY29" fmla="*/ 1916068 h 2026424"/>
                <a:gd name="connsiteX30" fmla="*/ 375322 w 1844463"/>
                <a:gd name="connsiteY30" fmla="*/ 2024528 h 2026424"/>
                <a:gd name="connsiteX31" fmla="*/ 94130 w 1844463"/>
                <a:gd name="connsiteY31" fmla="*/ 1895253 h 2026424"/>
                <a:gd name="connsiteX32" fmla="*/ 5024 w 1844463"/>
                <a:gd name="connsiteY32" fmla="*/ 1652770 h 2026424"/>
                <a:gd name="connsiteX33" fmla="*/ 57246 w 1844463"/>
                <a:gd name="connsiteY33" fmla="*/ 1294157 h 2026424"/>
                <a:gd name="connsiteX34" fmla="*/ 251889 w 1844463"/>
                <a:gd name="connsiteY34" fmla="*/ 917286 h 2026424"/>
                <a:gd name="connsiteX35" fmla="*/ 437038 w 1844463"/>
                <a:gd name="connsiteY35" fmla="*/ 625138 h 2026424"/>
                <a:gd name="connsiteX36" fmla="*/ 569236 w 1844463"/>
                <a:gd name="connsiteY36" fmla="*/ 307061 h 2026424"/>
                <a:gd name="connsiteX37" fmla="*/ 578320 w 1844463"/>
                <a:gd name="connsiteY37" fmla="*/ 183263 h 2026424"/>
                <a:gd name="connsiteX38" fmla="*/ 576044 w 1844463"/>
                <a:gd name="connsiteY38" fmla="*/ 138862 h 2026424"/>
                <a:gd name="connsiteX0" fmla="*/ 576044 w 1844463"/>
                <a:gd name="connsiteY0" fmla="*/ 138862 h 2026424"/>
                <a:gd name="connsiteX1" fmla="*/ 580940 w 1844463"/>
                <a:gd name="connsiteY1" fmla="*/ 0 h 2026424"/>
                <a:gd name="connsiteX2" fmla="*/ 664434 w 1844463"/>
                <a:gd name="connsiteY2" fmla="*/ 169670 h 2026424"/>
                <a:gd name="connsiteX3" fmla="*/ 623283 w 1844463"/>
                <a:gd name="connsiteY3" fmla="*/ 421729 h 2026424"/>
                <a:gd name="connsiteX4" fmla="*/ 462236 w 1844463"/>
                <a:gd name="connsiteY4" fmla="*/ 750397 h 2026424"/>
                <a:gd name="connsiteX5" fmla="*/ 282200 w 1844463"/>
                <a:gd name="connsiteY5" fmla="*/ 1023190 h 2026424"/>
                <a:gd name="connsiteX6" fmla="*/ 98511 w 1844463"/>
                <a:gd name="connsiteY6" fmla="*/ 1427450 h 2026424"/>
                <a:gd name="connsiteX7" fmla="*/ 112754 w 1844463"/>
                <a:gd name="connsiteY7" fmla="*/ 1737128 h 2026424"/>
                <a:gd name="connsiteX8" fmla="*/ 243490 w 1844463"/>
                <a:gd name="connsiteY8" fmla="*/ 1904747 h 2026424"/>
                <a:gd name="connsiteX9" fmla="*/ 450186 w 1844463"/>
                <a:gd name="connsiteY9" fmla="*/ 1909860 h 2026424"/>
                <a:gd name="connsiteX10" fmla="*/ 584573 w 1844463"/>
                <a:gd name="connsiteY10" fmla="*/ 1791540 h 2026424"/>
                <a:gd name="connsiteX11" fmla="*/ 723709 w 1844463"/>
                <a:gd name="connsiteY11" fmla="*/ 1627572 h 2026424"/>
                <a:gd name="connsiteX12" fmla="*/ 879278 w 1844463"/>
                <a:gd name="connsiteY12" fmla="*/ 1507791 h 2026424"/>
                <a:gd name="connsiteX13" fmla="*/ 1147690 w 1844463"/>
                <a:gd name="connsiteY13" fmla="*/ 1525320 h 2026424"/>
                <a:gd name="connsiteX14" fmla="*/ 1277330 w 1844463"/>
                <a:gd name="connsiteY14" fmla="*/ 1633415 h 2026424"/>
                <a:gd name="connsiteX15" fmla="*/ 1401129 w 1844463"/>
                <a:gd name="connsiteY15" fmla="*/ 1783871 h 2026424"/>
                <a:gd name="connsiteX16" fmla="*/ 1548663 w 1844463"/>
                <a:gd name="connsiteY16" fmla="*/ 1912051 h 2026424"/>
                <a:gd name="connsiteX17" fmla="*/ 1608188 w 1844463"/>
                <a:gd name="connsiteY17" fmla="*/ 1931771 h 2026424"/>
                <a:gd name="connsiteX18" fmla="*/ 1719935 w 1844463"/>
                <a:gd name="connsiteY18" fmla="*/ 1883932 h 2026424"/>
                <a:gd name="connsiteX19" fmla="*/ 1758645 w 1844463"/>
                <a:gd name="connsiteY19" fmla="*/ 1787888 h 2026424"/>
                <a:gd name="connsiteX20" fmla="*/ 1775809 w 1844463"/>
                <a:gd name="connsiteY20" fmla="*/ 1778028 h 2026424"/>
                <a:gd name="connsiteX21" fmla="*/ 1844463 w 1844463"/>
                <a:gd name="connsiteY21" fmla="*/ 1776567 h 2026424"/>
                <a:gd name="connsiteX22" fmla="*/ 1750611 w 1844463"/>
                <a:gd name="connsiteY22" fmla="*/ 1973403 h 2026424"/>
                <a:gd name="connsiteX23" fmla="*/ 1535516 w 1844463"/>
                <a:gd name="connsiteY23" fmla="*/ 1999330 h 2026424"/>
                <a:gd name="connsiteX24" fmla="*/ 1374469 w 1844463"/>
                <a:gd name="connsiteY24" fmla="*/ 1880280 h 2026424"/>
                <a:gd name="connsiteX25" fmla="*/ 1231317 w 1844463"/>
                <a:gd name="connsiteY25" fmla="*/ 1712295 h 2026424"/>
                <a:gd name="connsiteX26" fmla="*/ 1123222 w 1844463"/>
                <a:gd name="connsiteY26" fmla="*/ 1613695 h 2026424"/>
                <a:gd name="connsiteX27" fmla="*/ 864671 w 1844463"/>
                <a:gd name="connsiteY27" fmla="*/ 1625016 h 2026424"/>
                <a:gd name="connsiteX28" fmla="*/ 729187 w 1844463"/>
                <a:gd name="connsiteY28" fmla="*/ 1766707 h 2026424"/>
                <a:gd name="connsiteX29" fmla="*/ 597355 w 1844463"/>
                <a:gd name="connsiteY29" fmla="*/ 1916068 h 2026424"/>
                <a:gd name="connsiteX30" fmla="*/ 375322 w 1844463"/>
                <a:gd name="connsiteY30" fmla="*/ 2024528 h 2026424"/>
                <a:gd name="connsiteX31" fmla="*/ 94130 w 1844463"/>
                <a:gd name="connsiteY31" fmla="*/ 1895253 h 2026424"/>
                <a:gd name="connsiteX32" fmla="*/ 5024 w 1844463"/>
                <a:gd name="connsiteY32" fmla="*/ 1652770 h 2026424"/>
                <a:gd name="connsiteX33" fmla="*/ 57246 w 1844463"/>
                <a:gd name="connsiteY33" fmla="*/ 1294157 h 2026424"/>
                <a:gd name="connsiteX34" fmla="*/ 251889 w 1844463"/>
                <a:gd name="connsiteY34" fmla="*/ 917286 h 2026424"/>
                <a:gd name="connsiteX35" fmla="*/ 437038 w 1844463"/>
                <a:gd name="connsiteY35" fmla="*/ 625138 h 2026424"/>
                <a:gd name="connsiteX36" fmla="*/ 569236 w 1844463"/>
                <a:gd name="connsiteY36" fmla="*/ 307061 h 2026424"/>
                <a:gd name="connsiteX37" fmla="*/ 578320 w 1844463"/>
                <a:gd name="connsiteY37" fmla="*/ 183263 h 2026424"/>
                <a:gd name="connsiteX38" fmla="*/ 576044 w 1844463"/>
                <a:gd name="connsiteY38" fmla="*/ 138862 h 2026424"/>
                <a:gd name="connsiteX0" fmla="*/ 576044 w 1844463"/>
                <a:gd name="connsiteY0" fmla="*/ 161722 h 2049284"/>
                <a:gd name="connsiteX1" fmla="*/ 492766 w 1844463"/>
                <a:gd name="connsiteY1" fmla="*/ 0 h 2049284"/>
                <a:gd name="connsiteX2" fmla="*/ 664434 w 1844463"/>
                <a:gd name="connsiteY2" fmla="*/ 192530 h 2049284"/>
                <a:gd name="connsiteX3" fmla="*/ 623283 w 1844463"/>
                <a:gd name="connsiteY3" fmla="*/ 444589 h 2049284"/>
                <a:gd name="connsiteX4" fmla="*/ 462236 w 1844463"/>
                <a:gd name="connsiteY4" fmla="*/ 773257 h 2049284"/>
                <a:gd name="connsiteX5" fmla="*/ 282200 w 1844463"/>
                <a:gd name="connsiteY5" fmla="*/ 1046050 h 2049284"/>
                <a:gd name="connsiteX6" fmla="*/ 98511 w 1844463"/>
                <a:gd name="connsiteY6" fmla="*/ 1450310 h 2049284"/>
                <a:gd name="connsiteX7" fmla="*/ 112754 w 1844463"/>
                <a:gd name="connsiteY7" fmla="*/ 1759988 h 2049284"/>
                <a:gd name="connsiteX8" fmla="*/ 243490 w 1844463"/>
                <a:gd name="connsiteY8" fmla="*/ 1927607 h 2049284"/>
                <a:gd name="connsiteX9" fmla="*/ 450186 w 1844463"/>
                <a:gd name="connsiteY9" fmla="*/ 1932720 h 2049284"/>
                <a:gd name="connsiteX10" fmla="*/ 584573 w 1844463"/>
                <a:gd name="connsiteY10" fmla="*/ 1814400 h 2049284"/>
                <a:gd name="connsiteX11" fmla="*/ 723709 w 1844463"/>
                <a:gd name="connsiteY11" fmla="*/ 1650432 h 2049284"/>
                <a:gd name="connsiteX12" fmla="*/ 879278 w 1844463"/>
                <a:gd name="connsiteY12" fmla="*/ 1530651 h 2049284"/>
                <a:gd name="connsiteX13" fmla="*/ 1147690 w 1844463"/>
                <a:gd name="connsiteY13" fmla="*/ 1548180 h 2049284"/>
                <a:gd name="connsiteX14" fmla="*/ 1277330 w 1844463"/>
                <a:gd name="connsiteY14" fmla="*/ 1656275 h 2049284"/>
                <a:gd name="connsiteX15" fmla="*/ 1401129 w 1844463"/>
                <a:gd name="connsiteY15" fmla="*/ 1806731 h 2049284"/>
                <a:gd name="connsiteX16" fmla="*/ 1548663 w 1844463"/>
                <a:gd name="connsiteY16" fmla="*/ 1934911 h 2049284"/>
                <a:gd name="connsiteX17" fmla="*/ 1608188 w 1844463"/>
                <a:gd name="connsiteY17" fmla="*/ 1954631 h 2049284"/>
                <a:gd name="connsiteX18" fmla="*/ 1719935 w 1844463"/>
                <a:gd name="connsiteY18" fmla="*/ 1906792 h 2049284"/>
                <a:gd name="connsiteX19" fmla="*/ 1758645 w 1844463"/>
                <a:gd name="connsiteY19" fmla="*/ 1810748 h 2049284"/>
                <a:gd name="connsiteX20" fmla="*/ 1775809 w 1844463"/>
                <a:gd name="connsiteY20" fmla="*/ 1800888 h 2049284"/>
                <a:gd name="connsiteX21" fmla="*/ 1844463 w 1844463"/>
                <a:gd name="connsiteY21" fmla="*/ 1799427 h 2049284"/>
                <a:gd name="connsiteX22" fmla="*/ 1750611 w 1844463"/>
                <a:gd name="connsiteY22" fmla="*/ 1996263 h 2049284"/>
                <a:gd name="connsiteX23" fmla="*/ 1535516 w 1844463"/>
                <a:gd name="connsiteY23" fmla="*/ 2022190 h 2049284"/>
                <a:gd name="connsiteX24" fmla="*/ 1374469 w 1844463"/>
                <a:gd name="connsiteY24" fmla="*/ 1903140 h 2049284"/>
                <a:gd name="connsiteX25" fmla="*/ 1231317 w 1844463"/>
                <a:gd name="connsiteY25" fmla="*/ 1735155 h 2049284"/>
                <a:gd name="connsiteX26" fmla="*/ 1123222 w 1844463"/>
                <a:gd name="connsiteY26" fmla="*/ 1636555 h 2049284"/>
                <a:gd name="connsiteX27" fmla="*/ 864671 w 1844463"/>
                <a:gd name="connsiteY27" fmla="*/ 1647876 h 2049284"/>
                <a:gd name="connsiteX28" fmla="*/ 729187 w 1844463"/>
                <a:gd name="connsiteY28" fmla="*/ 1789567 h 2049284"/>
                <a:gd name="connsiteX29" fmla="*/ 597355 w 1844463"/>
                <a:gd name="connsiteY29" fmla="*/ 1938928 h 2049284"/>
                <a:gd name="connsiteX30" fmla="*/ 375322 w 1844463"/>
                <a:gd name="connsiteY30" fmla="*/ 2047388 h 2049284"/>
                <a:gd name="connsiteX31" fmla="*/ 94130 w 1844463"/>
                <a:gd name="connsiteY31" fmla="*/ 1918113 h 2049284"/>
                <a:gd name="connsiteX32" fmla="*/ 5024 w 1844463"/>
                <a:gd name="connsiteY32" fmla="*/ 1675630 h 2049284"/>
                <a:gd name="connsiteX33" fmla="*/ 57246 w 1844463"/>
                <a:gd name="connsiteY33" fmla="*/ 1317017 h 2049284"/>
                <a:gd name="connsiteX34" fmla="*/ 251889 w 1844463"/>
                <a:gd name="connsiteY34" fmla="*/ 940146 h 2049284"/>
                <a:gd name="connsiteX35" fmla="*/ 437038 w 1844463"/>
                <a:gd name="connsiteY35" fmla="*/ 647998 h 2049284"/>
                <a:gd name="connsiteX36" fmla="*/ 569236 w 1844463"/>
                <a:gd name="connsiteY36" fmla="*/ 329921 h 2049284"/>
                <a:gd name="connsiteX37" fmla="*/ 578320 w 1844463"/>
                <a:gd name="connsiteY37" fmla="*/ 206123 h 2049284"/>
                <a:gd name="connsiteX38" fmla="*/ 576044 w 1844463"/>
                <a:gd name="connsiteY38" fmla="*/ 161722 h 2049284"/>
                <a:gd name="connsiteX0" fmla="*/ 576044 w 1844463"/>
                <a:gd name="connsiteY0" fmla="*/ 161724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76044 w 1844463"/>
                <a:gd name="connsiteY38" fmla="*/ 161724 h 2049286"/>
                <a:gd name="connsiteX0" fmla="*/ 576044 w 1844463"/>
                <a:gd name="connsiteY0" fmla="*/ 161724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76044 w 1844463"/>
                <a:gd name="connsiteY38" fmla="*/ 161724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504199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4199 w 1844463"/>
                <a:gd name="connsiteY38" fmla="*/ 119270 h 2049286"/>
                <a:gd name="connsiteX0" fmla="*/ 494402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494402 w 1844463"/>
                <a:gd name="connsiteY38" fmla="*/ 119270 h 2049286"/>
                <a:gd name="connsiteX0" fmla="*/ 494402 w 1844463"/>
                <a:gd name="connsiteY0" fmla="*/ 119270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494402 w 1844463"/>
                <a:gd name="connsiteY38" fmla="*/ 119270 h 2049286"/>
                <a:gd name="connsiteX0" fmla="*/ 500933 w 1844463"/>
                <a:gd name="connsiteY0" fmla="*/ 99676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0933 w 1844463"/>
                <a:gd name="connsiteY38" fmla="*/ 99676 h 2049286"/>
                <a:gd name="connsiteX0" fmla="*/ 500933 w 1844463"/>
                <a:gd name="connsiteY0" fmla="*/ 99676 h 2049286"/>
                <a:gd name="connsiteX1" fmla="*/ 492766 w 1844463"/>
                <a:gd name="connsiteY1" fmla="*/ 2 h 2049286"/>
                <a:gd name="connsiteX2" fmla="*/ 664434 w 1844463"/>
                <a:gd name="connsiteY2" fmla="*/ 192532 h 2049286"/>
                <a:gd name="connsiteX3" fmla="*/ 623283 w 1844463"/>
                <a:gd name="connsiteY3" fmla="*/ 444591 h 2049286"/>
                <a:gd name="connsiteX4" fmla="*/ 462236 w 1844463"/>
                <a:gd name="connsiteY4" fmla="*/ 773259 h 2049286"/>
                <a:gd name="connsiteX5" fmla="*/ 282200 w 1844463"/>
                <a:gd name="connsiteY5" fmla="*/ 1046052 h 2049286"/>
                <a:gd name="connsiteX6" fmla="*/ 98511 w 1844463"/>
                <a:gd name="connsiteY6" fmla="*/ 1450312 h 2049286"/>
                <a:gd name="connsiteX7" fmla="*/ 112754 w 1844463"/>
                <a:gd name="connsiteY7" fmla="*/ 1759990 h 2049286"/>
                <a:gd name="connsiteX8" fmla="*/ 243490 w 1844463"/>
                <a:gd name="connsiteY8" fmla="*/ 1927609 h 2049286"/>
                <a:gd name="connsiteX9" fmla="*/ 450186 w 1844463"/>
                <a:gd name="connsiteY9" fmla="*/ 1932722 h 2049286"/>
                <a:gd name="connsiteX10" fmla="*/ 584573 w 1844463"/>
                <a:gd name="connsiteY10" fmla="*/ 1814402 h 2049286"/>
                <a:gd name="connsiteX11" fmla="*/ 723709 w 1844463"/>
                <a:gd name="connsiteY11" fmla="*/ 1650434 h 2049286"/>
                <a:gd name="connsiteX12" fmla="*/ 879278 w 1844463"/>
                <a:gd name="connsiteY12" fmla="*/ 1530653 h 2049286"/>
                <a:gd name="connsiteX13" fmla="*/ 1147690 w 1844463"/>
                <a:gd name="connsiteY13" fmla="*/ 1548182 h 2049286"/>
                <a:gd name="connsiteX14" fmla="*/ 1277330 w 1844463"/>
                <a:gd name="connsiteY14" fmla="*/ 1656277 h 2049286"/>
                <a:gd name="connsiteX15" fmla="*/ 1401129 w 1844463"/>
                <a:gd name="connsiteY15" fmla="*/ 1806733 h 2049286"/>
                <a:gd name="connsiteX16" fmla="*/ 1548663 w 1844463"/>
                <a:gd name="connsiteY16" fmla="*/ 1934913 h 2049286"/>
                <a:gd name="connsiteX17" fmla="*/ 1608188 w 1844463"/>
                <a:gd name="connsiteY17" fmla="*/ 1954633 h 2049286"/>
                <a:gd name="connsiteX18" fmla="*/ 1719935 w 1844463"/>
                <a:gd name="connsiteY18" fmla="*/ 1906794 h 2049286"/>
                <a:gd name="connsiteX19" fmla="*/ 1758645 w 1844463"/>
                <a:gd name="connsiteY19" fmla="*/ 1810750 h 2049286"/>
                <a:gd name="connsiteX20" fmla="*/ 1775809 w 1844463"/>
                <a:gd name="connsiteY20" fmla="*/ 1800890 h 2049286"/>
                <a:gd name="connsiteX21" fmla="*/ 1844463 w 1844463"/>
                <a:gd name="connsiteY21" fmla="*/ 1799429 h 2049286"/>
                <a:gd name="connsiteX22" fmla="*/ 1750611 w 1844463"/>
                <a:gd name="connsiteY22" fmla="*/ 1996265 h 2049286"/>
                <a:gd name="connsiteX23" fmla="*/ 1535516 w 1844463"/>
                <a:gd name="connsiteY23" fmla="*/ 2022192 h 2049286"/>
                <a:gd name="connsiteX24" fmla="*/ 1374469 w 1844463"/>
                <a:gd name="connsiteY24" fmla="*/ 1903142 h 2049286"/>
                <a:gd name="connsiteX25" fmla="*/ 1231317 w 1844463"/>
                <a:gd name="connsiteY25" fmla="*/ 1735157 h 2049286"/>
                <a:gd name="connsiteX26" fmla="*/ 1123222 w 1844463"/>
                <a:gd name="connsiteY26" fmla="*/ 1636557 h 2049286"/>
                <a:gd name="connsiteX27" fmla="*/ 864671 w 1844463"/>
                <a:gd name="connsiteY27" fmla="*/ 1647878 h 2049286"/>
                <a:gd name="connsiteX28" fmla="*/ 729187 w 1844463"/>
                <a:gd name="connsiteY28" fmla="*/ 1789569 h 2049286"/>
                <a:gd name="connsiteX29" fmla="*/ 597355 w 1844463"/>
                <a:gd name="connsiteY29" fmla="*/ 1938930 h 2049286"/>
                <a:gd name="connsiteX30" fmla="*/ 375322 w 1844463"/>
                <a:gd name="connsiteY30" fmla="*/ 2047390 h 2049286"/>
                <a:gd name="connsiteX31" fmla="*/ 94130 w 1844463"/>
                <a:gd name="connsiteY31" fmla="*/ 1918115 h 2049286"/>
                <a:gd name="connsiteX32" fmla="*/ 5024 w 1844463"/>
                <a:gd name="connsiteY32" fmla="*/ 1675632 h 2049286"/>
                <a:gd name="connsiteX33" fmla="*/ 57246 w 1844463"/>
                <a:gd name="connsiteY33" fmla="*/ 1317019 h 2049286"/>
                <a:gd name="connsiteX34" fmla="*/ 251889 w 1844463"/>
                <a:gd name="connsiteY34" fmla="*/ 940148 h 2049286"/>
                <a:gd name="connsiteX35" fmla="*/ 437038 w 1844463"/>
                <a:gd name="connsiteY35" fmla="*/ 648000 h 2049286"/>
                <a:gd name="connsiteX36" fmla="*/ 569236 w 1844463"/>
                <a:gd name="connsiteY36" fmla="*/ 329923 h 2049286"/>
                <a:gd name="connsiteX37" fmla="*/ 578320 w 1844463"/>
                <a:gd name="connsiteY37" fmla="*/ 206125 h 2049286"/>
                <a:gd name="connsiteX38" fmla="*/ 500933 w 1844463"/>
                <a:gd name="connsiteY38" fmla="*/ 99676 h 2049286"/>
                <a:gd name="connsiteX0" fmla="*/ 500933 w 1844463"/>
                <a:gd name="connsiteY0" fmla="*/ 99677 h 2049287"/>
                <a:gd name="connsiteX1" fmla="*/ 492766 w 1844463"/>
                <a:gd name="connsiteY1" fmla="*/ 3 h 2049287"/>
                <a:gd name="connsiteX2" fmla="*/ 664434 w 1844463"/>
                <a:gd name="connsiteY2" fmla="*/ 192533 h 2049287"/>
                <a:gd name="connsiteX3" fmla="*/ 623283 w 1844463"/>
                <a:gd name="connsiteY3" fmla="*/ 444592 h 2049287"/>
                <a:gd name="connsiteX4" fmla="*/ 462236 w 1844463"/>
                <a:gd name="connsiteY4" fmla="*/ 773260 h 2049287"/>
                <a:gd name="connsiteX5" fmla="*/ 282200 w 1844463"/>
                <a:gd name="connsiteY5" fmla="*/ 1046053 h 2049287"/>
                <a:gd name="connsiteX6" fmla="*/ 98511 w 1844463"/>
                <a:gd name="connsiteY6" fmla="*/ 1450313 h 2049287"/>
                <a:gd name="connsiteX7" fmla="*/ 112754 w 1844463"/>
                <a:gd name="connsiteY7" fmla="*/ 1759991 h 2049287"/>
                <a:gd name="connsiteX8" fmla="*/ 243490 w 1844463"/>
                <a:gd name="connsiteY8" fmla="*/ 1927610 h 2049287"/>
                <a:gd name="connsiteX9" fmla="*/ 450186 w 1844463"/>
                <a:gd name="connsiteY9" fmla="*/ 1932723 h 2049287"/>
                <a:gd name="connsiteX10" fmla="*/ 584573 w 1844463"/>
                <a:gd name="connsiteY10" fmla="*/ 1814403 h 2049287"/>
                <a:gd name="connsiteX11" fmla="*/ 723709 w 1844463"/>
                <a:gd name="connsiteY11" fmla="*/ 1650435 h 2049287"/>
                <a:gd name="connsiteX12" fmla="*/ 879278 w 1844463"/>
                <a:gd name="connsiteY12" fmla="*/ 1530654 h 2049287"/>
                <a:gd name="connsiteX13" fmla="*/ 1147690 w 1844463"/>
                <a:gd name="connsiteY13" fmla="*/ 1548183 h 2049287"/>
                <a:gd name="connsiteX14" fmla="*/ 1277330 w 1844463"/>
                <a:gd name="connsiteY14" fmla="*/ 1656278 h 2049287"/>
                <a:gd name="connsiteX15" fmla="*/ 1401129 w 1844463"/>
                <a:gd name="connsiteY15" fmla="*/ 1806734 h 2049287"/>
                <a:gd name="connsiteX16" fmla="*/ 1548663 w 1844463"/>
                <a:gd name="connsiteY16" fmla="*/ 1934914 h 2049287"/>
                <a:gd name="connsiteX17" fmla="*/ 1608188 w 1844463"/>
                <a:gd name="connsiteY17" fmla="*/ 1954634 h 2049287"/>
                <a:gd name="connsiteX18" fmla="*/ 1719935 w 1844463"/>
                <a:gd name="connsiteY18" fmla="*/ 1906795 h 2049287"/>
                <a:gd name="connsiteX19" fmla="*/ 1758645 w 1844463"/>
                <a:gd name="connsiteY19" fmla="*/ 1810751 h 2049287"/>
                <a:gd name="connsiteX20" fmla="*/ 1775809 w 1844463"/>
                <a:gd name="connsiteY20" fmla="*/ 1800891 h 2049287"/>
                <a:gd name="connsiteX21" fmla="*/ 1844463 w 1844463"/>
                <a:gd name="connsiteY21" fmla="*/ 1799430 h 2049287"/>
                <a:gd name="connsiteX22" fmla="*/ 1750611 w 1844463"/>
                <a:gd name="connsiteY22" fmla="*/ 1996266 h 2049287"/>
                <a:gd name="connsiteX23" fmla="*/ 1535516 w 1844463"/>
                <a:gd name="connsiteY23" fmla="*/ 2022193 h 2049287"/>
                <a:gd name="connsiteX24" fmla="*/ 1374469 w 1844463"/>
                <a:gd name="connsiteY24" fmla="*/ 1903143 h 2049287"/>
                <a:gd name="connsiteX25" fmla="*/ 1231317 w 1844463"/>
                <a:gd name="connsiteY25" fmla="*/ 1735158 h 2049287"/>
                <a:gd name="connsiteX26" fmla="*/ 1123222 w 1844463"/>
                <a:gd name="connsiteY26" fmla="*/ 1636558 h 2049287"/>
                <a:gd name="connsiteX27" fmla="*/ 864671 w 1844463"/>
                <a:gd name="connsiteY27" fmla="*/ 1647879 h 2049287"/>
                <a:gd name="connsiteX28" fmla="*/ 729187 w 1844463"/>
                <a:gd name="connsiteY28" fmla="*/ 1789570 h 2049287"/>
                <a:gd name="connsiteX29" fmla="*/ 597355 w 1844463"/>
                <a:gd name="connsiteY29" fmla="*/ 1938931 h 2049287"/>
                <a:gd name="connsiteX30" fmla="*/ 375322 w 1844463"/>
                <a:gd name="connsiteY30" fmla="*/ 2047391 h 2049287"/>
                <a:gd name="connsiteX31" fmla="*/ 94130 w 1844463"/>
                <a:gd name="connsiteY31" fmla="*/ 1918116 h 2049287"/>
                <a:gd name="connsiteX32" fmla="*/ 5024 w 1844463"/>
                <a:gd name="connsiteY32" fmla="*/ 1675633 h 2049287"/>
                <a:gd name="connsiteX33" fmla="*/ 57246 w 1844463"/>
                <a:gd name="connsiteY33" fmla="*/ 1317020 h 2049287"/>
                <a:gd name="connsiteX34" fmla="*/ 251889 w 1844463"/>
                <a:gd name="connsiteY34" fmla="*/ 940149 h 2049287"/>
                <a:gd name="connsiteX35" fmla="*/ 437038 w 1844463"/>
                <a:gd name="connsiteY35" fmla="*/ 648001 h 2049287"/>
                <a:gd name="connsiteX36" fmla="*/ 569236 w 1844463"/>
                <a:gd name="connsiteY36" fmla="*/ 329924 h 2049287"/>
                <a:gd name="connsiteX37" fmla="*/ 578320 w 1844463"/>
                <a:gd name="connsiteY37" fmla="*/ 206126 h 2049287"/>
                <a:gd name="connsiteX38" fmla="*/ 500933 w 1844463"/>
                <a:gd name="connsiteY38" fmla="*/ 99677 h 2049287"/>
                <a:gd name="connsiteX0" fmla="*/ 494402 w 1844463"/>
                <a:gd name="connsiteY0" fmla="*/ 89880 h 2049287"/>
                <a:gd name="connsiteX1" fmla="*/ 492766 w 1844463"/>
                <a:gd name="connsiteY1" fmla="*/ 3 h 2049287"/>
                <a:gd name="connsiteX2" fmla="*/ 664434 w 1844463"/>
                <a:gd name="connsiteY2" fmla="*/ 192533 h 2049287"/>
                <a:gd name="connsiteX3" fmla="*/ 623283 w 1844463"/>
                <a:gd name="connsiteY3" fmla="*/ 444592 h 2049287"/>
                <a:gd name="connsiteX4" fmla="*/ 462236 w 1844463"/>
                <a:gd name="connsiteY4" fmla="*/ 773260 h 2049287"/>
                <a:gd name="connsiteX5" fmla="*/ 282200 w 1844463"/>
                <a:gd name="connsiteY5" fmla="*/ 1046053 h 2049287"/>
                <a:gd name="connsiteX6" fmla="*/ 98511 w 1844463"/>
                <a:gd name="connsiteY6" fmla="*/ 1450313 h 2049287"/>
                <a:gd name="connsiteX7" fmla="*/ 112754 w 1844463"/>
                <a:gd name="connsiteY7" fmla="*/ 1759991 h 2049287"/>
                <a:gd name="connsiteX8" fmla="*/ 243490 w 1844463"/>
                <a:gd name="connsiteY8" fmla="*/ 1927610 h 2049287"/>
                <a:gd name="connsiteX9" fmla="*/ 450186 w 1844463"/>
                <a:gd name="connsiteY9" fmla="*/ 1932723 h 2049287"/>
                <a:gd name="connsiteX10" fmla="*/ 584573 w 1844463"/>
                <a:gd name="connsiteY10" fmla="*/ 1814403 h 2049287"/>
                <a:gd name="connsiteX11" fmla="*/ 723709 w 1844463"/>
                <a:gd name="connsiteY11" fmla="*/ 1650435 h 2049287"/>
                <a:gd name="connsiteX12" fmla="*/ 879278 w 1844463"/>
                <a:gd name="connsiteY12" fmla="*/ 1530654 h 2049287"/>
                <a:gd name="connsiteX13" fmla="*/ 1147690 w 1844463"/>
                <a:gd name="connsiteY13" fmla="*/ 1548183 h 2049287"/>
                <a:gd name="connsiteX14" fmla="*/ 1277330 w 1844463"/>
                <a:gd name="connsiteY14" fmla="*/ 1656278 h 2049287"/>
                <a:gd name="connsiteX15" fmla="*/ 1401129 w 1844463"/>
                <a:gd name="connsiteY15" fmla="*/ 1806734 h 2049287"/>
                <a:gd name="connsiteX16" fmla="*/ 1548663 w 1844463"/>
                <a:gd name="connsiteY16" fmla="*/ 1934914 h 2049287"/>
                <a:gd name="connsiteX17" fmla="*/ 1608188 w 1844463"/>
                <a:gd name="connsiteY17" fmla="*/ 1954634 h 2049287"/>
                <a:gd name="connsiteX18" fmla="*/ 1719935 w 1844463"/>
                <a:gd name="connsiteY18" fmla="*/ 1906795 h 2049287"/>
                <a:gd name="connsiteX19" fmla="*/ 1758645 w 1844463"/>
                <a:gd name="connsiteY19" fmla="*/ 1810751 h 2049287"/>
                <a:gd name="connsiteX20" fmla="*/ 1775809 w 1844463"/>
                <a:gd name="connsiteY20" fmla="*/ 1800891 h 2049287"/>
                <a:gd name="connsiteX21" fmla="*/ 1844463 w 1844463"/>
                <a:gd name="connsiteY21" fmla="*/ 1799430 h 2049287"/>
                <a:gd name="connsiteX22" fmla="*/ 1750611 w 1844463"/>
                <a:gd name="connsiteY22" fmla="*/ 1996266 h 2049287"/>
                <a:gd name="connsiteX23" fmla="*/ 1535516 w 1844463"/>
                <a:gd name="connsiteY23" fmla="*/ 2022193 h 2049287"/>
                <a:gd name="connsiteX24" fmla="*/ 1374469 w 1844463"/>
                <a:gd name="connsiteY24" fmla="*/ 1903143 h 2049287"/>
                <a:gd name="connsiteX25" fmla="*/ 1231317 w 1844463"/>
                <a:gd name="connsiteY25" fmla="*/ 1735158 h 2049287"/>
                <a:gd name="connsiteX26" fmla="*/ 1123222 w 1844463"/>
                <a:gd name="connsiteY26" fmla="*/ 1636558 h 2049287"/>
                <a:gd name="connsiteX27" fmla="*/ 864671 w 1844463"/>
                <a:gd name="connsiteY27" fmla="*/ 1647879 h 2049287"/>
                <a:gd name="connsiteX28" fmla="*/ 729187 w 1844463"/>
                <a:gd name="connsiteY28" fmla="*/ 1789570 h 2049287"/>
                <a:gd name="connsiteX29" fmla="*/ 597355 w 1844463"/>
                <a:gd name="connsiteY29" fmla="*/ 1938931 h 2049287"/>
                <a:gd name="connsiteX30" fmla="*/ 375322 w 1844463"/>
                <a:gd name="connsiteY30" fmla="*/ 2047391 h 2049287"/>
                <a:gd name="connsiteX31" fmla="*/ 94130 w 1844463"/>
                <a:gd name="connsiteY31" fmla="*/ 1918116 h 2049287"/>
                <a:gd name="connsiteX32" fmla="*/ 5024 w 1844463"/>
                <a:gd name="connsiteY32" fmla="*/ 1675633 h 2049287"/>
                <a:gd name="connsiteX33" fmla="*/ 57246 w 1844463"/>
                <a:gd name="connsiteY33" fmla="*/ 1317020 h 2049287"/>
                <a:gd name="connsiteX34" fmla="*/ 251889 w 1844463"/>
                <a:gd name="connsiteY34" fmla="*/ 940149 h 2049287"/>
                <a:gd name="connsiteX35" fmla="*/ 437038 w 1844463"/>
                <a:gd name="connsiteY35" fmla="*/ 648001 h 2049287"/>
                <a:gd name="connsiteX36" fmla="*/ 569236 w 1844463"/>
                <a:gd name="connsiteY36" fmla="*/ 329924 h 2049287"/>
                <a:gd name="connsiteX37" fmla="*/ 578320 w 1844463"/>
                <a:gd name="connsiteY37" fmla="*/ 206126 h 2049287"/>
                <a:gd name="connsiteX38" fmla="*/ 494402 w 1844463"/>
                <a:gd name="connsiteY38" fmla="*/ 89880 h 2049287"/>
                <a:gd name="connsiteX0" fmla="*/ 1124964 w 2475025"/>
                <a:gd name="connsiteY0" fmla="*/ 252679 h 2212086"/>
                <a:gd name="connsiteX1" fmla="*/ 0 w 2475025"/>
                <a:gd name="connsiteY1" fmla="*/ 1 h 2212086"/>
                <a:gd name="connsiteX2" fmla="*/ 1294996 w 2475025"/>
                <a:gd name="connsiteY2" fmla="*/ 355332 h 2212086"/>
                <a:gd name="connsiteX3" fmla="*/ 1253845 w 2475025"/>
                <a:gd name="connsiteY3" fmla="*/ 607391 h 2212086"/>
                <a:gd name="connsiteX4" fmla="*/ 1092798 w 2475025"/>
                <a:gd name="connsiteY4" fmla="*/ 936059 h 2212086"/>
                <a:gd name="connsiteX5" fmla="*/ 912762 w 2475025"/>
                <a:gd name="connsiteY5" fmla="*/ 1208852 h 2212086"/>
                <a:gd name="connsiteX6" fmla="*/ 729073 w 2475025"/>
                <a:gd name="connsiteY6" fmla="*/ 1613112 h 2212086"/>
                <a:gd name="connsiteX7" fmla="*/ 743316 w 2475025"/>
                <a:gd name="connsiteY7" fmla="*/ 1922790 h 2212086"/>
                <a:gd name="connsiteX8" fmla="*/ 874052 w 2475025"/>
                <a:gd name="connsiteY8" fmla="*/ 2090409 h 2212086"/>
                <a:gd name="connsiteX9" fmla="*/ 1080748 w 2475025"/>
                <a:gd name="connsiteY9" fmla="*/ 2095522 h 2212086"/>
                <a:gd name="connsiteX10" fmla="*/ 1215135 w 2475025"/>
                <a:gd name="connsiteY10" fmla="*/ 1977202 h 2212086"/>
                <a:gd name="connsiteX11" fmla="*/ 1354271 w 2475025"/>
                <a:gd name="connsiteY11" fmla="*/ 1813234 h 2212086"/>
                <a:gd name="connsiteX12" fmla="*/ 1509840 w 2475025"/>
                <a:gd name="connsiteY12" fmla="*/ 1693453 h 2212086"/>
                <a:gd name="connsiteX13" fmla="*/ 1778252 w 2475025"/>
                <a:gd name="connsiteY13" fmla="*/ 1710982 h 2212086"/>
                <a:gd name="connsiteX14" fmla="*/ 1907892 w 2475025"/>
                <a:gd name="connsiteY14" fmla="*/ 1819077 h 2212086"/>
                <a:gd name="connsiteX15" fmla="*/ 2031691 w 2475025"/>
                <a:gd name="connsiteY15" fmla="*/ 1969533 h 2212086"/>
                <a:gd name="connsiteX16" fmla="*/ 2179225 w 2475025"/>
                <a:gd name="connsiteY16" fmla="*/ 2097713 h 2212086"/>
                <a:gd name="connsiteX17" fmla="*/ 2238750 w 2475025"/>
                <a:gd name="connsiteY17" fmla="*/ 2117433 h 2212086"/>
                <a:gd name="connsiteX18" fmla="*/ 2350497 w 2475025"/>
                <a:gd name="connsiteY18" fmla="*/ 2069594 h 2212086"/>
                <a:gd name="connsiteX19" fmla="*/ 2389207 w 2475025"/>
                <a:gd name="connsiteY19" fmla="*/ 1973550 h 2212086"/>
                <a:gd name="connsiteX20" fmla="*/ 2406371 w 2475025"/>
                <a:gd name="connsiteY20" fmla="*/ 1963690 h 2212086"/>
                <a:gd name="connsiteX21" fmla="*/ 2475025 w 2475025"/>
                <a:gd name="connsiteY21" fmla="*/ 1962229 h 2212086"/>
                <a:gd name="connsiteX22" fmla="*/ 2381173 w 2475025"/>
                <a:gd name="connsiteY22" fmla="*/ 2159065 h 2212086"/>
                <a:gd name="connsiteX23" fmla="*/ 2166078 w 2475025"/>
                <a:gd name="connsiteY23" fmla="*/ 2184992 h 2212086"/>
                <a:gd name="connsiteX24" fmla="*/ 2005031 w 2475025"/>
                <a:gd name="connsiteY24" fmla="*/ 2065942 h 2212086"/>
                <a:gd name="connsiteX25" fmla="*/ 1861879 w 2475025"/>
                <a:gd name="connsiteY25" fmla="*/ 1897957 h 2212086"/>
                <a:gd name="connsiteX26" fmla="*/ 1753784 w 2475025"/>
                <a:gd name="connsiteY26" fmla="*/ 1799357 h 2212086"/>
                <a:gd name="connsiteX27" fmla="*/ 1495233 w 2475025"/>
                <a:gd name="connsiteY27" fmla="*/ 1810678 h 2212086"/>
                <a:gd name="connsiteX28" fmla="*/ 1359749 w 2475025"/>
                <a:gd name="connsiteY28" fmla="*/ 1952369 h 2212086"/>
                <a:gd name="connsiteX29" fmla="*/ 1227917 w 2475025"/>
                <a:gd name="connsiteY29" fmla="*/ 2101730 h 2212086"/>
                <a:gd name="connsiteX30" fmla="*/ 1005884 w 2475025"/>
                <a:gd name="connsiteY30" fmla="*/ 2210190 h 2212086"/>
                <a:gd name="connsiteX31" fmla="*/ 724692 w 2475025"/>
                <a:gd name="connsiteY31" fmla="*/ 2080915 h 2212086"/>
                <a:gd name="connsiteX32" fmla="*/ 635586 w 2475025"/>
                <a:gd name="connsiteY32" fmla="*/ 1838432 h 2212086"/>
                <a:gd name="connsiteX33" fmla="*/ 687808 w 2475025"/>
                <a:gd name="connsiteY33" fmla="*/ 1479819 h 2212086"/>
                <a:gd name="connsiteX34" fmla="*/ 882451 w 2475025"/>
                <a:gd name="connsiteY34" fmla="*/ 1102948 h 2212086"/>
                <a:gd name="connsiteX35" fmla="*/ 1067600 w 2475025"/>
                <a:gd name="connsiteY35" fmla="*/ 810800 h 2212086"/>
                <a:gd name="connsiteX36" fmla="*/ 1199798 w 2475025"/>
                <a:gd name="connsiteY36" fmla="*/ 492723 h 2212086"/>
                <a:gd name="connsiteX37" fmla="*/ 1208882 w 2475025"/>
                <a:gd name="connsiteY37" fmla="*/ 368925 h 2212086"/>
                <a:gd name="connsiteX38" fmla="*/ 1124964 w 2475025"/>
                <a:gd name="connsiteY38" fmla="*/ 252679 h 2212086"/>
                <a:gd name="connsiteX0" fmla="*/ 298 w 2522528"/>
                <a:gd name="connsiteY0" fmla="*/ 60031 h 2212086"/>
                <a:gd name="connsiteX1" fmla="*/ 47503 w 2522528"/>
                <a:gd name="connsiteY1" fmla="*/ 1 h 2212086"/>
                <a:gd name="connsiteX2" fmla="*/ 1342499 w 2522528"/>
                <a:gd name="connsiteY2" fmla="*/ 355332 h 2212086"/>
                <a:gd name="connsiteX3" fmla="*/ 1301348 w 2522528"/>
                <a:gd name="connsiteY3" fmla="*/ 607391 h 2212086"/>
                <a:gd name="connsiteX4" fmla="*/ 1140301 w 2522528"/>
                <a:gd name="connsiteY4" fmla="*/ 936059 h 2212086"/>
                <a:gd name="connsiteX5" fmla="*/ 960265 w 2522528"/>
                <a:gd name="connsiteY5" fmla="*/ 1208852 h 2212086"/>
                <a:gd name="connsiteX6" fmla="*/ 776576 w 2522528"/>
                <a:gd name="connsiteY6" fmla="*/ 1613112 h 2212086"/>
                <a:gd name="connsiteX7" fmla="*/ 790819 w 2522528"/>
                <a:gd name="connsiteY7" fmla="*/ 1922790 h 2212086"/>
                <a:gd name="connsiteX8" fmla="*/ 921555 w 2522528"/>
                <a:gd name="connsiteY8" fmla="*/ 2090409 h 2212086"/>
                <a:gd name="connsiteX9" fmla="*/ 1128251 w 2522528"/>
                <a:gd name="connsiteY9" fmla="*/ 2095522 h 2212086"/>
                <a:gd name="connsiteX10" fmla="*/ 1262638 w 2522528"/>
                <a:gd name="connsiteY10" fmla="*/ 1977202 h 2212086"/>
                <a:gd name="connsiteX11" fmla="*/ 1401774 w 2522528"/>
                <a:gd name="connsiteY11" fmla="*/ 1813234 h 2212086"/>
                <a:gd name="connsiteX12" fmla="*/ 1557343 w 2522528"/>
                <a:gd name="connsiteY12" fmla="*/ 1693453 h 2212086"/>
                <a:gd name="connsiteX13" fmla="*/ 1825755 w 2522528"/>
                <a:gd name="connsiteY13" fmla="*/ 1710982 h 2212086"/>
                <a:gd name="connsiteX14" fmla="*/ 1955395 w 2522528"/>
                <a:gd name="connsiteY14" fmla="*/ 1819077 h 2212086"/>
                <a:gd name="connsiteX15" fmla="*/ 2079194 w 2522528"/>
                <a:gd name="connsiteY15" fmla="*/ 1969533 h 2212086"/>
                <a:gd name="connsiteX16" fmla="*/ 2226728 w 2522528"/>
                <a:gd name="connsiteY16" fmla="*/ 2097713 h 2212086"/>
                <a:gd name="connsiteX17" fmla="*/ 2286253 w 2522528"/>
                <a:gd name="connsiteY17" fmla="*/ 2117433 h 2212086"/>
                <a:gd name="connsiteX18" fmla="*/ 2398000 w 2522528"/>
                <a:gd name="connsiteY18" fmla="*/ 2069594 h 2212086"/>
                <a:gd name="connsiteX19" fmla="*/ 2436710 w 2522528"/>
                <a:gd name="connsiteY19" fmla="*/ 1973550 h 2212086"/>
                <a:gd name="connsiteX20" fmla="*/ 2453874 w 2522528"/>
                <a:gd name="connsiteY20" fmla="*/ 1963690 h 2212086"/>
                <a:gd name="connsiteX21" fmla="*/ 2522528 w 2522528"/>
                <a:gd name="connsiteY21" fmla="*/ 1962229 h 2212086"/>
                <a:gd name="connsiteX22" fmla="*/ 2428676 w 2522528"/>
                <a:gd name="connsiteY22" fmla="*/ 2159065 h 2212086"/>
                <a:gd name="connsiteX23" fmla="*/ 2213581 w 2522528"/>
                <a:gd name="connsiteY23" fmla="*/ 2184992 h 2212086"/>
                <a:gd name="connsiteX24" fmla="*/ 2052534 w 2522528"/>
                <a:gd name="connsiteY24" fmla="*/ 2065942 h 2212086"/>
                <a:gd name="connsiteX25" fmla="*/ 1909382 w 2522528"/>
                <a:gd name="connsiteY25" fmla="*/ 1897957 h 2212086"/>
                <a:gd name="connsiteX26" fmla="*/ 1801287 w 2522528"/>
                <a:gd name="connsiteY26" fmla="*/ 1799357 h 2212086"/>
                <a:gd name="connsiteX27" fmla="*/ 1542736 w 2522528"/>
                <a:gd name="connsiteY27" fmla="*/ 1810678 h 2212086"/>
                <a:gd name="connsiteX28" fmla="*/ 1407252 w 2522528"/>
                <a:gd name="connsiteY28" fmla="*/ 1952369 h 2212086"/>
                <a:gd name="connsiteX29" fmla="*/ 1275420 w 2522528"/>
                <a:gd name="connsiteY29" fmla="*/ 2101730 h 2212086"/>
                <a:gd name="connsiteX30" fmla="*/ 1053387 w 2522528"/>
                <a:gd name="connsiteY30" fmla="*/ 2210190 h 2212086"/>
                <a:gd name="connsiteX31" fmla="*/ 772195 w 2522528"/>
                <a:gd name="connsiteY31" fmla="*/ 2080915 h 2212086"/>
                <a:gd name="connsiteX32" fmla="*/ 683089 w 2522528"/>
                <a:gd name="connsiteY32" fmla="*/ 1838432 h 2212086"/>
                <a:gd name="connsiteX33" fmla="*/ 735311 w 2522528"/>
                <a:gd name="connsiteY33" fmla="*/ 1479819 h 2212086"/>
                <a:gd name="connsiteX34" fmla="*/ 929954 w 2522528"/>
                <a:gd name="connsiteY34" fmla="*/ 1102948 h 2212086"/>
                <a:gd name="connsiteX35" fmla="*/ 1115103 w 2522528"/>
                <a:gd name="connsiteY35" fmla="*/ 810800 h 2212086"/>
                <a:gd name="connsiteX36" fmla="*/ 1247301 w 2522528"/>
                <a:gd name="connsiteY36" fmla="*/ 492723 h 2212086"/>
                <a:gd name="connsiteX37" fmla="*/ 1256385 w 2522528"/>
                <a:gd name="connsiteY37" fmla="*/ 368925 h 2212086"/>
                <a:gd name="connsiteX38" fmla="*/ 298 w 2522528"/>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1 h 2212086"/>
                <a:gd name="connsiteX1" fmla="*/ 47205 w 2522230"/>
                <a:gd name="connsiteY1" fmla="*/ 1 h 2212086"/>
                <a:gd name="connsiteX2" fmla="*/ 1342201 w 2522230"/>
                <a:gd name="connsiteY2" fmla="*/ 355332 h 2212086"/>
                <a:gd name="connsiteX3" fmla="*/ 1301050 w 2522230"/>
                <a:gd name="connsiteY3" fmla="*/ 607391 h 2212086"/>
                <a:gd name="connsiteX4" fmla="*/ 1140003 w 2522230"/>
                <a:gd name="connsiteY4" fmla="*/ 936059 h 2212086"/>
                <a:gd name="connsiteX5" fmla="*/ 959967 w 2522230"/>
                <a:gd name="connsiteY5" fmla="*/ 1208852 h 2212086"/>
                <a:gd name="connsiteX6" fmla="*/ 776278 w 2522230"/>
                <a:gd name="connsiteY6" fmla="*/ 1613112 h 2212086"/>
                <a:gd name="connsiteX7" fmla="*/ 790521 w 2522230"/>
                <a:gd name="connsiteY7" fmla="*/ 1922790 h 2212086"/>
                <a:gd name="connsiteX8" fmla="*/ 921257 w 2522230"/>
                <a:gd name="connsiteY8" fmla="*/ 2090409 h 2212086"/>
                <a:gd name="connsiteX9" fmla="*/ 1127953 w 2522230"/>
                <a:gd name="connsiteY9" fmla="*/ 2095522 h 2212086"/>
                <a:gd name="connsiteX10" fmla="*/ 1262340 w 2522230"/>
                <a:gd name="connsiteY10" fmla="*/ 1977202 h 2212086"/>
                <a:gd name="connsiteX11" fmla="*/ 1401476 w 2522230"/>
                <a:gd name="connsiteY11" fmla="*/ 1813234 h 2212086"/>
                <a:gd name="connsiteX12" fmla="*/ 1557045 w 2522230"/>
                <a:gd name="connsiteY12" fmla="*/ 1693453 h 2212086"/>
                <a:gd name="connsiteX13" fmla="*/ 1825457 w 2522230"/>
                <a:gd name="connsiteY13" fmla="*/ 1710982 h 2212086"/>
                <a:gd name="connsiteX14" fmla="*/ 1955097 w 2522230"/>
                <a:gd name="connsiteY14" fmla="*/ 1819077 h 2212086"/>
                <a:gd name="connsiteX15" fmla="*/ 2078896 w 2522230"/>
                <a:gd name="connsiteY15" fmla="*/ 1969533 h 2212086"/>
                <a:gd name="connsiteX16" fmla="*/ 2226430 w 2522230"/>
                <a:gd name="connsiteY16" fmla="*/ 2097713 h 2212086"/>
                <a:gd name="connsiteX17" fmla="*/ 2285955 w 2522230"/>
                <a:gd name="connsiteY17" fmla="*/ 2117433 h 2212086"/>
                <a:gd name="connsiteX18" fmla="*/ 2397702 w 2522230"/>
                <a:gd name="connsiteY18" fmla="*/ 2069594 h 2212086"/>
                <a:gd name="connsiteX19" fmla="*/ 2436412 w 2522230"/>
                <a:gd name="connsiteY19" fmla="*/ 1973550 h 2212086"/>
                <a:gd name="connsiteX20" fmla="*/ 2453576 w 2522230"/>
                <a:gd name="connsiteY20" fmla="*/ 1963690 h 2212086"/>
                <a:gd name="connsiteX21" fmla="*/ 2522230 w 2522230"/>
                <a:gd name="connsiteY21" fmla="*/ 1962229 h 2212086"/>
                <a:gd name="connsiteX22" fmla="*/ 2428378 w 2522230"/>
                <a:gd name="connsiteY22" fmla="*/ 2159065 h 2212086"/>
                <a:gd name="connsiteX23" fmla="*/ 2213283 w 2522230"/>
                <a:gd name="connsiteY23" fmla="*/ 2184992 h 2212086"/>
                <a:gd name="connsiteX24" fmla="*/ 2052236 w 2522230"/>
                <a:gd name="connsiteY24" fmla="*/ 2065942 h 2212086"/>
                <a:gd name="connsiteX25" fmla="*/ 1909084 w 2522230"/>
                <a:gd name="connsiteY25" fmla="*/ 1897957 h 2212086"/>
                <a:gd name="connsiteX26" fmla="*/ 1800989 w 2522230"/>
                <a:gd name="connsiteY26" fmla="*/ 1799357 h 2212086"/>
                <a:gd name="connsiteX27" fmla="*/ 1542438 w 2522230"/>
                <a:gd name="connsiteY27" fmla="*/ 1810678 h 2212086"/>
                <a:gd name="connsiteX28" fmla="*/ 1406954 w 2522230"/>
                <a:gd name="connsiteY28" fmla="*/ 1952369 h 2212086"/>
                <a:gd name="connsiteX29" fmla="*/ 1275122 w 2522230"/>
                <a:gd name="connsiteY29" fmla="*/ 2101730 h 2212086"/>
                <a:gd name="connsiteX30" fmla="*/ 1053089 w 2522230"/>
                <a:gd name="connsiteY30" fmla="*/ 2210190 h 2212086"/>
                <a:gd name="connsiteX31" fmla="*/ 771897 w 2522230"/>
                <a:gd name="connsiteY31" fmla="*/ 2080915 h 2212086"/>
                <a:gd name="connsiteX32" fmla="*/ 682791 w 2522230"/>
                <a:gd name="connsiteY32" fmla="*/ 1838432 h 2212086"/>
                <a:gd name="connsiteX33" fmla="*/ 735013 w 2522230"/>
                <a:gd name="connsiteY33" fmla="*/ 1479819 h 2212086"/>
                <a:gd name="connsiteX34" fmla="*/ 929656 w 2522230"/>
                <a:gd name="connsiteY34" fmla="*/ 1102948 h 2212086"/>
                <a:gd name="connsiteX35" fmla="*/ 1114805 w 2522230"/>
                <a:gd name="connsiteY35" fmla="*/ 810800 h 2212086"/>
                <a:gd name="connsiteX36" fmla="*/ 1247003 w 2522230"/>
                <a:gd name="connsiteY36" fmla="*/ 492723 h 2212086"/>
                <a:gd name="connsiteX37" fmla="*/ 1256087 w 2522230"/>
                <a:gd name="connsiteY37" fmla="*/ 368925 h 2212086"/>
                <a:gd name="connsiteX38" fmla="*/ 0 w 2522230"/>
                <a:gd name="connsiteY38" fmla="*/ 60031 h 2212086"/>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1256087 w 2522230"/>
                <a:gd name="connsiteY37" fmla="*/ 368924 h 2212085"/>
                <a:gd name="connsiteX38" fmla="*/ 0 w 2522230"/>
                <a:gd name="connsiteY38"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0030 h 2212085"/>
                <a:gd name="connsiteX1" fmla="*/ 47205 w 2522230"/>
                <a:gd name="connsiteY1" fmla="*/ 0 h 2212085"/>
                <a:gd name="connsiteX2" fmla="*/ 1342201 w 2522230"/>
                <a:gd name="connsiteY2" fmla="*/ 355331 h 2212085"/>
                <a:gd name="connsiteX3" fmla="*/ 1301050 w 2522230"/>
                <a:gd name="connsiteY3" fmla="*/ 607390 h 2212085"/>
                <a:gd name="connsiteX4" fmla="*/ 1140003 w 2522230"/>
                <a:gd name="connsiteY4" fmla="*/ 936058 h 2212085"/>
                <a:gd name="connsiteX5" fmla="*/ 959967 w 2522230"/>
                <a:gd name="connsiteY5" fmla="*/ 1208851 h 2212085"/>
                <a:gd name="connsiteX6" fmla="*/ 776278 w 2522230"/>
                <a:gd name="connsiteY6" fmla="*/ 1613111 h 2212085"/>
                <a:gd name="connsiteX7" fmla="*/ 790521 w 2522230"/>
                <a:gd name="connsiteY7" fmla="*/ 1922789 h 2212085"/>
                <a:gd name="connsiteX8" fmla="*/ 921257 w 2522230"/>
                <a:gd name="connsiteY8" fmla="*/ 2090408 h 2212085"/>
                <a:gd name="connsiteX9" fmla="*/ 1127953 w 2522230"/>
                <a:gd name="connsiteY9" fmla="*/ 2095521 h 2212085"/>
                <a:gd name="connsiteX10" fmla="*/ 1262340 w 2522230"/>
                <a:gd name="connsiteY10" fmla="*/ 1977201 h 2212085"/>
                <a:gd name="connsiteX11" fmla="*/ 1401476 w 2522230"/>
                <a:gd name="connsiteY11" fmla="*/ 1813233 h 2212085"/>
                <a:gd name="connsiteX12" fmla="*/ 1557045 w 2522230"/>
                <a:gd name="connsiteY12" fmla="*/ 1693452 h 2212085"/>
                <a:gd name="connsiteX13" fmla="*/ 1825457 w 2522230"/>
                <a:gd name="connsiteY13" fmla="*/ 1710981 h 2212085"/>
                <a:gd name="connsiteX14" fmla="*/ 1955097 w 2522230"/>
                <a:gd name="connsiteY14" fmla="*/ 1819076 h 2212085"/>
                <a:gd name="connsiteX15" fmla="*/ 2078896 w 2522230"/>
                <a:gd name="connsiteY15" fmla="*/ 1969532 h 2212085"/>
                <a:gd name="connsiteX16" fmla="*/ 2226430 w 2522230"/>
                <a:gd name="connsiteY16" fmla="*/ 2097712 h 2212085"/>
                <a:gd name="connsiteX17" fmla="*/ 2285955 w 2522230"/>
                <a:gd name="connsiteY17" fmla="*/ 2117432 h 2212085"/>
                <a:gd name="connsiteX18" fmla="*/ 2397702 w 2522230"/>
                <a:gd name="connsiteY18" fmla="*/ 2069593 h 2212085"/>
                <a:gd name="connsiteX19" fmla="*/ 2436412 w 2522230"/>
                <a:gd name="connsiteY19" fmla="*/ 1973549 h 2212085"/>
                <a:gd name="connsiteX20" fmla="*/ 2453576 w 2522230"/>
                <a:gd name="connsiteY20" fmla="*/ 1963689 h 2212085"/>
                <a:gd name="connsiteX21" fmla="*/ 2522230 w 2522230"/>
                <a:gd name="connsiteY21" fmla="*/ 1962228 h 2212085"/>
                <a:gd name="connsiteX22" fmla="*/ 2428378 w 2522230"/>
                <a:gd name="connsiteY22" fmla="*/ 2159064 h 2212085"/>
                <a:gd name="connsiteX23" fmla="*/ 2213283 w 2522230"/>
                <a:gd name="connsiteY23" fmla="*/ 2184991 h 2212085"/>
                <a:gd name="connsiteX24" fmla="*/ 2052236 w 2522230"/>
                <a:gd name="connsiteY24" fmla="*/ 2065941 h 2212085"/>
                <a:gd name="connsiteX25" fmla="*/ 1909084 w 2522230"/>
                <a:gd name="connsiteY25" fmla="*/ 1897956 h 2212085"/>
                <a:gd name="connsiteX26" fmla="*/ 1800989 w 2522230"/>
                <a:gd name="connsiteY26" fmla="*/ 1799356 h 2212085"/>
                <a:gd name="connsiteX27" fmla="*/ 1542438 w 2522230"/>
                <a:gd name="connsiteY27" fmla="*/ 1810677 h 2212085"/>
                <a:gd name="connsiteX28" fmla="*/ 1406954 w 2522230"/>
                <a:gd name="connsiteY28" fmla="*/ 1952368 h 2212085"/>
                <a:gd name="connsiteX29" fmla="*/ 1275122 w 2522230"/>
                <a:gd name="connsiteY29" fmla="*/ 2101729 h 2212085"/>
                <a:gd name="connsiteX30" fmla="*/ 1053089 w 2522230"/>
                <a:gd name="connsiteY30" fmla="*/ 2210189 h 2212085"/>
                <a:gd name="connsiteX31" fmla="*/ 771897 w 2522230"/>
                <a:gd name="connsiteY31" fmla="*/ 2080914 h 2212085"/>
                <a:gd name="connsiteX32" fmla="*/ 682791 w 2522230"/>
                <a:gd name="connsiteY32" fmla="*/ 1838431 h 2212085"/>
                <a:gd name="connsiteX33" fmla="*/ 735013 w 2522230"/>
                <a:gd name="connsiteY33" fmla="*/ 1479818 h 2212085"/>
                <a:gd name="connsiteX34" fmla="*/ 929656 w 2522230"/>
                <a:gd name="connsiteY34" fmla="*/ 1102947 h 2212085"/>
                <a:gd name="connsiteX35" fmla="*/ 1114805 w 2522230"/>
                <a:gd name="connsiteY35" fmla="*/ 810799 h 2212085"/>
                <a:gd name="connsiteX36" fmla="*/ 1247003 w 2522230"/>
                <a:gd name="connsiteY36" fmla="*/ 492722 h 2212085"/>
                <a:gd name="connsiteX37" fmla="*/ 0 w 2522230"/>
                <a:gd name="connsiteY37" fmla="*/ 60030 h 2212085"/>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0 w 2522230"/>
                <a:gd name="connsiteY0" fmla="*/ 62744 h 2214799"/>
                <a:gd name="connsiteX1" fmla="*/ 49918 w 2522230"/>
                <a:gd name="connsiteY1" fmla="*/ 0 h 2214799"/>
                <a:gd name="connsiteX2" fmla="*/ 1342201 w 2522230"/>
                <a:gd name="connsiteY2" fmla="*/ 358045 h 2214799"/>
                <a:gd name="connsiteX3" fmla="*/ 1301050 w 2522230"/>
                <a:gd name="connsiteY3" fmla="*/ 610104 h 2214799"/>
                <a:gd name="connsiteX4" fmla="*/ 1140003 w 2522230"/>
                <a:gd name="connsiteY4" fmla="*/ 938772 h 2214799"/>
                <a:gd name="connsiteX5" fmla="*/ 959967 w 2522230"/>
                <a:gd name="connsiteY5" fmla="*/ 1211565 h 2214799"/>
                <a:gd name="connsiteX6" fmla="*/ 776278 w 2522230"/>
                <a:gd name="connsiteY6" fmla="*/ 1615825 h 2214799"/>
                <a:gd name="connsiteX7" fmla="*/ 790521 w 2522230"/>
                <a:gd name="connsiteY7" fmla="*/ 1925503 h 2214799"/>
                <a:gd name="connsiteX8" fmla="*/ 921257 w 2522230"/>
                <a:gd name="connsiteY8" fmla="*/ 2093122 h 2214799"/>
                <a:gd name="connsiteX9" fmla="*/ 1127953 w 2522230"/>
                <a:gd name="connsiteY9" fmla="*/ 2098235 h 2214799"/>
                <a:gd name="connsiteX10" fmla="*/ 1262340 w 2522230"/>
                <a:gd name="connsiteY10" fmla="*/ 1979915 h 2214799"/>
                <a:gd name="connsiteX11" fmla="*/ 1401476 w 2522230"/>
                <a:gd name="connsiteY11" fmla="*/ 1815947 h 2214799"/>
                <a:gd name="connsiteX12" fmla="*/ 1557045 w 2522230"/>
                <a:gd name="connsiteY12" fmla="*/ 1696166 h 2214799"/>
                <a:gd name="connsiteX13" fmla="*/ 1825457 w 2522230"/>
                <a:gd name="connsiteY13" fmla="*/ 1713695 h 2214799"/>
                <a:gd name="connsiteX14" fmla="*/ 1955097 w 2522230"/>
                <a:gd name="connsiteY14" fmla="*/ 1821790 h 2214799"/>
                <a:gd name="connsiteX15" fmla="*/ 2078896 w 2522230"/>
                <a:gd name="connsiteY15" fmla="*/ 1972246 h 2214799"/>
                <a:gd name="connsiteX16" fmla="*/ 2226430 w 2522230"/>
                <a:gd name="connsiteY16" fmla="*/ 2100426 h 2214799"/>
                <a:gd name="connsiteX17" fmla="*/ 2285955 w 2522230"/>
                <a:gd name="connsiteY17" fmla="*/ 2120146 h 2214799"/>
                <a:gd name="connsiteX18" fmla="*/ 2397702 w 2522230"/>
                <a:gd name="connsiteY18" fmla="*/ 2072307 h 2214799"/>
                <a:gd name="connsiteX19" fmla="*/ 2436412 w 2522230"/>
                <a:gd name="connsiteY19" fmla="*/ 1976263 h 2214799"/>
                <a:gd name="connsiteX20" fmla="*/ 2453576 w 2522230"/>
                <a:gd name="connsiteY20" fmla="*/ 1966403 h 2214799"/>
                <a:gd name="connsiteX21" fmla="*/ 2522230 w 2522230"/>
                <a:gd name="connsiteY21" fmla="*/ 1964942 h 2214799"/>
                <a:gd name="connsiteX22" fmla="*/ 2428378 w 2522230"/>
                <a:gd name="connsiteY22" fmla="*/ 2161778 h 2214799"/>
                <a:gd name="connsiteX23" fmla="*/ 2213283 w 2522230"/>
                <a:gd name="connsiteY23" fmla="*/ 2187705 h 2214799"/>
                <a:gd name="connsiteX24" fmla="*/ 2052236 w 2522230"/>
                <a:gd name="connsiteY24" fmla="*/ 2068655 h 2214799"/>
                <a:gd name="connsiteX25" fmla="*/ 1909084 w 2522230"/>
                <a:gd name="connsiteY25" fmla="*/ 1900670 h 2214799"/>
                <a:gd name="connsiteX26" fmla="*/ 1800989 w 2522230"/>
                <a:gd name="connsiteY26" fmla="*/ 1802070 h 2214799"/>
                <a:gd name="connsiteX27" fmla="*/ 1542438 w 2522230"/>
                <a:gd name="connsiteY27" fmla="*/ 1813391 h 2214799"/>
                <a:gd name="connsiteX28" fmla="*/ 1406954 w 2522230"/>
                <a:gd name="connsiteY28" fmla="*/ 1955082 h 2214799"/>
                <a:gd name="connsiteX29" fmla="*/ 1275122 w 2522230"/>
                <a:gd name="connsiteY29" fmla="*/ 2104443 h 2214799"/>
                <a:gd name="connsiteX30" fmla="*/ 1053089 w 2522230"/>
                <a:gd name="connsiteY30" fmla="*/ 2212903 h 2214799"/>
                <a:gd name="connsiteX31" fmla="*/ 771897 w 2522230"/>
                <a:gd name="connsiteY31" fmla="*/ 2083628 h 2214799"/>
                <a:gd name="connsiteX32" fmla="*/ 682791 w 2522230"/>
                <a:gd name="connsiteY32" fmla="*/ 1841145 h 2214799"/>
                <a:gd name="connsiteX33" fmla="*/ 735013 w 2522230"/>
                <a:gd name="connsiteY33" fmla="*/ 1482532 h 2214799"/>
                <a:gd name="connsiteX34" fmla="*/ 929656 w 2522230"/>
                <a:gd name="connsiteY34" fmla="*/ 1105661 h 2214799"/>
                <a:gd name="connsiteX35" fmla="*/ 1114805 w 2522230"/>
                <a:gd name="connsiteY35" fmla="*/ 813513 h 2214799"/>
                <a:gd name="connsiteX36" fmla="*/ 1247003 w 2522230"/>
                <a:gd name="connsiteY36" fmla="*/ 495436 h 2214799"/>
                <a:gd name="connsiteX37" fmla="*/ 0 w 2522230"/>
                <a:gd name="connsiteY37" fmla="*/ 62744 h 2214799"/>
                <a:gd name="connsiteX0" fmla="*/ 75016 w 2597246"/>
                <a:gd name="connsiteY0" fmla="*/ 154998 h 2307053"/>
                <a:gd name="connsiteX1" fmla="*/ 8260 w 2597246"/>
                <a:gd name="connsiteY1" fmla="*/ 0 h 2307053"/>
                <a:gd name="connsiteX2" fmla="*/ 1417217 w 2597246"/>
                <a:gd name="connsiteY2" fmla="*/ 450299 h 2307053"/>
                <a:gd name="connsiteX3" fmla="*/ 1376066 w 2597246"/>
                <a:gd name="connsiteY3" fmla="*/ 702358 h 2307053"/>
                <a:gd name="connsiteX4" fmla="*/ 1215019 w 2597246"/>
                <a:gd name="connsiteY4" fmla="*/ 1031026 h 2307053"/>
                <a:gd name="connsiteX5" fmla="*/ 1034983 w 2597246"/>
                <a:gd name="connsiteY5" fmla="*/ 1303819 h 2307053"/>
                <a:gd name="connsiteX6" fmla="*/ 851294 w 2597246"/>
                <a:gd name="connsiteY6" fmla="*/ 1708079 h 2307053"/>
                <a:gd name="connsiteX7" fmla="*/ 865537 w 2597246"/>
                <a:gd name="connsiteY7" fmla="*/ 2017757 h 2307053"/>
                <a:gd name="connsiteX8" fmla="*/ 996273 w 2597246"/>
                <a:gd name="connsiteY8" fmla="*/ 2185376 h 2307053"/>
                <a:gd name="connsiteX9" fmla="*/ 1202969 w 2597246"/>
                <a:gd name="connsiteY9" fmla="*/ 2190489 h 2307053"/>
                <a:gd name="connsiteX10" fmla="*/ 1337356 w 2597246"/>
                <a:gd name="connsiteY10" fmla="*/ 2072169 h 2307053"/>
                <a:gd name="connsiteX11" fmla="*/ 1476492 w 2597246"/>
                <a:gd name="connsiteY11" fmla="*/ 1908201 h 2307053"/>
                <a:gd name="connsiteX12" fmla="*/ 1632061 w 2597246"/>
                <a:gd name="connsiteY12" fmla="*/ 1788420 h 2307053"/>
                <a:gd name="connsiteX13" fmla="*/ 1900473 w 2597246"/>
                <a:gd name="connsiteY13" fmla="*/ 1805949 h 2307053"/>
                <a:gd name="connsiteX14" fmla="*/ 2030113 w 2597246"/>
                <a:gd name="connsiteY14" fmla="*/ 1914044 h 2307053"/>
                <a:gd name="connsiteX15" fmla="*/ 2153912 w 2597246"/>
                <a:gd name="connsiteY15" fmla="*/ 2064500 h 2307053"/>
                <a:gd name="connsiteX16" fmla="*/ 2301446 w 2597246"/>
                <a:gd name="connsiteY16" fmla="*/ 2192680 h 2307053"/>
                <a:gd name="connsiteX17" fmla="*/ 2360971 w 2597246"/>
                <a:gd name="connsiteY17" fmla="*/ 2212400 h 2307053"/>
                <a:gd name="connsiteX18" fmla="*/ 2472718 w 2597246"/>
                <a:gd name="connsiteY18" fmla="*/ 2164561 h 2307053"/>
                <a:gd name="connsiteX19" fmla="*/ 2511428 w 2597246"/>
                <a:gd name="connsiteY19" fmla="*/ 2068517 h 2307053"/>
                <a:gd name="connsiteX20" fmla="*/ 2528592 w 2597246"/>
                <a:gd name="connsiteY20" fmla="*/ 2058657 h 2307053"/>
                <a:gd name="connsiteX21" fmla="*/ 2597246 w 2597246"/>
                <a:gd name="connsiteY21" fmla="*/ 2057196 h 2307053"/>
                <a:gd name="connsiteX22" fmla="*/ 2503394 w 2597246"/>
                <a:gd name="connsiteY22" fmla="*/ 2254032 h 2307053"/>
                <a:gd name="connsiteX23" fmla="*/ 2288299 w 2597246"/>
                <a:gd name="connsiteY23" fmla="*/ 2279959 h 2307053"/>
                <a:gd name="connsiteX24" fmla="*/ 2127252 w 2597246"/>
                <a:gd name="connsiteY24" fmla="*/ 2160909 h 2307053"/>
                <a:gd name="connsiteX25" fmla="*/ 1984100 w 2597246"/>
                <a:gd name="connsiteY25" fmla="*/ 1992924 h 2307053"/>
                <a:gd name="connsiteX26" fmla="*/ 1876005 w 2597246"/>
                <a:gd name="connsiteY26" fmla="*/ 1894324 h 2307053"/>
                <a:gd name="connsiteX27" fmla="*/ 1617454 w 2597246"/>
                <a:gd name="connsiteY27" fmla="*/ 1905645 h 2307053"/>
                <a:gd name="connsiteX28" fmla="*/ 1481970 w 2597246"/>
                <a:gd name="connsiteY28" fmla="*/ 2047336 h 2307053"/>
                <a:gd name="connsiteX29" fmla="*/ 1350138 w 2597246"/>
                <a:gd name="connsiteY29" fmla="*/ 2196697 h 2307053"/>
                <a:gd name="connsiteX30" fmla="*/ 1128105 w 2597246"/>
                <a:gd name="connsiteY30" fmla="*/ 2305157 h 2307053"/>
                <a:gd name="connsiteX31" fmla="*/ 846913 w 2597246"/>
                <a:gd name="connsiteY31" fmla="*/ 2175882 h 2307053"/>
                <a:gd name="connsiteX32" fmla="*/ 757807 w 2597246"/>
                <a:gd name="connsiteY32" fmla="*/ 1933399 h 2307053"/>
                <a:gd name="connsiteX33" fmla="*/ 810029 w 2597246"/>
                <a:gd name="connsiteY33" fmla="*/ 1574786 h 2307053"/>
                <a:gd name="connsiteX34" fmla="*/ 1004672 w 2597246"/>
                <a:gd name="connsiteY34" fmla="*/ 1197915 h 2307053"/>
                <a:gd name="connsiteX35" fmla="*/ 1189821 w 2597246"/>
                <a:gd name="connsiteY35" fmla="*/ 905767 h 2307053"/>
                <a:gd name="connsiteX36" fmla="*/ 1322019 w 2597246"/>
                <a:gd name="connsiteY36" fmla="*/ 587690 h 2307053"/>
                <a:gd name="connsiteX37" fmla="*/ 75016 w 2597246"/>
                <a:gd name="connsiteY37" fmla="*/ 154998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4720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36190"/>
                <a:gd name="connsiteY0" fmla="*/ 46464 h 2307053"/>
                <a:gd name="connsiteX1" fmla="*/ 55344 w 2636190"/>
                <a:gd name="connsiteY1" fmla="*/ 0 h 2307053"/>
                <a:gd name="connsiteX2" fmla="*/ 1456161 w 2636190"/>
                <a:gd name="connsiteY2" fmla="*/ 450299 h 2307053"/>
                <a:gd name="connsiteX3" fmla="*/ 1415010 w 2636190"/>
                <a:gd name="connsiteY3" fmla="*/ 702358 h 2307053"/>
                <a:gd name="connsiteX4" fmla="*/ 1253963 w 2636190"/>
                <a:gd name="connsiteY4" fmla="*/ 1031026 h 2307053"/>
                <a:gd name="connsiteX5" fmla="*/ 1073927 w 2636190"/>
                <a:gd name="connsiteY5" fmla="*/ 1303819 h 2307053"/>
                <a:gd name="connsiteX6" fmla="*/ 890238 w 2636190"/>
                <a:gd name="connsiteY6" fmla="*/ 1708079 h 2307053"/>
                <a:gd name="connsiteX7" fmla="*/ 904481 w 2636190"/>
                <a:gd name="connsiteY7" fmla="*/ 2017757 h 2307053"/>
                <a:gd name="connsiteX8" fmla="*/ 1035217 w 2636190"/>
                <a:gd name="connsiteY8" fmla="*/ 2185376 h 2307053"/>
                <a:gd name="connsiteX9" fmla="*/ 1241913 w 2636190"/>
                <a:gd name="connsiteY9" fmla="*/ 2190489 h 2307053"/>
                <a:gd name="connsiteX10" fmla="*/ 1376300 w 2636190"/>
                <a:gd name="connsiteY10" fmla="*/ 2072169 h 2307053"/>
                <a:gd name="connsiteX11" fmla="*/ 1515436 w 2636190"/>
                <a:gd name="connsiteY11" fmla="*/ 1908201 h 2307053"/>
                <a:gd name="connsiteX12" fmla="*/ 1671005 w 2636190"/>
                <a:gd name="connsiteY12" fmla="*/ 1788420 h 2307053"/>
                <a:gd name="connsiteX13" fmla="*/ 1939417 w 2636190"/>
                <a:gd name="connsiteY13" fmla="*/ 1805949 h 2307053"/>
                <a:gd name="connsiteX14" fmla="*/ 2069057 w 2636190"/>
                <a:gd name="connsiteY14" fmla="*/ 1914044 h 2307053"/>
                <a:gd name="connsiteX15" fmla="*/ 2192856 w 2636190"/>
                <a:gd name="connsiteY15" fmla="*/ 2064500 h 2307053"/>
                <a:gd name="connsiteX16" fmla="*/ 2340390 w 2636190"/>
                <a:gd name="connsiteY16" fmla="*/ 2192680 h 2307053"/>
                <a:gd name="connsiteX17" fmla="*/ 2399915 w 2636190"/>
                <a:gd name="connsiteY17" fmla="*/ 2212400 h 2307053"/>
                <a:gd name="connsiteX18" fmla="*/ 2511662 w 2636190"/>
                <a:gd name="connsiteY18" fmla="*/ 2164561 h 2307053"/>
                <a:gd name="connsiteX19" fmla="*/ 2550372 w 2636190"/>
                <a:gd name="connsiteY19" fmla="*/ 2068517 h 2307053"/>
                <a:gd name="connsiteX20" fmla="*/ 2567536 w 2636190"/>
                <a:gd name="connsiteY20" fmla="*/ 2058657 h 2307053"/>
                <a:gd name="connsiteX21" fmla="*/ 2636190 w 2636190"/>
                <a:gd name="connsiteY21" fmla="*/ 2057196 h 2307053"/>
                <a:gd name="connsiteX22" fmla="*/ 2542338 w 2636190"/>
                <a:gd name="connsiteY22" fmla="*/ 2254032 h 2307053"/>
                <a:gd name="connsiteX23" fmla="*/ 2327243 w 2636190"/>
                <a:gd name="connsiteY23" fmla="*/ 2279959 h 2307053"/>
                <a:gd name="connsiteX24" fmla="*/ 2166196 w 2636190"/>
                <a:gd name="connsiteY24" fmla="*/ 2160909 h 2307053"/>
                <a:gd name="connsiteX25" fmla="*/ 2023044 w 2636190"/>
                <a:gd name="connsiteY25" fmla="*/ 1992924 h 2307053"/>
                <a:gd name="connsiteX26" fmla="*/ 1914949 w 2636190"/>
                <a:gd name="connsiteY26" fmla="*/ 1894324 h 2307053"/>
                <a:gd name="connsiteX27" fmla="*/ 1656398 w 2636190"/>
                <a:gd name="connsiteY27" fmla="*/ 1905645 h 2307053"/>
                <a:gd name="connsiteX28" fmla="*/ 1520914 w 2636190"/>
                <a:gd name="connsiteY28" fmla="*/ 2047336 h 2307053"/>
                <a:gd name="connsiteX29" fmla="*/ 1389082 w 2636190"/>
                <a:gd name="connsiteY29" fmla="*/ 2196697 h 2307053"/>
                <a:gd name="connsiteX30" fmla="*/ 1167049 w 2636190"/>
                <a:gd name="connsiteY30" fmla="*/ 2305157 h 2307053"/>
                <a:gd name="connsiteX31" fmla="*/ 885857 w 2636190"/>
                <a:gd name="connsiteY31" fmla="*/ 2175882 h 2307053"/>
                <a:gd name="connsiteX32" fmla="*/ 796751 w 2636190"/>
                <a:gd name="connsiteY32" fmla="*/ 1933399 h 2307053"/>
                <a:gd name="connsiteX33" fmla="*/ 848973 w 2636190"/>
                <a:gd name="connsiteY33" fmla="*/ 1574786 h 2307053"/>
                <a:gd name="connsiteX34" fmla="*/ 1043616 w 2636190"/>
                <a:gd name="connsiteY34" fmla="*/ 1197915 h 2307053"/>
                <a:gd name="connsiteX35" fmla="*/ 1228765 w 2636190"/>
                <a:gd name="connsiteY35" fmla="*/ 905767 h 2307053"/>
                <a:gd name="connsiteX36" fmla="*/ 1360963 w 2636190"/>
                <a:gd name="connsiteY36" fmla="*/ 587690 h 2307053"/>
                <a:gd name="connsiteX37" fmla="*/ 0 w 2636190"/>
                <a:gd name="connsiteY37" fmla="*/ 46464 h 2307053"/>
                <a:gd name="connsiteX0" fmla="*/ 0 w 2649757"/>
                <a:gd name="connsiteY0" fmla="*/ 46464 h 2307053"/>
                <a:gd name="connsiteX1" fmla="*/ 68911 w 2649757"/>
                <a:gd name="connsiteY1" fmla="*/ 0 h 2307053"/>
                <a:gd name="connsiteX2" fmla="*/ 1469728 w 2649757"/>
                <a:gd name="connsiteY2" fmla="*/ 450299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69728 w 2649757"/>
                <a:gd name="connsiteY2" fmla="*/ 450299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88722 w 2649757"/>
                <a:gd name="connsiteY2" fmla="*/ 42045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7869 w 2649757"/>
                <a:gd name="connsiteY2" fmla="*/ 48557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7869 w 2649757"/>
                <a:gd name="connsiteY2" fmla="*/ 46929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64303 w 2649757"/>
                <a:gd name="connsiteY2" fmla="*/ 461152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2443 w 2649757"/>
                <a:gd name="connsiteY2" fmla="*/ 463865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4530 w 2649757"/>
                <a:gd name="connsiteY36" fmla="*/ 587690 h 2307053"/>
                <a:gd name="connsiteX37" fmla="*/ 0 w 2649757"/>
                <a:gd name="connsiteY37" fmla="*/ 46464 h 2307053"/>
                <a:gd name="connsiteX0" fmla="*/ 0 w 2649757"/>
                <a:gd name="connsiteY0" fmla="*/ 46464 h 2307053"/>
                <a:gd name="connsiteX1" fmla="*/ 68911 w 2649757"/>
                <a:gd name="connsiteY1" fmla="*/ 0 h 2307053"/>
                <a:gd name="connsiteX2" fmla="*/ 1472443 w 2649757"/>
                <a:gd name="connsiteY2" fmla="*/ 463865 h 2307053"/>
                <a:gd name="connsiteX3" fmla="*/ 1428577 w 2649757"/>
                <a:gd name="connsiteY3" fmla="*/ 702358 h 2307053"/>
                <a:gd name="connsiteX4" fmla="*/ 1267530 w 2649757"/>
                <a:gd name="connsiteY4" fmla="*/ 1031026 h 2307053"/>
                <a:gd name="connsiteX5" fmla="*/ 1087494 w 2649757"/>
                <a:gd name="connsiteY5" fmla="*/ 1303819 h 2307053"/>
                <a:gd name="connsiteX6" fmla="*/ 903805 w 2649757"/>
                <a:gd name="connsiteY6" fmla="*/ 1708079 h 2307053"/>
                <a:gd name="connsiteX7" fmla="*/ 918048 w 2649757"/>
                <a:gd name="connsiteY7" fmla="*/ 2017757 h 2307053"/>
                <a:gd name="connsiteX8" fmla="*/ 1048784 w 2649757"/>
                <a:gd name="connsiteY8" fmla="*/ 2185376 h 2307053"/>
                <a:gd name="connsiteX9" fmla="*/ 1255480 w 2649757"/>
                <a:gd name="connsiteY9" fmla="*/ 2190489 h 2307053"/>
                <a:gd name="connsiteX10" fmla="*/ 1389867 w 2649757"/>
                <a:gd name="connsiteY10" fmla="*/ 2072169 h 2307053"/>
                <a:gd name="connsiteX11" fmla="*/ 1529003 w 2649757"/>
                <a:gd name="connsiteY11" fmla="*/ 1908201 h 2307053"/>
                <a:gd name="connsiteX12" fmla="*/ 1684572 w 2649757"/>
                <a:gd name="connsiteY12" fmla="*/ 1788420 h 2307053"/>
                <a:gd name="connsiteX13" fmla="*/ 1952984 w 2649757"/>
                <a:gd name="connsiteY13" fmla="*/ 1805949 h 2307053"/>
                <a:gd name="connsiteX14" fmla="*/ 2082624 w 2649757"/>
                <a:gd name="connsiteY14" fmla="*/ 1914044 h 2307053"/>
                <a:gd name="connsiteX15" fmla="*/ 2206423 w 2649757"/>
                <a:gd name="connsiteY15" fmla="*/ 2064500 h 2307053"/>
                <a:gd name="connsiteX16" fmla="*/ 2353957 w 2649757"/>
                <a:gd name="connsiteY16" fmla="*/ 2192680 h 2307053"/>
                <a:gd name="connsiteX17" fmla="*/ 2413482 w 2649757"/>
                <a:gd name="connsiteY17" fmla="*/ 2212400 h 2307053"/>
                <a:gd name="connsiteX18" fmla="*/ 2525229 w 2649757"/>
                <a:gd name="connsiteY18" fmla="*/ 2164561 h 2307053"/>
                <a:gd name="connsiteX19" fmla="*/ 2563939 w 2649757"/>
                <a:gd name="connsiteY19" fmla="*/ 2068517 h 2307053"/>
                <a:gd name="connsiteX20" fmla="*/ 2581103 w 2649757"/>
                <a:gd name="connsiteY20" fmla="*/ 2058657 h 2307053"/>
                <a:gd name="connsiteX21" fmla="*/ 2649757 w 2649757"/>
                <a:gd name="connsiteY21" fmla="*/ 2057196 h 2307053"/>
                <a:gd name="connsiteX22" fmla="*/ 2555905 w 2649757"/>
                <a:gd name="connsiteY22" fmla="*/ 2254032 h 2307053"/>
                <a:gd name="connsiteX23" fmla="*/ 2340810 w 2649757"/>
                <a:gd name="connsiteY23" fmla="*/ 2279959 h 2307053"/>
                <a:gd name="connsiteX24" fmla="*/ 2179763 w 2649757"/>
                <a:gd name="connsiteY24" fmla="*/ 2160909 h 2307053"/>
                <a:gd name="connsiteX25" fmla="*/ 2036611 w 2649757"/>
                <a:gd name="connsiteY25" fmla="*/ 1992924 h 2307053"/>
                <a:gd name="connsiteX26" fmla="*/ 1928516 w 2649757"/>
                <a:gd name="connsiteY26" fmla="*/ 1894324 h 2307053"/>
                <a:gd name="connsiteX27" fmla="*/ 1669965 w 2649757"/>
                <a:gd name="connsiteY27" fmla="*/ 1905645 h 2307053"/>
                <a:gd name="connsiteX28" fmla="*/ 1534481 w 2649757"/>
                <a:gd name="connsiteY28" fmla="*/ 2047336 h 2307053"/>
                <a:gd name="connsiteX29" fmla="*/ 1402649 w 2649757"/>
                <a:gd name="connsiteY29" fmla="*/ 2196697 h 2307053"/>
                <a:gd name="connsiteX30" fmla="*/ 1180616 w 2649757"/>
                <a:gd name="connsiteY30" fmla="*/ 2305157 h 2307053"/>
                <a:gd name="connsiteX31" fmla="*/ 899424 w 2649757"/>
                <a:gd name="connsiteY31" fmla="*/ 2175882 h 2307053"/>
                <a:gd name="connsiteX32" fmla="*/ 810318 w 2649757"/>
                <a:gd name="connsiteY32" fmla="*/ 1933399 h 2307053"/>
                <a:gd name="connsiteX33" fmla="*/ 862540 w 2649757"/>
                <a:gd name="connsiteY33" fmla="*/ 1574786 h 2307053"/>
                <a:gd name="connsiteX34" fmla="*/ 1057183 w 2649757"/>
                <a:gd name="connsiteY34" fmla="*/ 1197915 h 2307053"/>
                <a:gd name="connsiteX35" fmla="*/ 1242332 w 2649757"/>
                <a:gd name="connsiteY35" fmla="*/ 905767 h 2307053"/>
                <a:gd name="connsiteX36" fmla="*/ 1377243 w 2649757"/>
                <a:gd name="connsiteY36" fmla="*/ 582263 h 2307053"/>
                <a:gd name="connsiteX37" fmla="*/ 0 w 2649757"/>
                <a:gd name="connsiteY37" fmla="*/ 46464 h 2307053"/>
                <a:gd name="connsiteX0" fmla="*/ 0 w 2838601"/>
                <a:gd name="connsiteY0" fmla="*/ 255541 h 2307053"/>
                <a:gd name="connsiteX1" fmla="*/ 257755 w 2838601"/>
                <a:gd name="connsiteY1" fmla="*/ 0 h 2307053"/>
                <a:gd name="connsiteX2" fmla="*/ 1661287 w 2838601"/>
                <a:gd name="connsiteY2" fmla="*/ 463865 h 2307053"/>
                <a:gd name="connsiteX3" fmla="*/ 1617421 w 2838601"/>
                <a:gd name="connsiteY3" fmla="*/ 702358 h 2307053"/>
                <a:gd name="connsiteX4" fmla="*/ 1456374 w 2838601"/>
                <a:gd name="connsiteY4" fmla="*/ 1031026 h 2307053"/>
                <a:gd name="connsiteX5" fmla="*/ 1276338 w 2838601"/>
                <a:gd name="connsiteY5" fmla="*/ 1303819 h 2307053"/>
                <a:gd name="connsiteX6" fmla="*/ 1092649 w 2838601"/>
                <a:gd name="connsiteY6" fmla="*/ 1708079 h 2307053"/>
                <a:gd name="connsiteX7" fmla="*/ 1106892 w 2838601"/>
                <a:gd name="connsiteY7" fmla="*/ 2017757 h 2307053"/>
                <a:gd name="connsiteX8" fmla="*/ 1237628 w 2838601"/>
                <a:gd name="connsiteY8" fmla="*/ 2185376 h 2307053"/>
                <a:gd name="connsiteX9" fmla="*/ 1444324 w 2838601"/>
                <a:gd name="connsiteY9" fmla="*/ 2190489 h 2307053"/>
                <a:gd name="connsiteX10" fmla="*/ 1578711 w 2838601"/>
                <a:gd name="connsiteY10" fmla="*/ 2072169 h 2307053"/>
                <a:gd name="connsiteX11" fmla="*/ 1717847 w 2838601"/>
                <a:gd name="connsiteY11" fmla="*/ 1908201 h 2307053"/>
                <a:gd name="connsiteX12" fmla="*/ 1873416 w 2838601"/>
                <a:gd name="connsiteY12" fmla="*/ 1788420 h 2307053"/>
                <a:gd name="connsiteX13" fmla="*/ 2141828 w 2838601"/>
                <a:gd name="connsiteY13" fmla="*/ 1805949 h 2307053"/>
                <a:gd name="connsiteX14" fmla="*/ 2271468 w 2838601"/>
                <a:gd name="connsiteY14" fmla="*/ 1914044 h 2307053"/>
                <a:gd name="connsiteX15" fmla="*/ 2395267 w 2838601"/>
                <a:gd name="connsiteY15" fmla="*/ 2064500 h 2307053"/>
                <a:gd name="connsiteX16" fmla="*/ 2542801 w 2838601"/>
                <a:gd name="connsiteY16" fmla="*/ 2192680 h 2307053"/>
                <a:gd name="connsiteX17" fmla="*/ 2602326 w 2838601"/>
                <a:gd name="connsiteY17" fmla="*/ 2212400 h 2307053"/>
                <a:gd name="connsiteX18" fmla="*/ 2714073 w 2838601"/>
                <a:gd name="connsiteY18" fmla="*/ 2164561 h 2307053"/>
                <a:gd name="connsiteX19" fmla="*/ 2752783 w 2838601"/>
                <a:gd name="connsiteY19" fmla="*/ 2068517 h 2307053"/>
                <a:gd name="connsiteX20" fmla="*/ 2769947 w 2838601"/>
                <a:gd name="connsiteY20" fmla="*/ 2058657 h 2307053"/>
                <a:gd name="connsiteX21" fmla="*/ 2838601 w 2838601"/>
                <a:gd name="connsiteY21" fmla="*/ 2057196 h 2307053"/>
                <a:gd name="connsiteX22" fmla="*/ 2744749 w 2838601"/>
                <a:gd name="connsiteY22" fmla="*/ 2254032 h 2307053"/>
                <a:gd name="connsiteX23" fmla="*/ 2529654 w 2838601"/>
                <a:gd name="connsiteY23" fmla="*/ 2279959 h 2307053"/>
                <a:gd name="connsiteX24" fmla="*/ 2368607 w 2838601"/>
                <a:gd name="connsiteY24" fmla="*/ 2160909 h 2307053"/>
                <a:gd name="connsiteX25" fmla="*/ 2225455 w 2838601"/>
                <a:gd name="connsiteY25" fmla="*/ 1992924 h 2307053"/>
                <a:gd name="connsiteX26" fmla="*/ 2117360 w 2838601"/>
                <a:gd name="connsiteY26" fmla="*/ 1894324 h 2307053"/>
                <a:gd name="connsiteX27" fmla="*/ 1858809 w 2838601"/>
                <a:gd name="connsiteY27" fmla="*/ 1905645 h 2307053"/>
                <a:gd name="connsiteX28" fmla="*/ 1723325 w 2838601"/>
                <a:gd name="connsiteY28" fmla="*/ 2047336 h 2307053"/>
                <a:gd name="connsiteX29" fmla="*/ 1591493 w 2838601"/>
                <a:gd name="connsiteY29" fmla="*/ 2196697 h 2307053"/>
                <a:gd name="connsiteX30" fmla="*/ 1369460 w 2838601"/>
                <a:gd name="connsiteY30" fmla="*/ 2305157 h 2307053"/>
                <a:gd name="connsiteX31" fmla="*/ 1088268 w 2838601"/>
                <a:gd name="connsiteY31" fmla="*/ 2175882 h 2307053"/>
                <a:gd name="connsiteX32" fmla="*/ 999162 w 2838601"/>
                <a:gd name="connsiteY32" fmla="*/ 1933399 h 2307053"/>
                <a:gd name="connsiteX33" fmla="*/ 1051384 w 2838601"/>
                <a:gd name="connsiteY33" fmla="*/ 1574786 h 2307053"/>
                <a:gd name="connsiteX34" fmla="*/ 1246027 w 2838601"/>
                <a:gd name="connsiteY34" fmla="*/ 1197915 h 2307053"/>
                <a:gd name="connsiteX35" fmla="*/ 1431176 w 2838601"/>
                <a:gd name="connsiteY35" fmla="*/ 905767 h 2307053"/>
                <a:gd name="connsiteX36" fmla="*/ 1566087 w 2838601"/>
                <a:gd name="connsiteY36" fmla="*/ 582263 h 2307053"/>
                <a:gd name="connsiteX37" fmla="*/ 0 w 2838601"/>
                <a:gd name="connsiteY37" fmla="*/ 255541 h 2307053"/>
                <a:gd name="connsiteX0" fmla="*/ 0 w 2838601"/>
                <a:gd name="connsiteY0" fmla="*/ 86930 h 2138442"/>
                <a:gd name="connsiteX1" fmla="*/ 82400 w 2838601"/>
                <a:gd name="connsiteY1" fmla="*/ 0 h 2138442"/>
                <a:gd name="connsiteX2" fmla="*/ 1661287 w 2838601"/>
                <a:gd name="connsiteY2" fmla="*/ 295254 h 2138442"/>
                <a:gd name="connsiteX3" fmla="*/ 1617421 w 2838601"/>
                <a:gd name="connsiteY3" fmla="*/ 533747 h 2138442"/>
                <a:gd name="connsiteX4" fmla="*/ 1456374 w 2838601"/>
                <a:gd name="connsiteY4" fmla="*/ 862415 h 2138442"/>
                <a:gd name="connsiteX5" fmla="*/ 1276338 w 2838601"/>
                <a:gd name="connsiteY5" fmla="*/ 1135208 h 2138442"/>
                <a:gd name="connsiteX6" fmla="*/ 1092649 w 2838601"/>
                <a:gd name="connsiteY6" fmla="*/ 1539468 h 2138442"/>
                <a:gd name="connsiteX7" fmla="*/ 1106892 w 2838601"/>
                <a:gd name="connsiteY7" fmla="*/ 1849146 h 2138442"/>
                <a:gd name="connsiteX8" fmla="*/ 1237628 w 2838601"/>
                <a:gd name="connsiteY8" fmla="*/ 2016765 h 2138442"/>
                <a:gd name="connsiteX9" fmla="*/ 1444324 w 2838601"/>
                <a:gd name="connsiteY9" fmla="*/ 2021878 h 2138442"/>
                <a:gd name="connsiteX10" fmla="*/ 1578711 w 2838601"/>
                <a:gd name="connsiteY10" fmla="*/ 1903558 h 2138442"/>
                <a:gd name="connsiteX11" fmla="*/ 1717847 w 2838601"/>
                <a:gd name="connsiteY11" fmla="*/ 1739590 h 2138442"/>
                <a:gd name="connsiteX12" fmla="*/ 1873416 w 2838601"/>
                <a:gd name="connsiteY12" fmla="*/ 1619809 h 2138442"/>
                <a:gd name="connsiteX13" fmla="*/ 2141828 w 2838601"/>
                <a:gd name="connsiteY13" fmla="*/ 1637338 h 2138442"/>
                <a:gd name="connsiteX14" fmla="*/ 2271468 w 2838601"/>
                <a:gd name="connsiteY14" fmla="*/ 1745433 h 2138442"/>
                <a:gd name="connsiteX15" fmla="*/ 2395267 w 2838601"/>
                <a:gd name="connsiteY15" fmla="*/ 1895889 h 2138442"/>
                <a:gd name="connsiteX16" fmla="*/ 2542801 w 2838601"/>
                <a:gd name="connsiteY16" fmla="*/ 2024069 h 2138442"/>
                <a:gd name="connsiteX17" fmla="*/ 2602326 w 2838601"/>
                <a:gd name="connsiteY17" fmla="*/ 2043789 h 2138442"/>
                <a:gd name="connsiteX18" fmla="*/ 2714073 w 2838601"/>
                <a:gd name="connsiteY18" fmla="*/ 1995950 h 2138442"/>
                <a:gd name="connsiteX19" fmla="*/ 2752783 w 2838601"/>
                <a:gd name="connsiteY19" fmla="*/ 1899906 h 2138442"/>
                <a:gd name="connsiteX20" fmla="*/ 2769947 w 2838601"/>
                <a:gd name="connsiteY20" fmla="*/ 1890046 h 2138442"/>
                <a:gd name="connsiteX21" fmla="*/ 2838601 w 2838601"/>
                <a:gd name="connsiteY21" fmla="*/ 1888585 h 2138442"/>
                <a:gd name="connsiteX22" fmla="*/ 2744749 w 2838601"/>
                <a:gd name="connsiteY22" fmla="*/ 2085421 h 2138442"/>
                <a:gd name="connsiteX23" fmla="*/ 2529654 w 2838601"/>
                <a:gd name="connsiteY23" fmla="*/ 2111348 h 2138442"/>
                <a:gd name="connsiteX24" fmla="*/ 2368607 w 2838601"/>
                <a:gd name="connsiteY24" fmla="*/ 1992298 h 2138442"/>
                <a:gd name="connsiteX25" fmla="*/ 2225455 w 2838601"/>
                <a:gd name="connsiteY25" fmla="*/ 1824313 h 2138442"/>
                <a:gd name="connsiteX26" fmla="*/ 2117360 w 2838601"/>
                <a:gd name="connsiteY26" fmla="*/ 1725713 h 2138442"/>
                <a:gd name="connsiteX27" fmla="*/ 1858809 w 2838601"/>
                <a:gd name="connsiteY27" fmla="*/ 1737034 h 2138442"/>
                <a:gd name="connsiteX28" fmla="*/ 1723325 w 2838601"/>
                <a:gd name="connsiteY28" fmla="*/ 1878725 h 2138442"/>
                <a:gd name="connsiteX29" fmla="*/ 1591493 w 2838601"/>
                <a:gd name="connsiteY29" fmla="*/ 2028086 h 2138442"/>
                <a:gd name="connsiteX30" fmla="*/ 1369460 w 2838601"/>
                <a:gd name="connsiteY30" fmla="*/ 2136546 h 2138442"/>
                <a:gd name="connsiteX31" fmla="*/ 1088268 w 2838601"/>
                <a:gd name="connsiteY31" fmla="*/ 2007271 h 2138442"/>
                <a:gd name="connsiteX32" fmla="*/ 999162 w 2838601"/>
                <a:gd name="connsiteY32" fmla="*/ 1764788 h 2138442"/>
                <a:gd name="connsiteX33" fmla="*/ 1051384 w 2838601"/>
                <a:gd name="connsiteY33" fmla="*/ 1406175 h 2138442"/>
                <a:gd name="connsiteX34" fmla="*/ 1246027 w 2838601"/>
                <a:gd name="connsiteY34" fmla="*/ 1029304 h 2138442"/>
                <a:gd name="connsiteX35" fmla="*/ 1431176 w 2838601"/>
                <a:gd name="connsiteY35" fmla="*/ 737156 h 2138442"/>
                <a:gd name="connsiteX36" fmla="*/ 1566087 w 2838601"/>
                <a:gd name="connsiteY36" fmla="*/ 413652 h 2138442"/>
                <a:gd name="connsiteX37" fmla="*/ 0 w 2838601"/>
                <a:gd name="connsiteY37" fmla="*/ 86930 h 2138442"/>
                <a:gd name="connsiteX0" fmla="*/ 0 w 2838601"/>
                <a:gd name="connsiteY0" fmla="*/ 73441 h 2124953"/>
                <a:gd name="connsiteX1" fmla="*/ 62166 w 2838601"/>
                <a:gd name="connsiteY1" fmla="*/ 0 h 2124953"/>
                <a:gd name="connsiteX2" fmla="*/ 1661287 w 2838601"/>
                <a:gd name="connsiteY2" fmla="*/ 281765 h 2124953"/>
                <a:gd name="connsiteX3" fmla="*/ 1617421 w 2838601"/>
                <a:gd name="connsiteY3" fmla="*/ 520258 h 2124953"/>
                <a:gd name="connsiteX4" fmla="*/ 1456374 w 2838601"/>
                <a:gd name="connsiteY4" fmla="*/ 848926 h 2124953"/>
                <a:gd name="connsiteX5" fmla="*/ 1276338 w 2838601"/>
                <a:gd name="connsiteY5" fmla="*/ 1121719 h 2124953"/>
                <a:gd name="connsiteX6" fmla="*/ 1092649 w 2838601"/>
                <a:gd name="connsiteY6" fmla="*/ 1525979 h 2124953"/>
                <a:gd name="connsiteX7" fmla="*/ 1106892 w 2838601"/>
                <a:gd name="connsiteY7" fmla="*/ 1835657 h 2124953"/>
                <a:gd name="connsiteX8" fmla="*/ 1237628 w 2838601"/>
                <a:gd name="connsiteY8" fmla="*/ 2003276 h 2124953"/>
                <a:gd name="connsiteX9" fmla="*/ 1444324 w 2838601"/>
                <a:gd name="connsiteY9" fmla="*/ 2008389 h 2124953"/>
                <a:gd name="connsiteX10" fmla="*/ 1578711 w 2838601"/>
                <a:gd name="connsiteY10" fmla="*/ 1890069 h 2124953"/>
                <a:gd name="connsiteX11" fmla="*/ 1717847 w 2838601"/>
                <a:gd name="connsiteY11" fmla="*/ 1726101 h 2124953"/>
                <a:gd name="connsiteX12" fmla="*/ 1873416 w 2838601"/>
                <a:gd name="connsiteY12" fmla="*/ 1606320 h 2124953"/>
                <a:gd name="connsiteX13" fmla="*/ 2141828 w 2838601"/>
                <a:gd name="connsiteY13" fmla="*/ 1623849 h 2124953"/>
                <a:gd name="connsiteX14" fmla="*/ 2271468 w 2838601"/>
                <a:gd name="connsiteY14" fmla="*/ 1731944 h 2124953"/>
                <a:gd name="connsiteX15" fmla="*/ 2395267 w 2838601"/>
                <a:gd name="connsiteY15" fmla="*/ 1882400 h 2124953"/>
                <a:gd name="connsiteX16" fmla="*/ 2542801 w 2838601"/>
                <a:gd name="connsiteY16" fmla="*/ 2010580 h 2124953"/>
                <a:gd name="connsiteX17" fmla="*/ 2602326 w 2838601"/>
                <a:gd name="connsiteY17" fmla="*/ 2030300 h 2124953"/>
                <a:gd name="connsiteX18" fmla="*/ 2714073 w 2838601"/>
                <a:gd name="connsiteY18" fmla="*/ 1982461 h 2124953"/>
                <a:gd name="connsiteX19" fmla="*/ 2752783 w 2838601"/>
                <a:gd name="connsiteY19" fmla="*/ 1886417 h 2124953"/>
                <a:gd name="connsiteX20" fmla="*/ 2769947 w 2838601"/>
                <a:gd name="connsiteY20" fmla="*/ 1876557 h 2124953"/>
                <a:gd name="connsiteX21" fmla="*/ 2838601 w 2838601"/>
                <a:gd name="connsiteY21" fmla="*/ 1875096 h 2124953"/>
                <a:gd name="connsiteX22" fmla="*/ 2744749 w 2838601"/>
                <a:gd name="connsiteY22" fmla="*/ 2071932 h 2124953"/>
                <a:gd name="connsiteX23" fmla="*/ 2529654 w 2838601"/>
                <a:gd name="connsiteY23" fmla="*/ 2097859 h 2124953"/>
                <a:gd name="connsiteX24" fmla="*/ 2368607 w 2838601"/>
                <a:gd name="connsiteY24" fmla="*/ 1978809 h 2124953"/>
                <a:gd name="connsiteX25" fmla="*/ 2225455 w 2838601"/>
                <a:gd name="connsiteY25" fmla="*/ 1810824 h 2124953"/>
                <a:gd name="connsiteX26" fmla="*/ 2117360 w 2838601"/>
                <a:gd name="connsiteY26" fmla="*/ 1712224 h 2124953"/>
                <a:gd name="connsiteX27" fmla="*/ 1858809 w 2838601"/>
                <a:gd name="connsiteY27" fmla="*/ 1723545 h 2124953"/>
                <a:gd name="connsiteX28" fmla="*/ 1723325 w 2838601"/>
                <a:gd name="connsiteY28" fmla="*/ 1865236 h 2124953"/>
                <a:gd name="connsiteX29" fmla="*/ 1591493 w 2838601"/>
                <a:gd name="connsiteY29" fmla="*/ 2014597 h 2124953"/>
                <a:gd name="connsiteX30" fmla="*/ 1369460 w 2838601"/>
                <a:gd name="connsiteY30" fmla="*/ 2123057 h 2124953"/>
                <a:gd name="connsiteX31" fmla="*/ 1088268 w 2838601"/>
                <a:gd name="connsiteY31" fmla="*/ 1993782 h 2124953"/>
                <a:gd name="connsiteX32" fmla="*/ 999162 w 2838601"/>
                <a:gd name="connsiteY32" fmla="*/ 1751299 h 2124953"/>
                <a:gd name="connsiteX33" fmla="*/ 1051384 w 2838601"/>
                <a:gd name="connsiteY33" fmla="*/ 1392686 h 2124953"/>
                <a:gd name="connsiteX34" fmla="*/ 1246027 w 2838601"/>
                <a:gd name="connsiteY34" fmla="*/ 1015815 h 2124953"/>
                <a:gd name="connsiteX35" fmla="*/ 1431176 w 2838601"/>
                <a:gd name="connsiteY35" fmla="*/ 723667 h 2124953"/>
                <a:gd name="connsiteX36" fmla="*/ 1566087 w 2838601"/>
                <a:gd name="connsiteY36" fmla="*/ 400163 h 2124953"/>
                <a:gd name="connsiteX37" fmla="*/ 0 w 2838601"/>
                <a:gd name="connsiteY37" fmla="*/ 73441 h 2124953"/>
                <a:gd name="connsiteX0" fmla="*/ 0 w 2825112"/>
                <a:gd name="connsiteY0" fmla="*/ 53208 h 2124953"/>
                <a:gd name="connsiteX1" fmla="*/ 48677 w 2825112"/>
                <a:gd name="connsiteY1" fmla="*/ 0 h 2124953"/>
                <a:gd name="connsiteX2" fmla="*/ 1647798 w 2825112"/>
                <a:gd name="connsiteY2" fmla="*/ 281765 h 2124953"/>
                <a:gd name="connsiteX3" fmla="*/ 1603932 w 2825112"/>
                <a:gd name="connsiteY3" fmla="*/ 520258 h 2124953"/>
                <a:gd name="connsiteX4" fmla="*/ 1442885 w 2825112"/>
                <a:gd name="connsiteY4" fmla="*/ 848926 h 2124953"/>
                <a:gd name="connsiteX5" fmla="*/ 1262849 w 2825112"/>
                <a:gd name="connsiteY5" fmla="*/ 1121719 h 2124953"/>
                <a:gd name="connsiteX6" fmla="*/ 1079160 w 2825112"/>
                <a:gd name="connsiteY6" fmla="*/ 1525979 h 2124953"/>
                <a:gd name="connsiteX7" fmla="*/ 1093403 w 2825112"/>
                <a:gd name="connsiteY7" fmla="*/ 1835657 h 2124953"/>
                <a:gd name="connsiteX8" fmla="*/ 1224139 w 2825112"/>
                <a:gd name="connsiteY8" fmla="*/ 2003276 h 2124953"/>
                <a:gd name="connsiteX9" fmla="*/ 1430835 w 2825112"/>
                <a:gd name="connsiteY9" fmla="*/ 2008389 h 2124953"/>
                <a:gd name="connsiteX10" fmla="*/ 1565222 w 2825112"/>
                <a:gd name="connsiteY10" fmla="*/ 1890069 h 2124953"/>
                <a:gd name="connsiteX11" fmla="*/ 1704358 w 2825112"/>
                <a:gd name="connsiteY11" fmla="*/ 1726101 h 2124953"/>
                <a:gd name="connsiteX12" fmla="*/ 1859927 w 2825112"/>
                <a:gd name="connsiteY12" fmla="*/ 1606320 h 2124953"/>
                <a:gd name="connsiteX13" fmla="*/ 2128339 w 2825112"/>
                <a:gd name="connsiteY13" fmla="*/ 1623849 h 2124953"/>
                <a:gd name="connsiteX14" fmla="*/ 2257979 w 2825112"/>
                <a:gd name="connsiteY14" fmla="*/ 1731944 h 2124953"/>
                <a:gd name="connsiteX15" fmla="*/ 2381778 w 2825112"/>
                <a:gd name="connsiteY15" fmla="*/ 1882400 h 2124953"/>
                <a:gd name="connsiteX16" fmla="*/ 2529312 w 2825112"/>
                <a:gd name="connsiteY16" fmla="*/ 2010580 h 2124953"/>
                <a:gd name="connsiteX17" fmla="*/ 2588837 w 2825112"/>
                <a:gd name="connsiteY17" fmla="*/ 2030300 h 2124953"/>
                <a:gd name="connsiteX18" fmla="*/ 2700584 w 2825112"/>
                <a:gd name="connsiteY18" fmla="*/ 1982461 h 2124953"/>
                <a:gd name="connsiteX19" fmla="*/ 2739294 w 2825112"/>
                <a:gd name="connsiteY19" fmla="*/ 1886417 h 2124953"/>
                <a:gd name="connsiteX20" fmla="*/ 2756458 w 2825112"/>
                <a:gd name="connsiteY20" fmla="*/ 1876557 h 2124953"/>
                <a:gd name="connsiteX21" fmla="*/ 2825112 w 2825112"/>
                <a:gd name="connsiteY21" fmla="*/ 1875096 h 2124953"/>
                <a:gd name="connsiteX22" fmla="*/ 2731260 w 2825112"/>
                <a:gd name="connsiteY22" fmla="*/ 2071932 h 2124953"/>
                <a:gd name="connsiteX23" fmla="*/ 2516165 w 2825112"/>
                <a:gd name="connsiteY23" fmla="*/ 2097859 h 2124953"/>
                <a:gd name="connsiteX24" fmla="*/ 2355118 w 2825112"/>
                <a:gd name="connsiteY24" fmla="*/ 1978809 h 2124953"/>
                <a:gd name="connsiteX25" fmla="*/ 2211966 w 2825112"/>
                <a:gd name="connsiteY25" fmla="*/ 1810824 h 2124953"/>
                <a:gd name="connsiteX26" fmla="*/ 2103871 w 2825112"/>
                <a:gd name="connsiteY26" fmla="*/ 1712224 h 2124953"/>
                <a:gd name="connsiteX27" fmla="*/ 1845320 w 2825112"/>
                <a:gd name="connsiteY27" fmla="*/ 1723545 h 2124953"/>
                <a:gd name="connsiteX28" fmla="*/ 1709836 w 2825112"/>
                <a:gd name="connsiteY28" fmla="*/ 1865236 h 2124953"/>
                <a:gd name="connsiteX29" fmla="*/ 1578004 w 2825112"/>
                <a:gd name="connsiteY29" fmla="*/ 2014597 h 2124953"/>
                <a:gd name="connsiteX30" fmla="*/ 1355971 w 2825112"/>
                <a:gd name="connsiteY30" fmla="*/ 2123057 h 2124953"/>
                <a:gd name="connsiteX31" fmla="*/ 1074779 w 2825112"/>
                <a:gd name="connsiteY31" fmla="*/ 1993782 h 2124953"/>
                <a:gd name="connsiteX32" fmla="*/ 985673 w 2825112"/>
                <a:gd name="connsiteY32" fmla="*/ 1751299 h 2124953"/>
                <a:gd name="connsiteX33" fmla="*/ 1037895 w 2825112"/>
                <a:gd name="connsiteY33" fmla="*/ 1392686 h 2124953"/>
                <a:gd name="connsiteX34" fmla="*/ 1232538 w 2825112"/>
                <a:gd name="connsiteY34" fmla="*/ 1015815 h 2124953"/>
                <a:gd name="connsiteX35" fmla="*/ 1417687 w 2825112"/>
                <a:gd name="connsiteY35" fmla="*/ 723667 h 2124953"/>
                <a:gd name="connsiteX36" fmla="*/ 1552598 w 2825112"/>
                <a:gd name="connsiteY36" fmla="*/ 400163 h 2124953"/>
                <a:gd name="connsiteX37" fmla="*/ 0 w 2825112"/>
                <a:gd name="connsiteY37" fmla="*/ 53208 h 2124953"/>
                <a:gd name="connsiteX0" fmla="*/ 0 w 2845345"/>
                <a:gd name="connsiteY0" fmla="*/ 59952 h 2124953"/>
                <a:gd name="connsiteX1" fmla="*/ 68910 w 2845345"/>
                <a:gd name="connsiteY1" fmla="*/ 0 h 2124953"/>
                <a:gd name="connsiteX2" fmla="*/ 1668031 w 2845345"/>
                <a:gd name="connsiteY2" fmla="*/ 281765 h 2124953"/>
                <a:gd name="connsiteX3" fmla="*/ 1624165 w 2845345"/>
                <a:gd name="connsiteY3" fmla="*/ 520258 h 2124953"/>
                <a:gd name="connsiteX4" fmla="*/ 1463118 w 2845345"/>
                <a:gd name="connsiteY4" fmla="*/ 848926 h 2124953"/>
                <a:gd name="connsiteX5" fmla="*/ 1283082 w 2845345"/>
                <a:gd name="connsiteY5" fmla="*/ 1121719 h 2124953"/>
                <a:gd name="connsiteX6" fmla="*/ 1099393 w 2845345"/>
                <a:gd name="connsiteY6" fmla="*/ 1525979 h 2124953"/>
                <a:gd name="connsiteX7" fmla="*/ 1113636 w 2845345"/>
                <a:gd name="connsiteY7" fmla="*/ 1835657 h 2124953"/>
                <a:gd name="connsiteX8" fmla="*/ 1244372 w 2845345"/>
                <a:gd name="connsiteY8" fmla="*/ 2003276 h 2124953"/>
                <a:gd name="connsiteX9" fmla="*/ 1451068 w 2845345"/>
                <a:gd name="connsiteY9" fmla="*/ 2008389 h 2124953"/>
                <a:gd name="connsiteX10" fmla="*/ 1585455 w 2845345"/>
                <a:gd name="connsiteY10" fmla="*/ 1890069 h 2124953"/>
                <a:gd name="connsiteX11" fmla="*/ 1724591 w 2845345"/>
                <a:gd name="connsiteY11" fmla="*/ 1726101 h 2124953"/>
                <a:gd name="connsiteX12" fmla="*/ 1880160 w 2845345"/>
                <a:gd name="connsiteY12" fmla="*/ 1606320 h 2124953"/>
                <a:gd name="connsiteX13" fmla="*/ 2148572 w 2845345"/>
                <a:gd name="connsiteY13" fmla="*/ 1623849 h 2124953"/>
                <a:gd name="connsiteX14" fmla="*/ 2278212 w 2845345"/>
                <a:gd name="connsiteY14" fmla="*/ 1731944 h 2124953"/>
                <a:gd name="connsiteX15" fmla="*/ 2402011 w 2845345"/>
                <a:gd name="connsiteY15" fmla="*/ 1882400 h 2124953"/>
                <a:gd name="connsiteX16" fmla="*/ 2549545 w 2845345"/>
                <a:gd name="connsiteY16" fmla="*/ 2010580 h 2124953"/>
                <a:gd name="connsiteX17" fmla="*/ 2609070 w 2845345"/>
                <a:gd name="connsiteY17" fmla="*/ 2030300 h 2124953"/>
                <a:gd name="connsiteX18" fmla="*/ 2720817 w 2845345"/>
                <a:gd name="connsiteY18" fmla="*/ 1982461 h 2124953"/>
                <a:gd name="connsiteX19" fmla="*/ 2759527 w 2845345"/>
                <a:gd name="connsiteY19" fmla="*/ 1886417 h 2124953"/>
                <a:gd name="connsiteX20" fmla="*/ 2776691 w 2845345"/>
                <a:gd name="connsiteY20" fmla="*/ 1876557 h 2124953"/>
                <a:gd name="connsiteX21" fmla="*/ 2845345 w 2845345"/>
                <a:gd name="connsiteY21" fmla="*/ 1875096 h 2124953"/>
                <a:gd name="connsiteX22" fmla="*/ 2751493 w 2845345"/>
                <a:gd name="connsiteY22" fmla="*/ 2071932 h 2124953"/>
                <a:gd name="connsiteX23" fmla="*/ 2536398 w 2845345"/>
                <a:gd name="connsiteY23" fmla="*/ 2097859 h 2124953"/>
                <a:gd name="connsiteX24" fmla="*/ 2375351 w 2845345"/>
                <a:gd name="connsiteY24" fmla="*/ 1978809 h 2124953"/>
                <a:gd name="connsiteX25" fmla="*/ 2232199 w 2845345"/>
                <a:gd name="connsiteY25" fmla="*/ 1810824 h 2124953"/>
                <a:gd name="connsiteX26" fmla="*/ 2124104 w 2845345"/>
                <a:gd name="connsiteY26" fmla="*/ 1712224 h 2124953"/>
                <a:gd name="connsiteX27" fmla="*/ 1865553 w 2845345"/>
                <a:gd name="connsiteY27" fmla="*/ 1723545 h 2124953"/>
                <a:gd name="connsiteX28" fmla="*/ 1730069 w 2845345"/>
                <a:gd name="connsiteY28" fmla="*/ 1865236 h 2124953"/>
                <a:gd name="connsiteX29" fmla="*/ 1598237 w 2845345"/>
                <a:gd name="connsiteY29" fmla="*/ 2014597 h 2124953"/>
                <a:gd name="connsiteX30" fmla="*/ 1376204 w 2845345"/>
                <a:gd name="connsiteY30" fmla="*/ 2123057 h 2124953"/>
                <a:gd name="connsiteX31" fmla="*/ 1095012 w 2845345"/>
                <a:gd name="connsiteY31" fmla="*/ 1993782 h 2124953"/>
                <a:gd name="connsiteX32" fmla="*/ 1005906 w 2845345"/>
                <a:gd name="connsiteY32" fmla="*/ 1751299 h 2124953"/>
                <a:gd name="connsiteX33" fmla="*/ 1058128 w 2845345"/>
                <a:gd name="connsiteY33" fmla="*/ 1392686 h 2124953"/>
                <a:gd name="connsiteX34" fmla="*/ 1252771 w 2845345"/>
                <a:gd name="connsiteY34" fmla="*/ 1015815 h 2124953"/>
                <a:gd name="connsiteX35" fmla="*/ 1437920 w 2845345"/>
                <a:gd name="connsiteY35" fmla="*/ 723667 h 2124953"/>
                <a:gd name="connsiteX36" fmla="*/ 1572831 w 2845345"/>
                <a:gd name="connsiteY36" fmla="*/ 400163 h 2124953"/>
                <a:gd name="connsiteX37" fmla="*/ 0 w 2845345"/>
                <a:gd name="connsiteY37" fmla="*/ 59952 h 2124953"/>
                <a:gd name="connsiteX0" fmla="*/ 0 w 2955074"/>
                <a:gd name="connsiteY0" fmla="*/ 5763 h 2202439"/>
                <a:gd name="connsiteX1" fmla="*/ 178639 w 2955074"/>
                <a:gd name="connsiteY1" fmla="*/ 77486 h 2202439"/>
                <a:gd name="connsiteX2" fmla="*/ 1777760 w 2955074"/>
                <a:gd name="connsiteY2" fmla="*/ 359251 h 2202439"/>
                <a:gd name="connsiteX3" fmla="*/ 1733894 w 2955074"/>
                <a:gd name="connsiteY3" fmla="*/ 597744 h 2202439"/>
                <a:gd name="connsiteX4" fmla="*/ 1572847 w 2955074"/>
                <a:gd name="connsiteY4" fmla="*/ 926412 h 2202439"/>
                <a:gd name="connsiteX5" fmla="*/ 1392811 w 2955074"/>
                <a:gd name="connsiteY5" fmla="*/ 1199205 h 2202439"/>
                <a:gd name="connsiteX6" fmla="*/ 1209122 w 2955074"/>
                <a:gd name="connsiteY6" fmla="*/ 1603465 h 2202439"/>
                <a:gd name="connsiteX7" fmla="*/ 1223365 w 2955074"/>
                <a:gd name="connsiteY7" fmla="*/ 1913143 h 2202439"/>
                <a:gd name="connsiteX8" fmla="*/ 1354101 w 2955074"/>
                <a:gd name="connsiteY8" fmla="*/ 2080762 h 2202439"/>
                <a:gd name="connsiteX9" fmla="*/ 1560797 w 2955074"/>
                <a:gd name="connsiteY9" fmla="*/ 2085875 h 2202439"/>
                <a:gd name="connsiteX10" fmla="*/ 1695184 w 2955074"/>
                <a:gd name="connsiteY10" fmla="*/ 1967555 h 2202439"/>
                <a:gd name="connsiteX11" fmla="*/ 1834320 w 2955074"/>
                <a:gd name="connsiteY11" fmla="*/ 1803587 h 2202439"/>
                <a:gd name="connsiteX12" fmla="*/ 1989889 w 2955074"/>
                <a:gd name="connsiteY12" fmla="*/ 1683806 h 2202439"/>
                <a:gd name="connsiteX13" fmla="*/ 2258301 w 2955074"/>
                <a:gd name="connsiteY13" fmla="*/ 1701335 h 2202439"/>
                <a:gd name="connsiteX14" fmla="*/ 2387941 w 2955074"/>
                <a:gd name="connsiteY14" fmla="*/ 1809430 h 2202439"/>
                <a:gd name="connsiteX15" fmla="*/ 2511740 w 2955074"/>
                <a:gd name="connsiteY15" fmla="*/ 1959886 h 2202439"/>
                <a:gd name="connsiteX16" fmla="*/ 2659274 w 2955074"/>
                <a:gd name="connsiteY16" fmla="*/ 2088066 h 2202439"/>
                <a:gd name="connsiteX17" fmla="*/ 2718799 w 2955074"/>
                <a:gd name="connsiteY17" fmla="*/ 2107786 h 2202439"/>
                <a:gd name="connsiteX18" fmla="*/ 2830546 w 2955074"/>
                <a:gd name="connsiteY18" fmla="*/ 2059947 h 2202439"/>
                <a:gd name="connsiteX19" fmla="*/ 2869256 w 2955074"/>
                <a:gd name="connsiteY19" fmla="*/ 1963903 h 2202439"/>
                <a:gd name="connsiteX20" fmla="*/ 2886420 w 2955074"/>
                <a:gd name="connsiteY20" fmla="*/ 1954043 h 2202439"/>
                <a:gd name="connsiteX21" fmla="*/ 2955074 w 2955074"/>
                <a:gd name="connsiteY21" fmla="*/ 1952582 h 2202439"/>
                <a:gd name="connsiteX22" fmla="*/ 2861222 w 2955074"/>
                <a:gd name="connsiteY22" fmla="*/ 2149418 h 2202439"/>
                <a:gd name="connsiteX23" fmla="*/ 2646127 w 2955074"/>
                <a:gd name="connsiteY23" fmla="*/ 2175345 h 2202439"/>
                <a:gd name="connsiteX24" fmla="*/ 2485080 w 2955074"/>
                <a:gd name="connsiteY24" fmla="*/ 2056295 h 2202439"/>
                <a:gd name="connsiteX25" fmla="*/ 2341928 w 2955074"/>
                <a:gd name="connsiteY25" fmla="*/ 1888310 h 2202439"/>
                <a:gd name="connsiteX26" fmla="*/ 2233833 w 2955074"/>
                <a:gd name="connsiteY26" fmla="*/ 1789710 h 2202439"/>
                <a:gd name="connsiteX27" fmla="*/ 1975282 w 2955074"/>
                <a:gd name="connsiteY27" fmla="*/ 1801031 h 2202439"/>
                <a:gd name="connsiteX28" fmla="*/ 1839798 w 2955074"/>
                <a:gd name="connsiteY28" fmla="*/ 1942722 h 2202439"/>
                <a:gd name="connsiteX29" fmla="*/ 1707966 w 2955074"/>
                <a:gd name="connsiteY29" fmla="*/ 2092083 h 2202439"/>
                <a:gd name="connsiteX30" fmla="*/ 1485933 w 2955074"/>
                <a:gd name="connsiteY30" fmla="*/ 2200543 h 2202439"/>
                <a:gd name="connsiteX31" fmla="*/ 1204741 w 2955074"/>
                <a:gd name="connsiteY31" fmla="*/ 2071268 h 2202439"/>
                <a:gd name="connsiteX32" fmla="*/ 1115635 w 2955074"/>
                <a:gd name="connsiteY32" fmla="*/ 1828785 h 2202439"/>
                <a:gd name="connsiteX33" fmla="*/ 1167857 w 2955074"/>
                <a:gd name="connsiteY33" fmla="*/ 1470172 h 2202439"/>
                <a:gd name="connsiteX34" fmla="*/ 1362500 w 2955074"/>
                <a:gd name="connsiteY34" fmla="*/ 1093301 h 2202439"/>
                <a:gd name="connsiteX35" fmla="*/ 1547649 w 2955074"/>
                <a:gd name="connsiteY35" fmla="*/ 801153 h 2202439"/>
                <a:gd name="connsiteX36" fmla="*/ 1682560 w 2955074"/>
                <a:gd name="connsiteY36" fmla="*/ 477649 h 2202439"/>
                <a:gd name="connsiteX37" fmla="*/ 0 w 2955074"/>
                <a:gd name="connsiteY37" fmla="*/ 5763 h 2202439"/>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52637 h 2249313"/>
                <a:gd name="connsiteX1" fmla="*/ 54280 w 2955074"/>
                <a:gd name="connsiteY1" fmla="*/ 0 h 2249313"/>
                <a:gd name="connsiteX2" fmla="*/ 1777760 w 2955074"/>
                <a:gd name="connsiteY2" fmla="*/ 406125 h 2249313"/>
                <a:gd name="connsiteX3" fmla="*/ 1733894 w 2955074"/>
                <a:gd name="connsiteY3" fmla="*/ 644618 h 2249313"/>
                <a:gd name="connsiteX4" fmla="*/ 1572847 w 2955074"/>
                <a:gd name="connsiteY4" fmla="*/ 973286 h 2249313"/>
                <a:gd name="connsiteX5" fmla="*/ 1392811 w 2955074"/>
                <a:gd name="connsiteY5" fmla="*/ 1246079 h 2249313"/>
                <a:gd name="connsiteX6" fmla="*/ 1209122 w 2955074"/>
                <a:gd name="connsiteY6" fmla="*/ 1650339 h 2249313"/>
                <a:gd name="connsiteX7" fmla="*/ 1223365 w 2955074"/>
                <a:gd name="connsiteY7" fmla="*/ 1960017 h 2249313"/>
                <a:gd name="connsiteX8" fmla="*/ 1354101 w 2955074"/>
                <a:gd name="connsiteY8" fmla="*/ 2127636 h 2249313"/>
                <a:gd name="connsiteX9" fmla="*/ 1560797 w 2955074"/>
                <a:gd name="connsiteY9" fmla="*/ 2132749 h 2249313"/>
                <a:gd name="connsiteX10" fmla="*/ 1695184 w 2955074"/>
                <a:gd name="connsiteY10" fmla="*/ 2014429 h 2249313"/>
                <a:gd name="connsiteX11" fmla="*/ 1834320 w 2955074"/>
                <a:gd name="connsiteY11" fmla="*/ 1850461 h 2249313"/>
                <a:gd name="connsiteX12" fmla="*/ 1989889 w 2955074"/>
                <a:gd name="connsiteY12" fmla="*/ 1730680 h 2249313"/>
                <a:gd name="connsiteX13" fmla="*/ 2258301 w 2955074"/>
                <a:gd name="connsiteY13" fmla="*/ 1748209 h 2249313"/>
                <a:gd name="connsiteX14" fmla="*/ 2387941 w 2955074"/>
                <a:gd name="connsiteY14" fmla="*/ 1856304 h 2249313"/>
                <a:gd name="connsiteX15" fmla="*/ 2511740 w 2955074"/>
                <a:gd name="connsiteY15" fmla="*/ 2006760 h 2249313"/>
                <a:gd name="connsiteX16" fmla="*/ 2659274 w 2955074"/>
                <a:gd name="connsiteY16" fmla="*/ 2134940 h 2249313"/>
                <a:gd name="connsiteX17" fmla="*/ 2718799 w 2955074"/>
                <a:gd name="connsiteY17" fmla="*/ 2154660 h 2249313"/>
                <a:gd name="connsiteX18" fmla="*/ 2830546 w 2955074"/>
                <a:gd name="connsiteY18" fmla="*/ 2106821 h 2249313"/>
                <a:gd name="connsiteX19" fmla="*/ 2869256 w 2955074"/>
                <a:gd name="connsiteY19" fmla="*/ 2010777 h 2249313"/>
                <a:gd name="connsiteX20" fmla="*/ 2886420 w 2955074"/>
                <a:gd name="connsiteY20" fmla="*/ 2000917 h 2249313"/>
                <a:gd name="connsiteX21" fmla="*/ 2955074 w 2955074"/>
                <a:gd name="connsiteY21" fmla="*/ 1999456 h 2249313"/>
                <a:gd name="connsiteX22" fmla="*/ 2861222 w 2955074"/>
                <a:gd name="connsiteY22" fmla="*/ 2196292 h 2249313"/>
                <a:gd name="connsiteX23" fmla="*/ 2646127 w 2955074"/>
                <a:gd name="connsiteY23" fmla="*/ 2222219 h 2249313"/>
                <a:gd name="connsiteX24" fmla="*/ 2485080 w 2955074"/>
                <a:gd name="connsiteY24" fmla="*/ 2103169 h 2249313"/>
                <a:gd name="connsiteX25" fmla="*/ 2341928 w 2955074"/>
                <a:gd name="connsiteY25" fmla="*/ 1935184 h 2249313"/>
                <a:gd name="connsiteX26" fmla="*/ 2233833 w 2955074"/>
                <a:gd name="connsiteY26" fmla="*/ 1836584 h 2249313"/>
                <a:gd name="connsiteX27" fmla="*/ 1975282 w 2955074"/>
                <a:gd name="connsiteY27" fmla="*/ 1847905 h 2249313"/>
                <a:gd name="connsiteX28" fmla="*/ 1839798 w 2955074"/>
                <a:gd name="connsiteY28" fmla="*/ 1989596 h 2249313"/>
                <a:gd name="connsiteX29" fmla="*/ 1707966 w 2955074"/>
                <a:gd name="connsiteY29" fmla="*/ 2138957 h 2249313"/>
                <a:gd name="connsiteX30" fmla="*/ 1485933 w 2955074"/>
                <a:gd name="connsiteY30" fmla="*/ 2247417 h 2249313"/>
                <a:gd name="connsiteX31" fmla="*/ 1204741 w 2955074"/>
                <a:gd name="connsiteY31" fmla="*/ 2118142 h 2249313"/>
                <a:gd name="connsiteX32" fmla="*/ 1115635 w 2955074"/>
                <a:gd name="connsiteY32" fmla="*/ 1875659 h 2249313"/>
                <a:gd name="connsiteX33" fmla="*/ 1167857 w 2955074"/>
                <a:gd name="connsiteY33" fmla="*/ 1517046 h 2249313"/>
                <a:gd name="connsiteX34" fmla="*/ 1362500 w 2955074"/>
                <a:gd name="connsiteY34" fmla="*/ 1140175 h 2249313"/>
                <a:gd name="connsiteX35" fmla="*/ 1547649 w 2955074"/>
                <a:gd name="connsiteY35" fmla="*/ 848027 h 2249313"/>
                <a:gd name="connsiteX36" fmla="*/ 1682560 w 2955074"/>
                <a:gd name="connsiteY36" fmla="*/ 524523 h 2249313"/>
                <a:gd name="connsiteX37" fmla="*/ 0 w 2955074"/>
                <a:gd name="connsiteY37" fmla="*/ 52637 h 2249313"/>
                <a:gd name="connsiteX0" fmla="*/ 0 w 2955074"/>
                <a:gd name="connsiteY0" fmla="*/ 67267 h 2263943"/>
                <a:gd name="connsiteX1" fmla="*/ 54280 w 2955074"/>
                <a:gd name="connsiteY1" fmla="*/ 0 h 2263943"/>
                <a:gd name="connsiteX2" fmla="*/ 1777760 w 2955074"/>
                <a:gd name="connsiteY2" fmla="*/ 420755 h 2263943"/>
                <a:gd name="connsiteX3" fmla="*/ 1733894 w 2955074"/>
                <a:gd name="connsiteY3" fmla="*/ 659248 h 2263943"/>
                <a:gd name="connsiteX4" fmla="*/ 1572847 w 2955074"/>
                <a:gd name="connsiteY4" fmla="*/ 987916 h 2263943"/>
                <a:gd name="connsiteX5" fmla="*/ 1392811 w 2955074"/>
                <a:gd name="connsiteY5" fmla="*/ 1260709 h 2263943"/>
                <a:gd name="connsiteX6" fmla="*/ 1209122 w 2955074"/>
                <a:gd name="connsiteY6" fmla="*/ 1664969 h 2263943"/>
                <a:gd name="connsiteX7" fmla="*/ 1223365 w 2955074"/>
                <a:gd name="connsiteY7" fmla="*/ 1974647 h 2263943"/>
                <a:gd name="connsiteX8" fmla="*/ 1354101 w 2955074"/>
                <a:gd name="connsiteY8" fmla="*/ 2142266 h 2263943"/>
                <a:gd name="connsiteX9" fmla="*/ 1560797 w 2955074"/>
                <a:gd name="connsiteY9" fmla="*/ 2147379 h 2263943"/>
                <a:gd name="connsiteX10" fmla="*/ 1695184 w 2955074"/>
                <a:gd name="connsiteY10" fmla="*/ 2029059 h 2263943"/>
                <a:gd name="connsiteX11" fmla="*/ 1834320 w 2955074"/>
                <a:gd name="connsiteY11" fmla="*/ 1865091 h 2263943"/>
                <a:gd name="connsiteX12" fmla="*/ 1989889 w 2955074"/>
                <a:gd name="connsiteY12" fmla="*/ 1745310 h 2263943"/>
                <a:gd name="connsiteX13" fmla="*/ 2258301 w 2955074"/>
                <a:gd name="connsiteY13" fmla="*/ 1762839 h 2263943"/>
                <a:gd name="connsiteX14" fmla="*/ 2387941 w 2955074"/>
                <a:gd name="connsiteY14" fmla="*/ 1870934 h 2263943"/>
                <a:gd name="connsiteX15" fmla="*/ 2511740 w 2955074"/>
                <a:gd name="connsiteY15" fmla="*/ 2021390 h 2263943"/>
                <a:gd name="connsiteX16" fmla="*/ 2659274 w 2955074"/>
                <a:gd name="connsiteY16" fmla="*/ 2149570 h 2263943"/>
                <a:gd name="connsiteX17" fmla="*/ 2718799 w 2955074"/>
                <a:gd name="connsiteY17" fmla="*/ 2169290 h 2263943"/>
                <a:gd name="connsiteX18" fmla="*/ 2830546 w 2955074"/>
                <a:gd name="connsiteY18" fmla="*/ 2121451 h 2263943"/>
                <a:gd name="connsiteX19" fmla="*/ 2869256 w 2955074"/>
                <a:gd name="connsiteY19" fmla="*/ 2025407 h 2263943"/>
                <a:gd name="connsiteX20" fmla="*/ 2886420 w 2955074"/>
                <a:gd name="connsiteY20" fmla="*/ 2015547 h 2263943"/>
                <a:gd name="connsiteX21" fmla="*/ 2955074 w 2955074"/>
                <a:gd name="connsiteY21" fmla="*/ 2014086 h 2263943"/>
                <a:gd name="connsiteX22" fmla="*/ 2861222 w 2955074"/>
                <a:gd name="connsiteY22" fmla="*/ 2210922 h 2263943"/>
                <a:gd name="connsiteX23" fmla="*/ 2646127 w 2955074"/>
                <a:gd name="connsiteY23" fmla="*/ 2236849 h 2263943"/>
                <a:gd name="connsiteX24" fmla="*/ 2485080 w 2955074"/>
                <a:gd name="connsiteY24" fmla="*/ 2117799 h 2263943"/>
                <a:gd name="connsiteX25" fmla="*/ 2341928 w 2955074"/>
                <a:gd name="connsiteY25" fmla="*/ 1949814 h 2263943"/>
                <a:gd name="connsiteX26" fmla="*/ 2233833 w 2955074"/>
                <a:gd name="connsiteY26" fmla="*/ 1851214 h 2263943"/>
                <a:gd name="connsiteX27" fmla="*/ 1975282 w 2955074"/>
                <a:gd name="connsiteY27" fmla="*/ 1862535 h 2263943"/>
                <a:gd name="connsiteX28" fmla="*/ 1839798 w 2955074"/>
                <a:gd name="connsiteY28" fmla="*/ 2004226 h 2263943"/>
                <a:gd name="connsiteX29" fmla="*/ 1707966 w 2955074"/>
                <a:gd name="connsiteY29" fmla="*/ 2153587 h 2263943"/>
                <a:gd name="connsiteX30" fmla="*/ 1485933 w 2955074"/>
                <a:gd name="connsiteY30" fmla="*/ 2262047 h 2263943"/>
                <a:gd name="connsiteX31" fmla="*/ 1204741 w 2955074"/>
                <a:gd name="connsiteY31" fmla="*/ 2132772 h 2263943"/>
                <a:gd name="connsiteX32" fmla="*/ 1115635 w 2955074"/>
                <a:gd name="connsiteY32" fmla="*/ 1890289 h 2263943"/>
                <a:gd name="connsiteX33" fmla="*/ 1167857 w 2955074"/>
                <a:gd name="connsiteY33" fmla="*/ 1531676 h 2263943"/>
                <a:gd name="connsiteX34" fmla="*/ 1362500 w 2955074"/>
                <a:gd name="connsiteY34" fmla="*/ 1154805 h 2263943"/>
                <a:gd name="connsiteX35" fmla="*/ 1547649 w 2955074"/>
                <a:gd name="connsiteY35" fmla="*/ 862657 h 2263943"/>
                <a:gd name="connsiteX36" fmla="*/ 1682560 w 2955074"/>
                <a:gd name="connsiteY36" fmla="*/ 539153 h 2263943"/>
                <a:gd name="connsiteX37" fmla="*/ 0 w 2955074"/>
                <a:gd name="connsiteY37" fmla="*/ 67267 h 2263943"/>
                <a:gd name="connsiteX0" fmla="*/ 0 w 2955074"/>
                <a:gd name="connsiteY0" fmla="*/ 67267 h 2263943"/>
                <a:gd name="connsiteX1" fmla="*/ 54280 w 2955074"/>
                <a:gd name="connsiteY1" fmla="*/ 0 h 2263943"/>
                <a:gd name="connsiteX2" fmla="*/ 1777760 w 2955074"/>
                <a:gd name="connsiteY2" fmla="*/ 420755 h 2263943"/>
                <a:gd name="connsiteX3" fmla="*/ 1733894 w 2955074"/>
                <a:gd name="connsiteY3" fmla="*/ 659248 h 2263943"/>
                <a:gd name="connsiteX4" fmla="*/ 1572847 w 2955074"/>
                <a:gd name="connsiteY4" fmla="*/ 987916 h 2263943"/>
                <a:gd name="connsiteX5" fmla="*/ 1392811 w 2955074"/>
                <a:gd name="connsiteY5" fmla="*/ 1260709 h 2263943"/>
                <a:gd name="connsiteX6" fmla="*/ 1209122 w 2955074"/>
                <a:gd name="connsiteY6" fmla="*/ 1664969 h 2263943"/>
                <a:gd name="connsiteX7" fmla="*/ 1223365 w 2955074"/>
                <a:gd name="connsiteY7" fmla="*/ 1974647 h 2263943"/>
                <a:gd name="connsiteX8" fmla="*/ 1354101 w 2955074"/>
                <a:gd name="connsiteY8" fmla="*/ 2142266 h 2263943"/>
                <a:gd name="connsiteX9" fmla="*/ 1560797 w 2955074"/>
                <a:gd name="connsiteY9" fmla="*/ 2147379 h 2263943"/>
                <a:gd name="connsiteX10" fmla="*/ 1695184 w 2955074"/>
                <a:gd name="connsiteY10" fmla="*/ 2029059 h 2263943"/>
                <a:gd name="connsiteX11" fmla="*/ 1834320 w 2955074"/>
                <a:gd name="connsiteY11" fmla="*/ 1865091 h 2263943"/>
                <a:gd name="connsiteX12" fmla="*/ 1989889 w 2955074"/>
                <a:gd name="connsiteY12" fmla="*/ 1745310 h 2263943"/>
                <a:gd name="connsiteX13" fmla="*/ 2258301 w 2955074"/>
                <a:gd name="connsiteY13" fmla="*/ 1762839 h 2263943"/>
                <a:gd name="connsiteX14" fmla="*/ 2387941 w 2955074"/>
                <a:gd name="connsiteY14" fmla="*/ 1870934 h 2263943"/>
                <a:gd name="connsiteX15" fmla="*/ 2511740 w 2955074"/>
                <a:gd name="connsiteY15" fmla="*/ 2021390 h 2263943"/>
                <a:gd name="connsiteX16" fmla="*/ 2659274 w 2955074"/>
                <a:gd name="connsiteY16" fmla="*/ 2149570 h 2263943"/>
                <a:gd name="connsiteX17" fmla="*/ 2718799 w 2955074"/>
                <a:gd name="connsiteY17" fmla="*/ 2169290 h 2263943"/>
                <a:gd name="connsiteX18" fmla="*/ 2830546 w 2955074"/>
                <a:gd name="connsiteY18" fmla="*/ 2121451 h 2263943"/>
                <a:gd name="connsiteX19" fmla="*/ 2869256 w 2955074"/>
                <a:gd name="connsiteY19" fmla="*/ 2025407 h 2263943"/>
                <a:gd name="connsiteX20" fmla="*/ 2886420 w 2955074"/>
                <a:gd name="connsiteY20" fmla="*/ 2015547 h 2263943"/>
                <a:gd name="connsiteX21" fmla="*/ 2955074 w 2955074"/>
                <a:gd name="connsiteY21" fmla="*/ 2014086 h 2263943"/>
                <a:gd name="connsiteX22" fmla="*/ 2861222 w 2955074"/>
                <a:gd name="connsiteY22" fmla="*/ 2210922 h 2263943"/>
                <a:gd name="connsiteX23" fmla="*/ 2646127 w 2955074"/>
                <a:gd name="connsiteY23" fmla="*/ 2236849 h 2263943"/>
                <a:gd name="connsiteX24" fmla="*/ 2485080 w 2955074"/>
                <a:gd name="connsiteY24" fmla="*/ 2117799 h 2263943"/>
                <a:gd name="connsiteX25" fmla="*/ 2341928 w 2955074"/>
                <a:gd name="connsiteY25" fmla="*/ 1949814 h 2263943"/>
                <a:gd name="connsiteX26" fmla="*/ 2233833 w 2955074"/>
                <a:gd name="connsiteY26" fmla="*/ 1851214 h 2263943"/>
                <a:gd name="connsiteX27" fmla="*/ 1975282 w 2955074"/>
                <a:gd name="connsiteY27" fmla="*/ 1862535 h 2263943"/>
                <a:gd name="connsiteX28" fmla="*/ 1839798 w 2955074"/>
                <a:gd name="connsiteY28" fmla="*/ 2004226 h 2263943"/>
                <a:gd name="connsiteX29" fmla="*/ 1707966 w 2955074"/>
                <a:gd name="connsiteY29" fmla="*/ 2153587 h 2263943"/>
                <a:gd name="connsiteX30" fmla="*/ 1485933 w 2955074"/>
                <a:gd name="connsiteY30" fmla="*/ 2262047 h 2263943"/>
                <a:gd name="connsiteX31" fmla="*/ 1204741 w 2955074"/>
                <a:gd name="connsiteY31" fmla="*/ 2132772 h 2263943"/>
                <a:gd name="connsiteX32" fmla="*/ 1115635 w 2955074"/>
                <a:gd name="connsiteY32" fmla="*/ 1890289 h 2263943"/>
                <a:gd name="connsiteX33" fmla="*/ 1167857 w 2955074"/>
                <a:gd name="connsiteY33" fmla="*/ 1531676 h 2263943"/>
                <a:gd name="connsiteX34" fmla="*/ 1362500 w 2955074"/>
                <a:gd name="connsiteY34" fmla="*/ 1154805 h 2263943"/>
                <a:gd name="connsiteX35" fmla="*/ 1547649 w 2955074"/>
                <a:gd name="connsiteY35" fmla="*/ 862657 h 2263943"/>
                <a:gd name="connsiteX36" fmla="*/ 1682560 w 2955074"/>
                <a:gd name="connsiteY36" fmla="*/ 539153 h 2263943"/>
                <a:gd name="connsiteX37" fmla="*/ 0 w 2955074"/>
                <a:gd name="connsiteY37" fmla="*/ 67267 h 226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955074" h="2263943">
                  <a:moveTo>
                    <a:pt x="0" y="67267"/>
                  </a:moveTo>
                  <a:cubicBezTo>
                    <a:pt x="19521" y="32304"/>
                    <a:pt x="13052" y="30088"/>
                    <a:pt x="54280" y="0"/>
                  </a:cubicBezTo>
                  <a:cubicBezTo>
                    <a:pt x="477807" y="687154"/>
                    <a:pt x="1755065" y="-79168"/>
                    <a:pt x="1777760" y="420755"/>
                  </a:cubicBezTo>
                  <a:cubicBezTo>
                    <a:pt x="1776038" y="487312"/>
                    <a:pt x="1765163" y="577766"/>
                    <a:pt x="1733894" y="659248"/>
                  </a:cubicBezTo>
                  <a:cubicBezTo>
                    <a:pt x="1695184" y="776108"/>
                    <a:pt x="1638946" y="884568"/>
                    <a:pt x="1572847" y="987916"/>
                  </a:cubicBezTo>
                  <a:cubicBezTo>
                    <a:pt x="1514052" y="1079577"/>
                    <a:pt x="1451606" y="1169047"/>
                    <a:pt x="1392811" y="1260709"/>
                  </a:cubicBezTo>
                  <a:cubicBezTo>
                    <a:pt x="1312105" y="1386332"/>
                    <a:pt x="1242720" y="1517799"/>
                    <a:pt x="1209122" y="1664969"/>
                  </a:cubicBezTo>
                  <a:cubicBezTo>
                    <a:pt x="1185386" y="1769047"/>
                    <a:pt x="1185020" y="1873125"/>
                    <a:pt x="1223365" y="1974647"/>
                  </a:cubicBezTo>
                  <a:cubicBezTo>
                    <a:pt x="1249658" y="2043667"/>
                    <a:pt x="1290194" y="2102461"/>
                    <a:pt x="1354101" y="2142266"/>
                  </a:cubicBezTo>
                  <a:cubicBezTo>
                    <a:pt x="1422026" y="2184628"/>
                    <a:pt x="1490681" y="2184628"/>
                    <a:pt x="1560797" y="2147379"/>
                  </a:cubicBezTo>
                  <a:cubicBezTo>
                    <a:pt x="1615209" y="2118530"/>
                    <a:pt x="1655745" y="2074342"/>
                    <a:pt x="1695184" y="2029059"/>
                  </a:cubicBezTo>
                  <a:cubicBezTo>
                    <a:pt x="1742293" y="1975011"/>
                    <a:pt x="1786846" y="1918773"/>
                    <a:pt x="1834320" y="1865091"/>
                  </a:cubicBezTo>
                  <a:cubicBezTo>
                    <a:pt x="1878143" y="1815060"/>
                    <a:pt x="1928538" y="1773064"/>
                    <a:pt x="1989889" y="1745310"/>
                  </a:cubicBezTo>
                  <a:cubicBezTo>
                    <a:pt x="2082281" y="1703313"/>
                    <a:pt x="2171752" y="1715365"/>
                    <a:pt x="2258301" y="1762839"/>
                  </a:cubicBezTo>
                  <a:cubicBezTo>
                    <a:pt x="2308331" y="1790228"/>
                    <a:pt x="2348866" y="1830033"/>
                    <a:pt x="2387941" y="1870934"/>
                  </a:cubicBezTo>
                  <a:cubicBezTo>
                    <a:pt x="2433225" y="1918042"/>
                    <a:pt x="2468282" y="1973186"/>
                    <a:pt x="2511740" y="2021390"/>
                  </a:cubicBezTo>
                  <a:cubicBezTo>
                    <a:pt x="2555562" y="2069959"/>
                    <a:pt x="2599384" y="2118895"/>
                    <a:pt x="2659274" y="2149570"/>
                  </a:cubicBezTo>
                  <a:cubicBezTo>
                    <a:pt x="2678264" y="2159430"/>
                    <a:pt x="2697984" y="2166369"/>
                    <a:pt x="2718799" y="2169290"/>
                  </a:cubicBezTo>
                  <a:cubicBezTo>
                    <a:pt x="2765543" y="2175863"/>
                    <a:pt x="2802427" y="2157605"/>
                    <a:pt x="2830546" y="2121451"/>
                  </a:cubicBezTo>
                  <a:cubicBezTo>
                    <a:pt x="2852457" y="2093332"/>
                    <a:pt x="2863778" y="2060465"/>
                    <a:pt x="2869256" y="2025407"/>
                  </a:cubicBezTo>
                  <a:cubicBezTo>
                    <a:pt x="2871812" y="2016278"/>
                    <a:pt x="2876560" y="2014086"/>
                    <a:pt x="2886420" y="2015547"/>
                  </a:cubicBezTo>
                  <a:cubicBezTo>
                    <a:pt x="2909427" y="2019199"/>
                    <a:pt x="2932433" y="2018103"/>
                    <a:pt x="2955074" y="2014086"/>
                  </a:cubicBezTo>
                  <a:cubicBezTo>
                    <a:pt x="2949231" y="2091871"/>
                    <a:pt x="2923304" y="2161256"/>
                    <a:pt x="2861222" y="2210922"/>
                  </a:cubicBezTo>
                  <a:cubicBezTo>
                    <a:pt x="2796219" y="2262778"/>
                    <a:pt x="2722086" y="2266430"/>
                    <a:pt x="2646127" y="2236849"/>
                  </a:cubicBezTo>
                  <a:cubicBezTo>
                    <a:pt x="2581855" y="2211651"/>
                    <a:pt x="2531824" y="2166734"/>
                    <a:pt x="2485080" y="2117799"/>
                  </a:cubicBezTo>
                  <a:cubicBezTo>
                    <a:pt x="2434320" y="2064482"/>
                    <a:pt x="2391228" y="2004592"/>
                    <a:pt x="2341928" y="1949814"/>
                  </a:cubicBezTo>
                  <a:cubicBezTo>
                    <a:pt x="2309061" y="1913295"/>
                    <a:pt x="2275099" y="1878237"/>
                    <a:pt x="2233833" y="1851214"/>
                  </a:cubicBezTo>
                  <a:cubicBezTo>
                    <a:pt x="2147284" y="1794975"/>
                    <a:pt x="2056718" y="1798992"/>
                    <a:pt x="1975282" y="1862535"/>
                  </a:cubicBezTo>
                  <a:cubicBezTo>
                    <a:pt x="1923060" y="1903070"/>
                    <a:pt x="1881794" y="1953831"/>
                    <a:pt x="1839798" y="2004226"/>
                  </a:cubicBezTo>
                  <a:cubicBezTo>
                    <a:pt x="1797437" y="2055352"/>
                    <a:pt x="1756901" y="2107939"/>
                    <a:pt x="1707966" y="2153587"/>
                  </a:cubicBezTo>
                  <a:cubicBezTo>
                    <a:pt x="1645154" y="2212382"/>
                    <a:pt x="1572847" y="2252918"/>
                    <a:pt x="1485933" y="2262047"/>
                  </a:cubicBezTo>
                  <a:cubicBezTo>
                    <a:pt x="1367248" y="2274098"/>
                    <a:pt x="1273395" y="2228450"/>
                    <a:pt x="1204741" y="2132772"/>
                  </a:cubicBezTo>
                  <a:cubicBezTo>
                    <a:pt x="1153249" y="2060465"/>
                    <a:pt x="1126956" y="1977568"/>
                    <a:pt x="1115635" y="1890289"/>
                  </a:cubicBezTo>
                  <a:cubicBezTo>
                    <a:pt x="1099202" y="1766126"/>
                    <a:pt x="1124764" y="1647440"/>
                    <a:pt x="1167857" y="1531676"/>
                  </a:cubicBezTo>
                  <a:cubicBezTo>
                    <a:pt x="1217887" y="1398384"/>
                    <a:pt x="1285447" y="1274221"/>
                    <a:pt x="1362500" y="1154805"/>
                  </a:cubicBezTo>
                  <a:cubicBezTo>
                    <a:pt x="1424947" y="1058031"/>
                    <a:pt x="1489950" y="962718"/>
                    <a:pt x="1547649" y="862657"/>
                  </a:cubicBezTo>
                  <a:cubicBezTo>
                    <a:pt x="1605349" y="762231"/>
                    <a:pt x="1656631" y="652726"/>
                    <a:pt x="1682560" y="539153"/>
                  </a:cubicBezTo>
                  <a:cubicBezTo>
                    <a:pt x="1811508" y="-36392"/>
                    <a:pt x="464357" y="817264"/>
                    <a:pt x="0" y="67267"/>
                  </a:cubicBezTo>
                  <a:close/>
                </a:path>
              </a:pathLst>
            </a:custGeom>
            <a:solidFill>
              <a:schemeClr val="accent1"/>
            </a:solidFill>
            <a:ln w="4780" cap="flat">
              <a:noFill/>
              <a:prstDash val="solid"/>
              <a:miter/>
            </a:ln>
          </p:spPr>
          <p:txBody>
            <a:bodyPr wrap="square" rtlCol="0" anchor="ctr">
              <a:noAutofit/>
            </a:bodyPr>
            <a:lstStyle/>
            <a:p>
              <a:endParaRPr lang="en-US" dirty="0"/>
            </a:p>
          </p:txBody>
        </p:sp>
        <p:sp>
          <p:nvSpPr>
            <p:cNvPr id="36" name="Freeform: Shape 35">
              <a:extLst>
                <a:ext uri="{FF2B5EF4-FFF2-40B4-BE49-F238E27FC236}">
                  <a16:creationId xmlns:a16="http://schemas.microsoft.com/office/drawing/2014/main" id="{D3A6F2F7-2C93-4444-9402-A72224787C22}"/>
                </a:ext>
              </a:extLst>
            </p:cNvPr>
            <p:cNvSpPr/>
            <p:nvPr/>
          </p:nvSpPr>
          <p:spPr>
            <a:xfrm rot="838999">
              <a:off x="8898300" y="5302519"/>
              <a:ext cx="565445" cy="676133"/>
            </a:xfrm>
            <a:custGeom>
              <a:avLst/>
              <a:gdLst>
                <a:gd name="connsiteX0" fmla="*/ 82313 w 565445"/>
                <a:gd name="connsiteY0" fmla="*/ 374057 h 676133"/>
                <a:gd name="connsiteX1" fmla="*/ 78615 w 565445"/>
                <a:gd name="connsiteY1" fmla="*/ 382986 h 676133"/>
                <a:gd name="connsiteX2" fmla="*/ 78614 w 565445"/>
                <a:gd name="connsiteY2" fmla="*/ 382986 h 676133"/>
                <a:gd name="connsiteX3" fmla="*/ 91242 w 565445"/>
                <a:gd name="connsiteY3" fmla="*/ 395612 h 676133"/>
                <a:gd name="connsiteX4" fmla="*/ 474201 w 565445"/>
                <a:gd name="connsiteY4" fmla="*/ 395613 h 676133"/>
                <a:gd name="connsiteX5" fmla="*/ 483130 w 565445"/>
                <a:gd name="connsiteY5" fmla="*/ 391915 h 676133"/>
                <a:gd name="connsiteX6" fmla="*/ 486829 w 565445"/>
                <a:gd name="connsiteY6" fmla="*/ 382986 h 676133"/>
                <a:gd name="connsiteX7" fmla="*/ 474201 w 565445"/>
                <a:gd name="connsiteY7" fmla="*/ 370360 h 676133"/>
                <a:gd name="connsiteX8" fmla="*/ 91242 w 565445"/>
                <a:gd name="connsiteY8" fmla="*/ 370359 h 676133"/>
                <a:gd name="connsiteX9" fmla="*/ 82313 w 565445"/>
                <a:gd name="connsiteY9" fmla="*/ 374057 h 676133"/>
                <a:gd name="connsiteX10" fmla="*/ 82314 w 565445"/>
                <a:gd name="connsiteY10" fmla="*/ 320622 h 676133"/>
                <a:gd name="connsiteX11" fmla="*/ 78615 w 565445"/>
                <a:gd name="connsiteY11" fmla="*/ 329550 h 676133"/>
                <a:gd name="connsiteX12" fmla="*/ 78615 w 565445"/>
                <a:gd name="connsiteY12" fmla="*/ 329551 h 676133"/>
                <a:gd name="connsiteX13" fmla="*/ 91242 w 565445"/>
                <a:gd name="connsiteY13" fmla="*/ 342177 h 676133"/>
                <a:gd name="connsiteX14" fmla="*/ 474201 w 565445"/>
                <a:gd name="connsiteY14" fmla="*/ 342178 h 676133"/>
                <a:gd name="connsiteX15" fmla="*/ 483130 w 565445"/>
                <a:gd name="connsiteY15" fmla="*/ 338479 h 676133"/>
                <a:gd name="connsiteX16" fmla="*/ 486829 w 565445"/>
                <a:gd name="connsiteY16" fmla="*/ 329551 h 676133"/>
                <a:gd name="connsiteX17" fmla="*/ 474201 w 565445"/>
                <a:gd name="connsiteY17" fmla="*/ 316925 h 676133"/>
                <a:gd name="connsiteX18" fmla="*/ 91243 w 565445"/>
                <a:gd name="connsiteY18" fmla="*/ 316924 h 676133"/>
                <a:gd name="connsiteX19" fmla="*/ 82314 w 565445"/>
                <a:gd name="connsiteY19" fmla="*/ 320622 h 676133"/>
                <a:gd name="connsiteX20" fmla="*/ 82314 w 565445"/>
                <a:gd name="connsiteY20" fmla="*/ 267186 h 676133"/>
                <a:gd name="connsiteX21" fmla="*/ 78616 w 565445"/>
                <a:gd name="connsiteY21" fmla="*/ 276115 h 676133"/>
                <a:gd name="connsiteX22" fmla="*/ 78615 w 565445"/>
                <a:gd name="connsiteY22" fmla="*/ 276115 h 676133"/>
                <a:gd name="connsiteX23" fmla="*/ 91242 w 565445"/>
                <a:gd name="connsiteY23" fmla="*/ 288742 h 676133"/>
                <a:gd name="connsiteX24" fmla="*/ 474201 w 565445"/>
                <a:gd name="connsiteY24" fmla="*/ 288742 h 676133"/>
                <a:gd name="connsiteX25" fmla="*/ 483130 w 565445"/>
                <a:gd name="connsiteY25" fmla="*/ 285044 h 676133"/>
                <a:gd name="connsiteX26" fmla="*/ 486828 w 565445"/>
                <a:gd name="connsiteY26" fmla="*/ 276116 h 676133"/>
                <a:gd name="connsiteX27" fmla="*/ 474201 w 565445"/>
                <a:gd name="connsiteY27" fmla="*/ 263489 h 676133"/>
                <a:gd name="connsiteX28" fmla="*/ 91243 w 565445"/>
                <a:gd name="connsiteY28" fmla="*/ 263488 h 676133"/>
                <a:gd name="connsiteX29" fmla="*/ 82314 w 565445"/>
                <a:gd name="connsiteY29" fmla="*/ 267186 h 676133"/>
                <a:gd name="connsiteX30" fmla="*/ 5628 w 565445"/>
                <a:gd name="connsiteY30" fmla="*/ 181100 h 676133"/>
                <a:gd name="connsiteX31" fmla="*/ 19215 w 565445"/>
                <a:gd name="connsiteY31" fmla="*/ 175472 h 676133"/>
                <a:gd name="connsiteX32" fmla="*/ 150865 w 565445"/>
                <a:gd name="connsiteY32" fmla="*/ 175472 h 676133"/>
                <a:gd name="connsiteX33" fmla="*/ 182560 w 565445"/>
                <a:gd name="connsiteY33" fmla="*/ 175472 h 676133"/>
                <a:gd name="connsiteX34" fmla="*/ 182560 w 565445"/>
                <a:gd name="connsiteY34" fmla="*/ 175472 h 676133"/>
                <a:gd name="connsiteX35" fmla="*/ 382886 w 565445"/>
                <a:gd name="connsiteY35" fmla="*/ 175472 h 676133"/>
                <a:gd name="connsiteX36" fmla="*/ 382887 w 565445"/>
                <a:gd name="connsiteY36" fmla="*/ 37057 h 676133"/>
                <a:gd name="connsiteX37" fmla="*/ 419942 w 565445"/>
                <a:gd name="connsiteY37" fmla="*/ 1 h 676133"/>
                <a:gd name="connsiteX38" fmla="*/ 456998 w 565445"/>
                <a:gd name="connsiteY38" fmla="*/ 37057 h 676133"/>
                <a:gd name="connsiteX39" fmla="*/ 456998 w 565445"/>
                <a:gd name="connsiteY39" fmla="*/ 175473 h 676133"/>
                <a:gd name="connsiteX40" fmla="*/ 546230 w 565445"/>
                <a:gd name="connsiteY40" fmla="*/ 175472 h 676133"/>
                <a:gd name="connsiteX41" fmla="*/ 565445 w 565445"/>
                <a:gd name="connsiteY41" fmla="*/ 194686 h 676133"/>
                <a:gd name="connsiteX42" fmla="*/ 546231 w 565445"/>
                <a:gd name="connsiteY42" fmla="*/ 213900 h 676133"/>
                <a:gd name="connsiteX43" fmla="*/ 525277 w 565445"/>
                <a:gd name="connsiteY43" fmla="*/ 213900 h 676133"/>
                <a:gd name="connsiteX44" fmla="*/ 508900 w 565445"/>
                <a:gd name="connsiteY44" fmla="*/ 524387 h 676133"/>
                <a:gd name="connsiteX45" fmla="*/ 378244 w 565445"/>
                <a:gd name="connsiteY45" fmla="*/ 676133 h 676133"/>
                <a:gd name="connsiteX46" fmla="*/ 184456 w 565445"/>
                <a:gd name="connsiteY46" fmla="*/ 676133 h 676133"/>
                <a:gd name="connsiteX47" fmla="*/ 53800 w 565445"/>
                <a:gd name="connsiteY47" fmla="*/ 524387 h 676133"/>
                <a:gd name="connsiteX48" fmla="*/ 37423 w 565445"/>
                <a:gd name="connsiteY48" fmla="*/ 213900 h 676133"/>
                <a:gd name="connsiteX49" fmla="*/ 19215 w 565445"/>
                <a:gd name="connsiteY49" fmla="*/ 213900 h 676133"/>
                <a:gd name="connsiteX50" fmla="*/ 0 w 565445"/>
                <a:gd name="connsiteY50" fmla="*/ 194687 h 676133"/>
                <a:gd name="connsiteX51" fmla="*/ 5628 w 565445"/>
                <a:gd name="connsiteY51" fmla="*/ 181100 h 676133"/>
                <a:gd name="connsiteX52" fmla="*/ 119301 w 565445"/>
                <a:gd name="connsiteY52" fmla="*/ 10854 h 676133"/>
                <a:gd name="connsiteX53" fmla="*/ 145504 w 565445"/>
                <a:gd name="connsiteY53" fmla="*/ 0 h 676133"/>
                <a:gd name="connsiteX54" fmla="*/ 182560 w 565445"/>
                <a:gd name="connsiteY54" fmla="*/ 37056 h 676133"/>
                <a:gd name="connsiteX55" fmla="*/ 182560 w 565445"/>
                <a:gd name="connsiteY55" fmla="*/ 175472 h 676133"/>
                <a:gd name="connsiteX56" fmla="*/ 150865 w 565445"/>
                <a:gd name="connsiteY56" fmla="*/ 175472 h 676133"/>
                <a:gd name="connsiteX57" fmla="*/ 108448 w 565445"/>
                <a:gd name="connsiteY57" fmla="*/ 175472 h 676133"/>
                <a:gd name="connsiteX58" fmla="*/ 108448 w 565445"/>
                <a:gd name="connsiteY58" fmla="*/ 37056 h 676133"/>
                <a:gd name="connsiteX59" fmla="*/ 119301 w 565445"/>
                <a:gd name="connsiteY59" fmla="*/ 10854 h 676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65445" h="676133">
                  <a:moveTo>
                    <a:pt x="82313" y="374057"/>
                  </a:moveTo>
                  <a:cubicBezTo>
                    <a:pt x="80028" y="376342"/>
                    <a:pt x="78616" y="379499"/>
                    <a:pt x="78615" y="382986"/>
                  </a:cubicBezTo>
                  <a:lnTo>
                    <a:pt x="78614" y="382986"/>
                  </a:lnTo>
                  <a:cubicBezTo>
                    <a:pt x="78614" y="389959"/>
                    <a:pt x="84268" y="395612"/>
                    <a:pt x="91242" y="395612"/>
                  </a:cubicBezTo>
                  <a:lnTo>
                    <a:pt x="474201" y="395613"/>
                  </a:lnTo>
                  <a:cubicBezTo>
                    <a:pt x="477687" y="395613"/>
                    <a:pt x="480845" y="394199"/>
                    <a:pt x="483130" y="391915"/>
                  </a:cubicBezTo>
                  <a:lnTo>
                    <a:pt x="486829" y="382986"/>
                  </a:lnTo>
                  <a:lnTo>
                    <a:pt x="474201" y="370360"/>
                  </a:lnTo>
                  <a:lnTo>
                    <a:pt x="91242" y="370359"/>
                  </a:lnTo>
                  <a:cubicBezTo>
                    <a:pt x="87756" y="370359"/>
                    <a:pt x="84600" y="371771"/>
                    <a:pt x="82313" y="374057"/>
                  </a:cubicBezTo>
                  <a:close/>
                  <a:moveTo>
                    <a:pt x="82314" y="320622"/>
                  </a:moveTo>
                  <a:cubicBezTo>
                    <a:pt x="80029" y="322907"/>
                    <a:pt x="78616" y="326063"/>
                    <a:pt x="78615" y="329550"/>
                  </a:cubicBezTo>
                  <a:lnTo>
                    <a:pt x="78615" y="329551"/>
                  </a:lnTo>
                  <a:cubicBezTo>
                    <a:pt x="78614" y="336525"/>
                    <a:pt x="84268" y="342177"/>
                    <a:pt x="91242" y="342177"/>
                  </a:cubicBezTo>
                  <a:lnTo>
                    <a:pt x="474201" y="342178"/>
                  </a:lnTo>
                  <a:cubicBezTo>
                    <a:pt x="477688" y="342178"/>
                    <a:pt x="480844" y="340765"/>
                    <a:pt x="483130" y="338479"/>
                  </a:cubicBezTo>
                  <a:lnTo>
                    <a:pt x="486829" y="329551"/>
                  </a:lnTo>
                  <a:lnTo>
                    <a:pt x="474201" y="316925"/>
                  </a:lnTo>
                  <a:lnTo>
                    <a:pt x="91243" y="316924"/>
                  </a:lnTo>
                  <a:cubicBezTo>
                    <a:pt x="87756" y="316923"/>
                    <a:pt x="84599" y="318337"/>
                    <a:pt x="82314" y="320622"/>
                  </a:cubicBezTo>
                  <a:close/>
                  <a:moveTo>
                    <a:pt x="82314" y="267186"/>
                  </a:moveTo>
                  <a:cubicBezTo>
                    <a:pt x="80029" y="269471"/>
                    <a:pt x="78616" y="272628"/>
                    <a:pt x="78616" y="276115"/>
                  </a:cubicBezTo>
                  <a:lnTo>
                    <a:pt x="78615" y="276115"/>
                  </a:lnTo>
                  <a:cubicBezTo>
                    <a:pt x="78615" y="283088"/>
                    <a:pt x="84268" y="288742"/>
                    <a:pt x="91242" y="288742"/>
                  </a:cubicBezTo>
                  <a:lnTo>
                    <a:pt x="474201" y="288742"/>
                  </a:lnTo>
                  <a:cubicBezTo>
                    <a:pt x="477689" y="288742"/>
                    <a:pt x="480845" y="287328"/>
                    <a:pt x="483130" y="285044"/>
                  </a:cubicBezTo>
                  <a:lnTo>
                    <a:pt x="486828" y="276116"/>
                  </a:lnTo>
                  <a:lnTo>
                    <a:pt x="474201" y="263489"/>
                  </a:lnTo>
                  <a:lnTo>
                    <a:pt x="91243" y="263488"/>
                  </a:lnTo>
                  <a:cubicBezTo>
                    <a:pt x="87756" y="263488"/>
                    <a:pt x="84599" y="264901"/>
                    <a:pt x="82314" y="267186"/>
                  </a:cubicBezTo>
                  <a:close/>
                  <a:moveTo>
                    <a:pt x="5628" y="181100"/>
                  </a:moveTo>
                  <a:cubicBezTo>
                    <a:pt x="9105" y="177623"/>
                    <a:pt x="13909" y="175472"/>
                    <a:pt x="19215" y="175472"/>
                  </a:cubicBezTo>
                  <a:lnTo>
                    <a:pt x="150865" y="175472"/>
                  </a:lnTo>
                  <a:lnTo>
                    <a:pt x="182560" y="175472"/>
                  </a:lnTo>
                  <a:lnTo>
                    <a:pt x="182560" y="175472"/>
                  </a:lnTo>
                  <a:lnTo>
                    <a:pt x="382886" y="175472"/>
                  </a:lnTo>
                  <a:lnTo>
                    <a:pt x="382887" y="37057"/>
                  </a:lnTo>
                  <a:cubicBezTo>
                    <a:pt x="382886" y="16592"/>
                    <a:pt x="399478" y="1"/>
                    <a:pt x="419942" y="1"/>
                  </a:cubicBezTo>
                  <a:cubicBezTo>
                    <a:pt x="440407" y="1"/>
                    <a:pt x="456999" y="16592"/>
                    <a:pt x="456998" y="37057"/>
                  </a:cubicBezTo>
                  <a:lnTo>
                    <a:pt x="456998" y="175473"/>
                  </a:lnTo>
                  <a:lnTo>
                    <a:pt x="546230" y="175472"/>
                  </a:lnTo>
                  <a:cubicBezTo>
                    <a:pt x="556843" y="175472"/>
                    <a:pt x="565445" y="184074"/>
                    <a:pt x="565445" y="194686"/>
                  </a:cubicBezTo>
                  <a:cubicBezTo>
                    <a:pt x="565445" y="205298"/>
                    <a:pt x="556842" y="213901"/>
                    <a:pt x="546231" y="213900"/>
                  </a:cubicBezTo>
                  <a:lnTo>
                    <a:pt x="525277" y="213900"/>
                  </a:lnTo>
                  <a:lnTo>
                    <a:pt x="508900" y="524387"/>
                  </a:lnTo>
                  <a:cubicBezTo>
                    <a:pt x="504508" y="609787"/>
                    <a:pt x="447140" y="676133"/>
                    <a:pt x="378244" y="676133"/>
                  </a:cubicBezTo>
                  <a:lnTo>
                    <a:pt x="184456" y="676133"/>
                  </a:lnTo>
                  <a:cubicBezTo>
                    <a:pt x="115559" y="676134"/>
                    <a:pt x="58191" y="609787"/>
                    <a:pt x="53800" y="524387"/>
                  </a:cubicBezTo>
                  <a:lnTo>
                    <a:pt x="37423" y="213900"/>
                  </a:lnTo>
                  <a:lnTo>
                    <a:pt x="19215" y="213900"/>
                  </a:lnTo>
                  <a:cubicBezTo>
                    <a:pt x="8602" y="213901"/>
                    <a:pt x="0" y="205298"/>
                    <a:pt x="0" y="194687"/>
                  </a:cubicBezTo>
                  <a:cubicBezTo>
                    <a:pt x="1" y="189381"/>
                    <a:pt x="2151" y="184577"/>
                    <a:pt x="5628" y="181100"/>
                  </a:cubicBezTo>
                  <a:close/>
                  <a:moveTo>
                    <a:pt x="119301" y="10854"/>
                  </a:moveTo>
                  <a:cubicBezTo>
                    <a:pt x="126007" y="4148"/>
                    <a:pt x="135271" y="0"/>
                    <a:pt x="145504" y="0"/>
                  </a:cubicBezTo>
                  <a:cubicBezTo>
                    <a:pt x="165969" y="0"/>
                    <a:pt x="182560" y="16591"/>
                    <a:pt x="182560" y="37056"/>
                  </a:cubicBezTo>
                  <a:lnTo>
                    <a:pt x="182560" y="175472"/>
                  </a:lnTo>
                  <a:lnTo>
                    <a:pt x="150865" y="175472"/>
                  </a:lnTo>
                  <a:lnTo>
                    <a:pt x="108448" y="175472"/>
                  </a:lnTo>
                  <a:lnTo>
                    <a:pt x="108448" y="37056"/>
                  </a:lnTo>
                  <a:cubicBezTo>
                    <a:pt x="108448" y="26824"/>
                    <a:pt x="112596" y="17559"/>
                    <a:pt x="119301" y="1085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prstGeom prst="rect">
            <a:avLst/>
          </a:prstGeom>
        </p:spPr>
        <p:txBody>
          <a:bodyPr/>
          <a:lstStyle/>
          <a:p>
            <a:r>
              <a:rPr lang="en-US" dirty="0">
                <a:latin typeface="Amasis MT Pro Medium" panose="02040604050005020304" pitchFamily="18" charset="0"/>
              </a:rPr>
              <a:t>References</a:t>
            </a:r>
          </a:p>
        </p:txBody>
      </p:sp>
      <p:grpSp>
        <p:nvGrpSpPr>
          <p:cNvPr id="63" name="Group 62">
            <a:extLst>
              <a:ext uri="{FF2B5EF4-FFF2-40B4-BE49-F238E27FC236}">
                <a16:creationId xmlns:a16="http://schemas.microsoft.com/office/drawing/2014/main" id="{362AB4A0-E7C8-423F-A9AD-E9E6B5693C4A}"/>
              </a:ext>
            </a:extLst>
          </p:cNvPr>
          <p:cNvGrpSpPr/>
          <p:nvPr/>
        </p:nvGrpSpPr>
        <p:grpSpPr>
          <a:xfrm flipH="1">
            <a:off x="6798969" y="2116842"/>
            <a:ext cx="4602690" cy="1771658"/>
            <a:chOff x="6827378" y="2457115"/>
            <a:chExt cx="1161309" cy="447009"/>
          </a:xfrm>
        </p:grpSpPr>
        <p:sp>
          <p:nvSpPr>
            <p:cNvPr id="43" name="Freeform: Shape 42">
              <a:extLst>
                <a:ext uri="{FF2B5EF4-FFF2-40B4-BE49-F238E27FC236}">
                  <a16:creationId xmlns:a16="http://schemas.microsoft.com/office/drawing/2014/main" id="{02813D95-0EB1-468F-B068-9659587B86F0}"/>
                </a:ext>
              </a:extLst>
            </p:cNvPr>
            <p:cNvSpPr/>
            <p:nvPr/>
          </p:nvSpPr>
          <p:spPr>
            <a:xfrm>
              <a:off x="7169694" y="2485483"/>
              <a:ext cx="638175" cy="95250"/>
            </a:xfrm>
            <a:custGeom>
              <a:avLst/>
              <a:gdLst>
                <a:gd name="connsiteX0" fmla="*/ 3654 w 638175"/>
                <a:gd name="connsiteY0" fmla="*/ 101461 h 95250"/>
                <a:gd name="connsiteX1" fmla="*/ 8416 w 638175"/>
                <a:gd name="connsiteY1" fmla="*/ 81458 h 95250"/>
                <a:gd name="connsiteX2" fmla="*/ 232254 w 638175"/>
                <a:gd name="connsiteY2" fmla="*/ 2401 h 95250"/>
                <a:gd name="connsiteX3" fmla="*/ 625636 w 638175"/>
                <a:gd name="connsiteY3" fmla="*/ 63361 h 95250"/>
                <a:gd name="connsiteX4" fmla="*/ 632304 w 638175"/>
                <a:gd name="connsiteY4" fmla="*/ 101461 h 95250"/>
                <a:gd name="connsiteX5" fmla="*/ 3654 w 638175"/>
                <a:gd name="connsiteY5" fmla="*/ 10146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175" h="95250">
                  <a:moveTo>
                    <a:pt x="3654" y="101461"/>
                  </a:moveTo>
                  <a:cubicBezTo>
                    <a:pt x="-4919" y="101461"/>
                    <a:pt x="3654" y="85268"/>
                    <a:pt x="8416" y="81458"/>
                  </a:cubicBezTo>
                  <a:cubicBezTo>
                    <a:pt x="55089" y="49073"/>
                    <a:pt x="119859" y="2401"/>
                    <a:pt x="232254" y="2401"/>
                  </a:cubicBezTo>
                  <a:cubicBezTo>
                    <a:pt x="232254" y="2401"/>
                    <a:pt x="533244" y="-18554"/>
                    <a:pt x="625636" y="63361"/>
                  </a:cubicBezTo>
                  <a:cubicBezTo>
                    <a:pt x="644686" y="80506"/>
                    <a:pt x="643734" y="101461"/>
                    <a:pt x="632304" y="101461"/>
                  </a:cubicBezTo>
                  <a:lnTo>
                    <a:pt x="3654" y="101461"/>
                  </a:lnTo>
                  <a:close/>
                </a:path>
              </a:pathLst>
            </a:custGeom>
            <a:solidFill>
              <a:srgbClr val="FAFAFA"/>
            </a:solid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7A20CE6-F555-4503-AD1B-33F1F765A0C2}"/>
                </a:ext>
              </a:extLst>
            </p:cNvPr>
            <p:cNvSpPr/>
            <p:nvPr/>
          </p:nvSpPr>
          <p:spPr>
            <a:xfrm>
              <a:off x="6827378" y="2457115"/>
              <a:ext cx="1161309" cy="354619"/>
            </a:xfrm>
            <a:custGeom>
              <a:avLst/>
              <a:gdLst>
                <a:gd name="connsiteX0" fmla="*/ 396451 w 1161309"/>
                <a:gd name="connsiteY0" fmla="*/ 82756 h 354619"/>
                <a:gd name="connsiteX1" fmla="*/ 350731 w 1161309"/>
                <a:gd name="connsiteY1" fmla="*/ 109826 h 354619"/>
                <a:gd name="connsiteX2" fmla="*/ 345969 w 1161309"/>
                <a:gd name="connsiteY2" fmla="*/ 129829 h 354619"/>
                <a:gd name="connsiteX3" fmla="*/ 396451 w 1161309"/>
                <a:gd name="connsiteY3" fmla="*/ 129829 h 354619"/>
                <a:gd name="connsiteX4" fmla="*/ 881274 w 1161309"/>
                <a:gd name="connsiteY4" fmla="*/ 52571 h 354619"/>
                <a:gd name="connsiteX5" fmla="*/ 881274 w 1161309"/>
                <a:gd name="connsiteY5" fmla="*/ 129829 h 354619"/>
                <a:gd name="connsiteX6" fmla="*/ 974619 w 1161309"/>
                <a:gd name="connsiteY6" fmla="*/ 129829 h 354619"/>
                <a:gd name="connsiteX7" fmla="*/ 967951 w 1161309"/>
                <a:gd name="connsiteY7" fmla="*/ 91729 h 354619"/>
                <a:gd name="connsiteX8" fmla="*/ 918015 w 1161309"/>
                <a:gd name="connsiteY8" fmla="*/ 62930 h 354619"/>
                <a:gd name="connsiteX9" fmla="*/ 613622 w 1161309"/>
                <a:gd name="connsiteY9" fmla="*/ 29109 h 354619"/>
                <a:gd name="connsiteX10" fmla="*/ 587683 w 1161309"/>
                <a:gd name="connsiteY10" fmla="*/ 30029 h 354619"/>
                <a:gd name="connsiteX11" fmla="*/ 574569 w 1161309"/>
                <a:gd name="connsiteY11" fmla="*/ 30769 h 354619"/>
                <a:gd name="connsiteX12" fmla="*/ 438005 w 1161309"/>
                <a:gd name="connsiteY12" fmla="*/ 58153 h 354619"/>
                <a:gd name="connsiteX13" fmla="*/ 407881 w 1161309"/>
                <a:gd name="connsiteY13" fmla="*/ 75989 h 354619"/>
                <a:gd name="connsiteX14" fmla="*/ 407881 w 1161309"/>
                <a:gd name="connsiteY14" fmla="*/ 129829 h 354619"/>
                <a:gd name="connsiteX15" fmla="*/ 613622 w 1161309"/>
                <a:gd name="connsiteY15" fmla="*/ 129829 h 354619"/>
                <a:gd name="connsiteX16" fmla="*/ 625052 w 1161309"/>
                <a:gd name="connsiteY16" fmla="*/ 28783 h 354619"/>
                <a:gd name="connsiteX17" fmla="*/ 625052 w 1161309"/>
                <a:gd name="connsiteY17" fmla="*/ 129829 h 354619"/>
                <a:gd name="connsiteX18" fmla="*/ 869844 w 1161309"/>
                <a:gd name="connsiteY18" fmla="*/ 129829 h 354619"/>
                <a:gd name="connsiteX19" fmla="*/ 869844 w 1161309"/>
                <a:gd name="connsiteY19" fmla="*/ 49349 h 354619"/>
                <a:gd name="connsiteX20" fmla="*/ 851831 w 1161309"/>
                <a:gd name="connsiteY20" fmla="*/ 44270 h 354619"/>
                <a:gd name="connsiteX21" fmla="*/ 704731 w 1161309"/>
                <a:gd name="connsiteY21" fmla="*/ 29106 h 354619"/>
                <a:gd name="connsiteX22" fmla="*/ 580284 w 1161309"/>
                <a:gd name="connsiteY22" fmla="*/ 289 h 354619"/>
                <a:gd name="connsiteX23" fmla="*/ 1024149 w 1161309"/>
                <a:gd name="connsiteY23" fmla="*/ 92681 h 354619"/>
                <a:gd name="connsiteX24" fmla="*/ 1045104 w 1161309"/>
                <a:gd name="connsiteY24" fmla="*/ 100301 h 354619"/>
                <a:gd name="connsiteX25" fmla="*/ 1113684 w 1161309"/>
                <a:gd name="connsiteY25" fmla="*/ 100301 h 354619"/>
                <a:gd name="connsiteX26" fmla="*/ 1128924 w 1161309"/>
                <a:gd name="connsiteY26" fmla="*/ 115541 h 354619"/>
                <a:gd name="connsiteX27" fmla="*/ 1128924 w 1161309"/>
                <a:gd name="connsiteY27" fmla="*/ 211744 h 354619"/>
                <a:gd name="connsiteX28" fmla="*/ 1161309 w 1161309"/>
                <a:gd name="connsiteY28" fmla="*/ 240319 h 354619"/>
                <a:gd name="connsiteX29" fmla="*/ 1161309 w 1161309"/>
                <a:gd name="connsiteY29" fmla="*/ 322234 h 354619"/>
                <a:gd name="connsiteX30" fmla="*/ 1084157 w 1161309"/>
                <a:gd name="connsiteY30" fmla="*/ 354619 h 354619"/>
                <a:gd name="connsiteX31" fmla="*/ 1036532 w 1161309"/>
                <a:gd name="connsiteY31" fmla="*/ 354619 h 354619"/>
                <a:gd name="connsiteX32" fmla="*/ 940329 w 1161309"/>
                <a:gd name="connsiteY32" fmla="*/ 258416 h 354619"/>
                <a:gd name="connsiteX33" fmla="*/ 844126 w 1161309"/>
                <a:gd name="connsiteY33" fmla="*/ 354619 h 354619"/>
                <a:gd name="connsiteX34" fmla="*/ 312632 w 1161309"/>
                <a:gd name="connsiteY34" fmla="*/ 354619 h 354619"/>
                <a:gd name="connsiteX35" fmla="*/ 312632 w 1161309"/>
                <a:gd name="connsiteY35" fmla="*/ 352714 h 354619"/>
                <a:gd name="connsiteX36" fmla="*/ 216429 w 1161309"/>
                <a:gd name="connsiteY36" fmla="*/ 256511 h 354619"/>
                <a:gd name="connsiteX37" fmla="*/ 120226 w 1161309"/>
                <a:gd name="connsiteY37" fmla="*/ 352714 h 354619"/>
                <a:gd name="connsiteX38" fmla="*/ 120226 w 1161309"/>
                <a:gd name="connsiteY38" fmla="*/ 354619 h 354619"/>
                <a:gd name="connsiteX39" fmla="*/ 30692 w 1161309"/>
                <a:gd name="connsiteY39" fmla="*/ 354619 h 354619"/>
                <a:gd name="connsiteX40" fmla="*/ 212 w 1161309"/>
                <a:gd name="connsiteY40" fmla="*/ 325091 h 354619"/>
                <a:gd name="connsiteX41" fmla="*/ 212 w 1161309"/>
                <a:gd name="connsiteY41" fmla="*/ 241271 h 354619"/>
                <a:gd name="connsiteX42" fmla="*/ 68792 w 1161309"/>
                <a:gd name="connsiteY42" fmla="*/ 181264 h 354619"/>
                <a:gd name="connsiteX43" fmla="*/ 270722 w 1161309"/>
                <a:gd name="connsiteY43" fmla="*/ 134591 h 354619"/>
                <a:gd name="connsiteX44" fmla="*/ 313584 w 1161309"/>
                <a:gd name="connsiteY44" fmla="*/ 106969 h 354619"/>
                <a:gd name="connsiteX45" fmla="*/ 580284 w 1161309"/>
                <a:gd name="connsiteY45" fmla="*/ 289 h 35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61309" h="354619">
                  <a:moveTo>
                    <a:pt x="396451" y="82756"/>
                  </a:moveTo>
                  <a:lnTo>
                    <a:pt x="350731" y="109826"/>
                  </a:lnTo>
                  <a:cubicBezTo>
                    <a:pt x="345969" y="113636"/>
                    <a:pt x="337396" y="129829"/>
                    <a:pt x="345969" y="129829"/>
                  </a:cubicBezTo>
                  <a:lnTo>
                    <a:pt x="396451" y="129829"/>
                  </a:lnTo>
                  <a:close/>
                  <a:moveTo>
                    <a:pt x="881274" y="52571"/>
                  </a:moveTo>
                  <a:lnTo>
                    <a:pt x="881274" y="129829"/>
                  </a:lnTo>
                  <a:lnTo>
                    <a:pt x="974619" y="129829"/>
                  </a:lnTo>
                  <a:cubicBezTo>
                    <a:pt x="986049" y="129829"/>
                    <a:pt x="987001" y="108874"/>
                    <a:pt x="967951" y="91729"/>
                  </a:cubicBezTo>
                  <a:cubicBezTo>
                    <a:pt x="954959" y="80210"/>
                    <a:pt x="937841" y="70725"/>
                    <a:pt x="918015" y="62930"/>
                  </a:cubicBezTo>
                  <a:close/>
                  <a:moveTo>
                    <a:pt x="613622" y="29109"/>
                  </a:moveTo>
                  <a:lnTo>
                    <a:pt x="587683" y="30029"/>
                  </a:lnTo>
                  <a:cubicBezTo>
                    <a:pt x="579272" y="30442"/>
                    <a:pt x="574569" y="30769"/>
                    <a:pt x="574569" y="30769"/>
                  </a:cubicBezTo>
                  <a:cubicBezTo>
                    <a:pt x="518372" y="30769"/>
                    <a:pt x="474081" y="42437"/>
                    <a:pt x="438005" y="58153"/>
                  </a:cubicBezTo>
                  <a:lnTo>
                    <a:pt x="407881" y="75989"/>
                  </a:lnTo>
                  <a:lnTo>
                    <a:pt x="407881" y="129829"/>
                  </a:lnTo>
                  <a:lnTo>
                    <a:pt x="613622" y="129829"/>
                  </a:lnTo>
                  <a:close/>
                  <a:moveTo>
                    <a:pt x="625052" y="28783"/>
                  </a:moveTo>
                  <a:lnTo>
                    <a:pt x="625052" y="129829"/>
                  </a:lnTo>
                  <a:lnTo>
                    <a:pt x="869844" y="129829"/>
                  </a:lnTo>
                  <a:lnTo>
                    <a:pt x="869844" y="49349"/>
                  </a:lnTo>
                  <a:lnTo>
                    <a:pt x="851831" y="44270"/>
                  </a:lnTo>
                  <a:cubicBezTo>
                    <a:pt x="804182" y="34751"/>
                    <a:pt x="751370" y="30615"/>
                    <a:pt x="704731" y="29106"/>
                  </a:cubicBezTo>
                  <a:close/>
                  <a:moveTo>
                    <a:pt x="580284" y="289"/>
                  </a:moveTo>
                  <a:cubicBezTo>
                    <a:pt x="766974" y="-664"/>
                    <a:pt x="913659" y="-4474"/>
                    <a:pt x="1024149" y="92681"/>
                  </a:cubicBezTo>
                  <a:cubicBezTo>
                    <a:pt x="1029864" y="97444"/>
                    <a:pt x="1037484" y="100301"/>
                    <a:pt x="1045104" y="100301"/>
                  </a:cubicBezTo>
                  <a:lnTo>
                    <a:pt x="1113684" y="100301"/>
                  </a:lnTo>
                  <a:cubicBezTo>
                    <a:pt x="1122257" y="100301"/>
                    <a:pt x="1128924" y="106969"/>
                    <a:pt x="1128924" y="115541"/>
                  </a:cubicBezTo>
                  <a:lnTo>
                    <a:pt x="1128924" y="211744"/>
                  </a:lnTo>
                  <a:cubicBezTo>
                    <a:pt x="1146069" y="211744"/>
                    <a:pt x="1160357" y="225079"/>
                    <a:pt x="1161309" y="240319"/>
                  </a:cubicBezTo>
                  <a:lnTo>
                    <a:pt x="1161309" y="322234"/>
                  </a:lnTo>
                  <a:lnTo>
                    <a:pt x="1084157" y="354619"/>
                  </a:lnTo>
                  <a:lnTo>
                    <a:pt x="1036532" y="354619"/>
                  </a:lnTo>
                  <a:cubicBezTo>
                    <a:pt x="1036532" y="301279"/>
                    <a:pt x="993669" y="258416"/>
                    <a:pt x="940329" y="258416"/>
                  </a:cubicBezTo>
                  <a:cubicBezTo>
                    <a:pt x="886989" y="258416"/>
                    <a:pt x="844126" y="301279"/>
                    <a:pt x="844126" y="354619"/>
                  </a:cubicBezTo>
                  <a:lnTo>
                    <a:pt x="312632" y="354619"/>
                  </a:lnTo>
                  <a:cubicBezTo>
                    <a:pt x="312632" y="354619"/>
                    <a:pt x="312632" y="353666"/>
                    <a:pt x="312632" y="352714"/>
                  </a:cubicBezTo>
                  <a:cubicBezTo>
                    <a:pt x="312632" y="299374"/>
                    <a:pt x="269769" y="256511"/>
                    <a:pt x="216429" y="256511"/>
                  </a:cubicBezTo>
                  <a:cubicBezTo>
                    <a:pt x="163089" y="256511"/>
                    <a:pt x="120226" y="299374"/>
                    <a:pt x="120226" y="352714"/>
                  </a:cubicBezTo>
                  <a:cubicBezTo>
                    <a:pt x="120226" y="352714"/>
                    <a:pt x="120226" y="353666"/>
                    <a:pt x="120226" y="354619"/>
                  </a:cubicBezTo>
                  <a:lnTo>
                    <a:pt x="30692" y="354619"/>
                  </a:lnTo>
                  <a:cubicBezTo>
                    <a:pt x="14499" y="354619"/>
                    <a:pt x="212" y="341284"/>
                    <a:pt x="212" y="325091"/>
                  </a:cubicBezTo>
                  <a:lnTo>
                    <a:pt x="212" y="241271"/>
                  </a:lnTo>
                  <a:cubicBezTo>
                    <a:pt x="212" y="241271"/>
                    <a:pt x="-7408" y="201266"/>
                    <a:pt x="68792" y="181264"/>
                  </a:cubicBezTo>
                  <a:cubicBezTo>
                    <a:pt x="124037" y="166976"/>
                    <a:pt x="216429" y="148879"/>
                    <a:pt x="270722" y="134591"/>
                  </a:cubicBezTo>
                  <a:cubicBezTo>
                    <a:pt x="293582" y="128876"/>
                    <a:pt x="301201" y="117446"/>
                    <a:pt x="313584" y="106969"/>
                  </a:cubicBezTo>
                  <a:cubicBezTo>
                    <a:pt x="349779" y="75536"/>
                    <a:pt x="457412" y="1241"/>
                    <a:pt x="580284" y="289"/>
                  </a:cubicBezTo>
                  <a:close/>
                </a:path>
              </a:pathLst>
            </a:custGeom>
            <a:solidFill>
              <a:schemeClr val="accent2"/>
            </a:solidFill>
            <a:ln w="9525" cap="flat">
              <a:noFill/>
              <a:prstDash val="solid"/>
              <a:miter/>
            </a:ln>
          </p:spPr>
          <p:txBody>
            <a:bodyPr wrap="square" rtlCol="0" anchor="ctr">
              <a:noAutofit/>
            </a:bodyPr>
            <a:lstStyle/>
            <a:p>
              <a:endParaRPr lang="en-US"/>
            </a:p>
          </p:txBody>
        </p:sp>
        <p:sp>
          <p:nvSpPr>
            <p:cNvPr id="56" name="Freeform: Shape 55">
              <a:extLst>
                <a:ext uri="{FF2B5EF4-FFF2-40B4-BE49-F238E27FC236}">
                  <a16:creationId xmlns:a16="http://schemas.microsoft.com/office/drawing/2014/main" id="{9D12E2E8-3950-4EEF-B174-DC0F6B848C2A}"/>
                </a:ext>
              </a:extLst>
            </p:cNvPr>
            <p:cNvSpPr/>
            <p:nvPr/>
          </p:nvSpPr>
          <p:spPr>
            <a:xfrm>
              <a:off x="6951414" y="2719341"/>
              <a:ext cx="182880" cy="181927"/>
            </a:xfrm>
            <a:custGeom>
              <a:avLst/>
              <a:gdLst>
                <a:gd name="connsiteX0" fmla="*/ 92393 w 182880"/>
                <a:gd name="connsiteY0" fmla="*/ 76200 h 181927"/>
                <a:gd name="connsiteX1" fmla="*/ 108586 w 182880"/>
                <a:gd name="connsiteY1" fmla="*/ 92392 h 181927"/>
                <a:gd name="connsiteX2" fmla="*/ 92393 w 182880"/>
                <a:gd name="connsiteY2" fmla="*/ 108585 h 181927"/>
                <a:gd name="connsiteX3" fmla="*/ 76201 w 182880"/>
                <a:gd name="connsiteY3" fmla="*/ 92392 h 181927"/>
                <a:gd name="connsiteX4" fmla="*/ 92393 w 182880"/>
                <a:gd name="connsiteY4" fmla="*/ 76200 h 181927"/>
                <a:gd name="connsiteX5" fmla="*/ 90538 w 182880"/>
                <a:gd name="connsiteY5" fmla="*/ 46724 h 181927"/>
                <a:gd name="connsiteX6" fmla="*/ 59557 w 182880"/>
                <a:gd name="connsiteY6" fmla="*/ 59557 h 181927"/>
                <a:gd name="connsiteX7" fmla="*/ 59556 w 182880"/>
                <a:gd name="connsiteY7" fmla="*/ 121520 h 181927"/>
                <a:gd name="connsiteX8" fmla="*/ 121520 w 182880"/>
                <a:gd name="connsiteY8" fmla="*/ 121520 h 181927"/>
                <a:gd name="connsiteX9" fmla="*/ 121520 w 182880"/>
                <a:gd name="connsiteY9" fmla="*/ 59557 h 181927"/>
                <a:gd name="connsiteX10" fmla="*/ 90538 w 182880"/>
                <a:gd name="connsiteY10" fmla="*/ 46724 h 181927"/>
                <a:gd name="connsiteX11" fmla="*/ 91440 w 182880"/>
                <a:gd name="connsiteY11" fmla="*/ 0 h 181927"/>
                <a:gd name="connsiteX12" fmla="*/ 182880 w 182880"/>
                <a:gd name="connsiteY12" fmla="*/ 91440 h 181927"/>
                <a:gd name="connsiteX13" fmla="*/ 182880 w 182880"/>
                <a:gd name="connsiteY13" fmla="*/ 93345 h 181927"/>
                <a:gd name="connsiteX14" fmla="*/ 91440 w 182880"/>
                <a:gd name="connsiteY14" fmla="*/ 181927 h 181927"/>
                <a:gd name="connsiteX15" fmla="*/ 0 w 182880"/>
                <a:gd name="connsiteY15" fmla="*/ 93345 h 181927"/>
                <a:gd name="connsiteX16" fmla="*/ 0 w 182880"/>
                <a:gd name="connsiteY16" fmla="*/ 91440 h 181927"/>
                <a:gd name="connsiteX17" fmla="*/ 91440 w 182880"/>
                <a:gd name="connsiteY17" fmla="*/ 0 h 18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2880" h="181927">
                  <a:moveTo>
                    <a:pt x="92393" y="76200"/>
                  </a:moveTo>
                  <a:cubicBezTo>
                    <a:pt x="101336" y="76200"/>
                    <a:pt x="108586" y="83450"/>
                    <a:pt x="108586" y="92392"/>
                  </a:cubicBezTo>
                  <a:cubicBezTo>
                    <a:pt x="108586" y="101335"/>
                    <a:pt x="101336" y="108585"/>
                    <a:pt x="92393" y="108585"/>
                  </a:cubicBezTo>
                  <a:cubicBezTo>
                    <a:pt x="83451" y="108585"/>
                    <a:pt x="76201" y="101335"/>
                    <a:pt x="76201" y="92392"/>
                  </a:cubicBezTo>
                  <a:cubicBezTo>
                    <a:pt x="76201" y="83450"/>
                    <a:pt x="83450" y="76200"/>
                    <a:pt x="92393" y="76200"/>
                  </a:cubicBezTo>
                  <a:close/>
                  <a:moveTo>
                    <a:pt x="90538" y="46724"/>
                  </a:moveTo>
                  <a:cubicBezTo>
                    <a:pt x="79325" y="46724"/>
                    <a:pt x="68112" y="51002"/>
                    <a:pt x="59557" y="59557"/>
                  </a:cubicBezTo>
                  <a:cubicBezTo>
                    <a:pt x="42446" y="76667"/>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0970" y="0"/>
                    <a:pt x="181927" y="40957"/>
                    <a:pt x="182880" y="91440"/>
                  </a:cubicBezTo>
                  <a:cubicBezTo>
                    <a:pt x="182880" y="91440"/>
                    <a:pt x="182880" y="92392"/>
                    <a:pt x="182880" y="93345"/>
                  </a:cubicBezTo>
                  <a:cubicBezTo>
                    <a:pt x="180975" y="141922"/>
                    <a:pt x="140970" y="181927"/>
                    <a:pt x="91440" y="181927"/>
                  </a:cubicBezTo>
                  <a:cubicBezTo>
                    <a:pt x="41910" y="181927"/>
                    <a:pt x="952" y="142875"/>
                    <a:pt x="0" y="93345"/>
                  </a:cubicBezTo>
                  <a:cubicBezTo>
                    <a:pt x="0" y="93345"/>
                    <a:pt x="0" y="92392"/>
                    <a:pt x="0" y="91440"/>
                  </a:cubicBezTo>
                  <a:cubicBezTo>
                    <a:pt x="0" y="40957"/>
                    <a:pt x="40957"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57" name="Freeform: Shape 56">
              <a:extLst>
                <a:ext uri="{FF2B5EF4-FFF2-40B4-BE49-F238E27FC236}">
                  <a16:creationId xmlns:a16="http://schemas.microsoft.com/office/drawing/2014/main" id="{D1110F85-06A7-40A1-8BB0-029E9BEF6F91}"/>
                </a:ext>
              </a:extLst>
            </p:cNvPr>
            <p:cNvSpPr/>
            <p:nvPr/>
          </p:nvSpPr>
          <p:spPr>
            <a:xfrm>
              <a:off x="7674361" y="2721244"/>
              <a:ext cx="182880" cy="182880"/>
            </a:xfrm>
            <a:custGeom>
              <a:avLst/>
              <a:gdLst>
                <a:gd name="connsiteX0" fmla="*/ 92393 w 182880"/>
                <a:gd name="connsiteY0" fmla="*/ 76201 h 182880"/>
                <a:gd name="connsiteX1" fmla="*/ 108586 w 182880"/>
                <a:gd name="connsiteY1" fmla="*/ 92393 h 182880"/>
                <a:gd name="connsiteX2" fmla="*/ 92393 w 182880"/>
                <a:gd name="connsiteY2" fmla="*/ 108586 h 182880"/>
                <a:gd name="connsiteX3" fmla="*/ 76201 w 182880"/>
                <a:gd name="connsiteY3" fmla="*/ 92393 h 182880"/>
                <a:gd name="connsiteX4" fmla="*/ 92393 w 182880"/>
                <a:gd name="connsiteY4" fmla="*/ 76201 h 182880"/>
                <a:gd name="connsiteX5" fmla="*/ 90538 w 182880"/>
                <a:gd name="connsiteY5" fmla="*/ 46724 h 182880"/>
                <a:gd name="connsiteX6" fmla="*/ 59556 w 182880"/>
                <a:gd name="connsiteY6" fmla="*/ 59557 h 182880"/>
                <a:gd name="connsiteX7" fmla="*/ 59556 w 182880"/>
                <a:gd name="connsiteY7" fmla="*/ 121520 h 182880"/>
                <a:gd name="connsiteX8" fmla="*/ 121520 w 182880"/>
                <a:gd name="connsiteY8" fmla="*/ 121520 h 182880"/>
                <a:gd name="connsiteX9" fmla="*/ 121520 w 182880"/>
                <a:gd name="connsiteY9" fmla="*/ 59557 h 182880"/>
                <a:gd name="connsiteX10" fmla="*/ 90538 w 182880"/>
                <a:gd name="connsiteY10" fmla="*/ 46724 h 182880"/>
                <a:gd name="connsiteX11" fmla="*/ 91440 w 182880"/>
                <a:gd name="connsiteY11" fmla="*/ 0 h 182880"/>
                <a:gd name="connsiteX12" fmla="*/ 182880 w 182880"/>
                <a:gd name="connsiteY12" fmla="*/ 91440 h 182880"/>
                <a:gd name="connsiteX13" fmla="*/ 91440 w 182880"/>
                <a:gd name="connsiteY13" fmla="*/ 182880 h 182880"/>
                <a:gd name="connsiteX14" fmla="*/ 0 w 182880"/>
                <a:gd name="connsiteY14" fmla="*/ 91440 h 182880"/>
                <a:gd name="connsiteX15" fmla="*/ 91440 w 182880"/>
                <a:gd name="connsiteY1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880" h="182880">
                  <a:moveTo>
                    <a:pt x="92393" y="76201"/>
                  </a:moveTo>
                  <a:cubicBezTo>
                    <a:pt x="101336" y="76201"/>
                    <a:pt x="108586" y="83451"/>
                    <a:pt x="108586" y="92393"/>
                  </a:cubicBezTo>
                  <a:cubicBezTo>
                    <a:pt x="108586" y="101336"/>
                    <a:pt x="101336" y="108586"/>
                    <a:pt x="92393" y="108586"/>
                  </a:cubicBezTo>
                  <a:cubicBezTo>
                    <a:pt x="83451" y="108586"/>
                    <a:pt x="76201" y="101336"/>
                    <a:pt x="76201" y="92393"/>
                  </a:cubicBezTo>
                  <a:cubicBezTo>
                    <a:pt x="76201" y="83451"/>
                    <a:pt x="83450" y="76201"/>
                    <a:pt x="92393" y="76201"/>
                  </a:cubicBezTo>
                  <a:close/>
                  <a:moveTo>
                    <a:pt x="90538" y="46724"/>
                  </a:moveTo>
                  <a:cubicBezTo>
                    <a:pt x="79325" y="46724"/>
                    <a:pt x="68112" y="51002"/>
                    <a:pt x="59556" y="59557"/>
                  </a:cubicBezTo>
                  <a:cubicBezTo>
                    <a:pt x="42446" y="76668"/>
                    <a:pt x="42446" y="104409"/>
                    <a:pt x="59556" y="121520"/>
                  </a:cubicBezTo>
                  <a:cubicBezTo>
                    <a:pt x="76667" y="138631"/>
                    <a:pt x="104409" y="138630"/>
                    <a:pt x="121520" y="121520"/>
                  </a:cubicBezTo>
                  <a:cubicBezTo>
                    <a:pt x="138630" y="104409"/>
                    <a:pt x="138630" y="76667"/>
                    <a:pt x="121520" y="59557"/>
                  </a:cubicBezTo>
                  <a:cubicBezTo>
                    <a:pt x="112965" y="51002"/>
                    <a:pt x="101752" y="46724"/>
                    <a:pt x="90538" y="46724"/>
                  </a:cubicBezTo>
                  <a:close/>
                  <a:moveTo>
                    <a:pt x="91440" y="0"/>
                  </a:moveTo>
                  <a:cubicBezTo>
                    <a:pt x="141941" y="0"/>
                    <a:pt x="182880" y="40939"/>
                    <a:pt x="182880" y="91440"/>
                  </a:cubicBezTo>
                  <a:cubicBezTo>
                    <a:pt x="182880" y="141941"/>
                    <a:pt x="141941" y="182880"/>
                    <a:pt x="91440" y="182880"/>
                  </a:cubicBezTo>
                  <a:cubicBezTo>
                    <a:pt x="40939" y="182880"/>
                    <a:pt x="0" y="141941"/>
                    <a:pt x="0" y="91440"/>
                  </a:cubicBezTo>
                  <a:cubicBezTo>
                    <a:pt x="0" y="40939"/>
                    <a:pt x="40939" y="0"/>
                    <a:pt x="91440" y="0"/>
                  </a:cubicBezTo>
                  <a:close/>
                </a:path>
              </a:pathLst>
            </a:custGeom>
            <a:solidFill>
              <a:srgbClr val="37474F"/>
            </a:solidFill>
            <a:ln w="9525" cap="flat">
              <a:noFill/>
              <a:prstDash val="solid"/>
              <a:miter/>
            </a:ln>
          </p:spPr>
          <p:txBody>
            <a:bodyPr wrap="square" rtlCol="0" anchor="ctr">
              <a:noAutofit/>
            </a:bodyPr>
            <a:lstStyle/>
            <a:p>
              <a:endParaRPr lang="en-US"/>
            </a:p>
          </p:txBody>
        </p:sp>
        <p:sp>
          <p:nvSpPr>
            <p:cNvPr id="62" name="Freeform: Shape 61">
              <a:extLst>
                <a:ext uri="{FF2B5EF4-FFF2-40B4-BE49-F238E27FC236}">
                  <a16:creationId xmlns:a16="http://schemas.microsoft.com/office/drawing/2014/main" id="{1C6FEB78-68D4-459B-8E77-9B608080C6E1}"/>
                </a:ext>
              </a:extLst>
            </p:cNvPr>
            <p:cNvSpPr/>
            <p:nvPr/>
          </p:nvSpPr>
          <p:spPr>
            <a:xfrm>
              <a:off x="6836162" y="2597197"/>
              <a:ext cx="1108710" cy="160242"/>
            </a:xfrm>
            <a:custGeom>
              <a:avLst/>
              <a:gdLst>
                <a:gd name="connsiteX0" fmla="*/ 0 w 1108710"/>
                <a:gd name="connsiteY0" fmla="*/ 88804 h 160242"/>
                <a:gd name="connsiteX1" fmla="*/ 76200 w 1108710"/>
                <a:gd name="connsiteY1" fmla="*/ 88804 h 160242"/>
                <a:gd name="connsiteX2" fmla="*/ 81915 w 1108710"/>
                <a:gd name="connsiteY2" fmla="*/ 108807 h 160242"/>
                <a:gd name="connsiteX3" fmla="*/ 67628 w 1108710"/>
                <a:gd name="connsiteY3" fmla="*/ 128809 h 160242"/>
                <a:gd name="connsiteX4" fmla="*/ 61913 w 1108710"/>
                <a:gd name="connsiteY4" fmla="*/ 132619 h 160242"/>
                <a:gd name="connsiteX5" fmla="*/ 11430 w 1108710"/>
                <a:gd name="connsiteY5" fmla="*/ 132619 h 160242"/>
                <a:gd name="connsiteX6" fmla="*/ 0 w 1108710"/>
                <a:gd name="connsiteY6" fmla="*/ 121189 h 160242"/>
                <a:gd name="connsiteX7" fmla="*/ 0 w 1108710"/>
                <a:gd name="connsiteY7" fmla="*/ 88804 h 160242"/>
                <a:gd name="connsiteX8" fmla="*/ 610553 w 1108710"/>
                <a:gd name="connsiteY8" fmla="*/ 32607 h 160242"/>
                <a:gd name="connsiteX9" fmla="*/ 616268 w 1108710"/>
                <a:gd name="connsiteY9" fmla="*/ 34512 h 160242"/>
                <a:gd name="connsiteX10" fmla="*/ 616268 w 1108710"/>
                <a:gd name="connsiteY10" fmla="*/ 158337 h 160242"/>
                <a:gd name="connsiteX11" fmla="*/ 610553 w 1108710"/>
                <a:gd name="connsiteY11" fmla="*/ 160242 h 160242"/>
                <a:gd name="connsiteX12" fmla="*/ 604838 w 1108710"/>
                <a:gd name="connsiteY12" fmla="*/ 158337 h 160242"/>
                <a:gd name="connsiteX13" fmla="*/ 604838 w 1108710"/>
                <a:gd name="connsiteY13" fmla="*/ 34512 h 160242"/>
                <a:gd name="connsiteX14" fmla="*/ 610553 w 1108710"/>
                <a:gd name="connsiteY14" fmla="*/ 32607 h 160242"/>
                <a:gd name="connsiteX15" fmla="*/ 1099542 w 1108710"/>
                <a:gd name="connsiteY15" fmla="*/ 341 h 160242"/>
                <a:gd name="connsiteX16" fmla="*/ 1108710 w 1108710"/>
                <a:gd name="connsiteY16" fmla="*/ 10699 h 160242"/>
                <a:gd name="connsiteX17" fmla="*/ 1108710 w 1108710"/>
                <a:gd name="connsiteY17" fmla="*/ 50704 h 160242"/>
                <a:gd name="connsiteX18" fmla="*/ 1090612 w 1108710"/>
                <a:gd name="connsiteY18" fmla="*/ 71659 h 160242"/>
                <a:gd name="connsiteX19" fmla="*/ 1066800 w 1108710"/>
                <a:gd name="connsiteY19" fmla="*/ 71659 h 160242"/>
                <a:gd name="connsiteX20" fmla="*/ 1053465 w 1108710"/>
                <a:gd name="connsiteY20" fmla="*/ 52609 h 160242"/>
                <a:gd name="connsiteX21" fmla="*/ 1083945 w 1108710"/>
                <a:gd name="connsiteY21" fmla="*/ 4984 h 160242"/>
                <a:gd name="connsiteX22" fmla="*/ 1099542 w 1108710"/>
                <a:gd name="connsiteY22" fmla="*/ 341 h 16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8710" h="160242">
                  <a:moveTo>
                    <a:pt x="0" y="88804"/>
                  </a:moveTo>
                  <a:cubicBezTo>
                    <a:pt x="1905" y="88804"/>
                    <a:pt x="76200" y="88804"/>
                    <a:pt x="76200" y="88804"/>
                  </a:cubicBezTo>
                  <a:cubicBezTo>
                    <a:pt x="83820" y="88804"/>
                    <a:pt x="86678" y="101187"/>
                    <a:pt x="81915" y="108807"/>
                  </a:cubicBezTo>
                  <a:lnTo>
                    <a:pt x="67628" y="128809"/>
                  </a:lnTo>
                  <a:cubicBezTo>
                    <a:pt x="65722" y="131667"/>
                    <a:pt x="63817" y="132619"/>
                    <a:pt x="61913" y="132619"/>
                  </a:cubicBezTo>
                  <a:lnTo>
                    <a:pt x="11430" y="132619"/>
                  </a:lnTo>
                  <a:cubicBezTo>
                    <a:pt x="4763" y="132619"/>
                    <a:pt x="0" y="127857"/>
                    <a:pt x="0" y="121189"/>
                  </a:cubicBezTo>
                  <a:cubicBezTo>
                    <a:pt x="0" y="108807"/>
                    <a:pt x="0" y="95472"/>
                    <a:pt x="0" y="88804"/>
                  </a:cubicBezTo>
                  <a:close/>
                  <a:moveTo>
                    <a:pt x="610553" y="32607"/>
                  </a:moveTo>
                  <a:cubicBezTo>
                    <a:pt x="613410" y="32607"/>
                    <a:pt x="616268" y="33560"/>
                    <a:pt x="616268" y="34512"/>
                  </a:cubicBezTo>
                  <a:lnTo>
                    <a:pt x="616268" y="158337"/>
                  </a:lnTo>
                  <a:cubicBezTo>
                    <a:pt x="615316" y="159289"/>
                    <a:pt x="613410" y="160242"/>
                    <a:pt x="610553" y="160242"/>
                  </a:cubicBezTo>
                  <a:cubicBezTo>
                    <a:pt x="607695" y="160242"/>
                    <a:pt x="604838" y="159289"/>
                    <a:pt x="604838" y="158337"/>
                  </a:cubicBezTo>
                  <a:lnTo>
                    <a:pt x="604838" y="34512"/>
                  </a:lnTo>
                  <a:cubicBezTo>
                    <a:pt x="604838" y="33560"/>
                    <a:pt x="607695" y="32607"/>
                    <a:pt x="610553" y="32607"/>
                  </a:cubicBezTo>
                  <a:close/>
                  <a:moveTo>
                    <a:pt x="1099542" y="341"/>
                  </a:moveTo>
                  <a:cubicBezTo>
                    <a:pt x="1104662" y="1412"/>
                    <a:pt x="1108710" y="4984"/>
                    <a:pt x="1108710" y="10699"/>
                  </a:cubicBezTo>
                  <a:lnTo>
                    <a:pt x="1108710" y="50704"/>
                  </a:lnTo>
                  <a:cubicBezTo>
                    <a:pt x="1108710" y="62134"/>
                    <a:pt x="1102995" y="72612"/>
                    <a:pt x="1090612" y="71659"/>
                  </a:cubicBezTo>
                  <a:lnTo>
                    <a:pt x="1066800" y="71659"/>
                  </a:lnTo>
                  <a:cubicBezTo>
                    <a:pt x="1056323" y="71659"/>
                    <a:pt x="1049655" y="62134"/>
                    <a:pt x="1053465" y="52609"/>
                  </a:cubicBezTo>
                  <a:cubicBezTo>
                    <a:pt x="1060133" y="35464"/>
                    <a:pt x="1066800" y="20224"/>
                    <a:pt x="1083945" y="4984"/>
                  </a:cubicBezTo>
                  <a:cubicBezTo>
                    <a:pt x="1088231" y="698"/>
                    <a:pt x="1094422" y="-731"/>
                    <a:pt x="1099542" y="341"/>
                  </a:cubicBezTo>
                  <a:close/>
                </a:path>
              </a:pathLst>
            </a:custGeom>
            <a:solidFill>
              <a:srgbClr val="FAFAFA"/>
            </a:solidFill>
            <a:ln w="9525" cap="flat">
              <a:noFill/>
              <a:prstDash val="solid"/>
              <a:miter/>
            </a:ln>
          </p:spPr>
          <p:txBody>
            <a:bodyPr wrap="square" rtlCol="0" anchor="ctr">
              <a:noAutofit/>
            </a:bodyPr>
            <a:lstStyle/>
            <a:p>
              <a:endParaRPr lang="en-US"/>
            </a:p>
          </p:txBody>
        </p:sp>
      </p:grpSp>
      <p:sp>
        <p:nvSpPr>
          <p:cNvPr id="19" name="Block Arc 5">
            <a:extLst>
              <a:ext uri="{FF2B5EF4-FFF2-40B4-BE49-F238E27FC236}">
                <a16:creationId xmlns:a16="http://schemas.microsoft.com/office/drawing/2014/main" id="{841ABF8F-4EBA-4F47-9E09-E2E9B57BFD55}"/>
              </a:ext>
            </a:extLst>
          </p:cNvPr>
          <p:cNvSpPr>
            <a:spLocks noChangeAspect="1"/>
          </p:cNvSpPr>
          <p:nvPr/>
        </p:nvSpPr>
        <p:spPr>
          <a:xfrm rot="10800000" flipH="1">
            <a:off x="9306632" y="2751402"/>
            <a:ext cx="575398" cy="620481"/>
          </a:xfrm>
          <a:custGeom>
            <a:avLst/>
            <a:gdLst/>
            <a:ahLst/>
            <a:cxnLst/>
            <a:rect l="l" t="t" r="r" b="b"/>
            <a:pathLst>
              <a:path w="3672275" h="3963955">
                <a:moveTo>
                  <a:pt x="984766" y="3417555"/>
                </a:moveTo>
                <a:cubicBezTo>
                  <a:pt x="932254" y="3417555"/>
                  <a:pt x="882982" y="3403623"/>
                  <a:pt x="841068" y="3378104"/>
                </a:cubicBezTo>
                <a:lnTo>
                  <a:pt x="840676" y="3378710"/>
                </a:lnTo>
                <a:lnTo>
                  <a:pt x="835545" y="3375094"/>
                </a:lnTo>
                <a:cubicBezTo>
                  <a:pt x="823791" y="3369308"/>
                  <a:pt x="813094" y="3361844"/>
                  <a:pt x="803763" y="3352697"/>
                </a:cubicBezTo>
                <a:cubicBezTo>
                  <a:pt x="147868" y="2908007"/>
                  <a:pt x="-148746" y="2089941"/>
                  <a:pt x="72539" y="1325492"/>
                </a:cubicBezTo>
                <a:cubicBezTo>
                  <a:pt x="298018" y="546553"/>
                  <a:pt x="1007805" y="7791"/>
                  <a:pt x="1818686" y="83"/>
                </a:cubicBezTo>
                <a:cubicBezTo>
                  <a:pt x="2629567" y="-7624"/>
                  <a:pt x="3349467" y="517549"/>
                  <a:pt x="3589711" y="1292061"/>
                </a:cubicBezTo>
                <a:cubicBezTo>
                  <a:pt x="3828334" y="2061344"/>
                  <a:pt x="3537615" y="2895621"/>
                  <a:pt x="2873980" y="3349798"/>
                </a:cubicBezTo>
                <a:cubicBezTo>
                  <a:pt x="2824845" y="3391084"/>
                  <a:pt x="2761401" y="3415171"/>
                  <a:pt x="2692355" y="3415171"/>
                </a:cubicBezTo>
                <a:cubicBezTo>
                  <a:pt x="2531252" y="3415171"/>
                  <a:pt x="2400652" y="3284038"/>
                  <a:pt x="2400652" y="3122277"/>
                </a:cubicBezTo>
                <a:cubicBezTo>
                  <a:pt x="2400652" y="3018609"/>
                  <a:pt x="2454292" y="2927520"/>
                  <a:pt x="2535552" y="2875976"/>
                </a:cubicBezTo>
                <a:lnTo>
                  <a:pt x="2534959" y="2875094"/>
                </a:lnTo>
                <a:cubicBezTo>
                  <a:pt x="2993902" y="2566441"/>
                  <a:pt x="3196002" y="1993261"/>
                  <a:pt x="3032146" y="1465012"/>
                </a:cubicBezTo>
                <a:cubicBezTo>
                  <a:pt x="2868290" y="936764"/>
                  <a:pt x="2377289" y="578575"/>
                  <a:pt x="1824236" y="583831"/>
                </a:cubicBezTo>
                <a:cubicBezTo>
                  <a:pt x="1271183" y="589088"/>
                  <a:pt x="787080" y="956545"/>
                  <a:pt x="633294" y="1487812"/>
                </a:cubicBezTo>
                <a:cubicBezTo>
                  <a:pt x="479508" y="2019079"/>
                  <a:pt x="692467" y="2588315"/>
                  <a:pt x="1157194" y="2888188"/>
                </a:cubicBezTo>
                <a:lnTo>
                  <a:pt x="1156634" y="2889057"/>
                </a:lnTo>
                <a:cubicBezTo>
                  <a:pt x="1229500" y="2941659"/>
                  <a:pt x="1276469" y="3027652"/>
                  <a:pt x="1276469" y="3124661"/>
                </a:cubicBezTo>
                <a:cubicBezTo>
                  <a:pt x="1276469" y="3286422"/>
                  <a:pt x="1145869" y="3417555"/>
                  <a:pt x="984766" y="3417555"/>
                </a:cubicBezTo>
                <a:close/>
                <a:moveTo>
                  <a:pt x="1836138" y="3963955"/>
                </a:moveTo>
                <a:cubicBezTo>
                  <a:pt x="1677062" y="3963955"/>
                  <a:pt x="1548106" y="3834999"/>
                  <a:pt x="1548106" y="3675923"/>
                </a:cubicBezTo>
                <a:lnTo>
                  <a:pt x="1548106" y="1958036"/>
                </a:lnTo>
                <a:cubicBezTo>
                  <a:pt x="1548106" y="1798960"/>
                  <a:pt x="1677062" y="1670004"/>
                  <a:pt x="1836138" y="1670004"/>
                </a:cubicBezTo>
                <a:cubicBezTo>
                  <a:pt x="1995214" y="1670004"/>
                  <a:pt x="2124170" y="1798960"/>
                  <a:pt x="2124170" y="1958036"/>
                </a:cubicBezTo>
                <a:lnTo>
                  <a:pt x="2124170" y="3675923"/>
                </a:lnTo>
                <a:cubicBezTo>
                  <a:pt x="2124170" y="3834999"/>
                  <a:pt x="1995214" y="3963955"/>
                  <a:pt x="1836138" y="396395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Block Arc 45">
            <a:extLst>
              <a:ext uri="{FF2B5EF4-FFF2-40B4-BE49-F238E27FC236}">
                <a16:creationId xmlns:a16="http://schemas.microsoft.com/office/drawing/2014/main" id="{CF9083D9-63E2-4499-9941-E2FC404868BA}"/>
              </a:ext>
            </a:extLst>
          </p:cNvPr>
          <p:cNvSpPr/>
          <p:nvPr/>
        </p:nvSpPr>
        <p:spPr>
          <a:xfrm rot="16200000" flipH="1">
            <a:off x="9563667" y="2095226"/>
            <a:ext cx="2226313" cy="2269550"/>
          </a:xfrm>
          <a:prstGeom prst="blockArc">
            <a:avLst>
              <a:gd name="adj1" fmla="val 16393275"/>
              <a:gd name="adj2" fmla="val 9895435"/>
              <a:gd name="adj3" fmla="val 42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latin typeface="Arial" pitchFamily="34" charset="0"/>
              <a:cs typeface="Arial" pitchFamily="34" charset="0"/>
            </a:endParaRPr>
          </a:p>
        </p:txBody>
      </p:sp>
      <p:sp>
        <p:nvSpPr>
          <p:cNvPr id="69" name="TextBox 68">
            <a:extLst>
              <a:ext uri="{FF2B5EF4-FFF2-40B4-BE49-F238E27FC236}">
                <a16:creationId xmlns:a16="http://schemas.microsoft.com/office/drawing/2014/main" id="{1C9643CF-44E3-4D84-AC99-AE0706F509B8}"/>
              </a:ext>
            </a:extLst>
          </p:cNvPr>
          <p:cNvSpPr txBox="1"/>
          <p:nvPr/>
        </p:nvSpPr>
        <p:spPr>
          <a:xfrm>
            <a:off x="765862" y="1800469"/>
            <a:ext cx="432048" cy="830997"/>
          </a:xfrm>
          <a:prstGeom prst="rect">
            <a:avLst/>
          </a:prstGeom>
          <a:noFill/>
        </p:spPr>
        <p:txBody>
          <a:bodyPr wrap="square" lIns="0" tIns="0" rIns="0" bIns="0" rtlCol="0" anchor="ctr">
            <a:spAutoFit/>
          </a:bodyPr>
          <a:lstStyle/>
          <a:p>
            <a:r>
              <a:rPr lang="en-US" altLang="ko-KR" sz="5400" b="1" dirty="0">
                <a:solidFill>
                  <a:schemeClr val="accent1"/>
                </a:solidFill>
                <a:cs typeface="Arial" pitchFamily="34" charset="0"/>
              </a:rPr>
              <a:t>1</a:t>
            </a:r>
            <a:endParaRPr lang="ko-KR" altLang="en-US" sz="5400" b="1" dirty="0">
              <a:solidFill>
                <a:schemeClr val="accent1"/>
              </a:solidFill>
              <a:cs typeface="Arial" pitchFamily="34" charset="0"/>
            </a:endParaRPr>
          </a:p>
        </p:txBody>
      </p:sp>
      <p:grpSp>
        <p:nvGrpSpPr>
          <p:cNvPr id="70" name="Group 69">
            <a:extLst>
              <a:ext uri="{FF2B5EF4-FFF2-40B4-BE49-F238E27FC236}">
                <a16:creationId xmlns:a16="http://schemas.microsoft.com/office/drawing/2014/main" id="{4B259230-9D30-4DD1-85EE-404F565C9A34}"/>
              </a:ext>
            </a:extLst>
          </p:cNvPr>
          <p:cNvGrpSpPr/>
          <p:nvPr/>
        </p:nvGrpSpPr>
        <p:grpSpPr>
          <a:xfrm>
            <a:off x="1460328" y="1853628"/>
            <a:ext cx="3434878" cy="986291"/>
            <a:chOff x="4355975" y="1315954"/>
            <a:chExt cx="3012728" cy="986291"/>
          </a:xfrm>
        </p:grpSpPr>
        <p:sp>
          <p:nvSpPr>
            <p:cNvPr id="71" name="TextBox 70">
              <a:extLst>
                <a:ext uri="{FF2B5EF4-FFF2-40B4-BE49-F238E27FC236}">
                  <a16:creationId xmlns:a16="http://schemas.microsoft.com/office/drawing/2014/main" id="{1E5042C5-83D2-4D08-901A-11CB61390FB3}"/>
                </a:ext>
              </a:extLst>
            </p:cNvPr>
            <p:cNvSpPr txBox="1"/>
            <p:nvPr/>
          </p:nvSpPr>
          <p:spPr>
            <a:xfrm>
              <a:off x="4355975" y="1315954"/>
              <a:ext cx="3012726" cy="338554"/>
            </a:xfrm>
            <a:prstGeom prst="rect">
              <a:avLst/>
            </a:prstGeom>
            <a:noFill/>
          </p:spPr>
          <p:txBody>
            <a:bodyPr wrap="square" rtlCol="0" anchor="ctr">
              <a:spAutoFit/>
            </a:bodyPr>
            <a:lstStyle/>
            <a:p>
              <a:pPr algn="l"/>
              <a:r>
                <a:rPr lang="en-GB" sz="1600" b="1" i="0" dirty="0">
                  <a:solidFill>
                    <a:srgbClr val="1B1B1B"/>
                  </a:solidFill>
                  <a:effectLst/>
                  <a:latin typeface="Merriweather Web"/>
                </a:rPr>
                <a:t>U.S. Environmental Protection Agency</a:t>
              </a:r>
            </a:p>
          </p:txBody>
        </p:sp>
        <p:sp>
          <p:nvSpPr>
            <p:cNvPr id="72" name="TextBox 71">
              <a:extLst>
                <a:ext uri="{FF2B5EF4-FFF2-40B4-BE49-F238E27FC236}">
                  <a16:creationId xmlns:a16="http://schemas.microsoft.com/office/drawing/2014/main" id="{88BBD4B7-3192-429E-8AA9-E411374ACACA}"/>
                </a:ext>
              </a:extLst>
            </p:cNvPr>
            <p:cNvSpPr txBox="1"/>
            <p:nvPr/>
          </p:nvSpPr>
          <p:spPr>
            <a:xfrm>
              <a:off x="4355977" y="1563581"/>
              <a:ext cx="3012726" cy="738664"/>
            </a:xfrm>
            <a:prstGeom prst="rect">
              <a:avLst/>
            </a:prstGeom>
            <a:noFill/>
          </p:spPr>
          <p:txBody>
            <a:bodyPr wrap="square" rtlCol="0">
              <a:spAutoFit/>
            </a:bodyPr>
            <a:lstStyle/>
            <a:p>
              <a:r>
                <a:rPr lang="en-US" altLang="ko-KR" sz="1400" dirty="0">
                  <a:solidFill>
                    <a:schemeClr val="tx1">
                      <a:lumMod val="75000"/>
                      <a:lumOff val="25000"/>
                    </a:schemeClr>
                  </a:solidFill>
                  <a:cs typeface="Arial" pitchFamily="34" charset="0"/>
                </a:rPr>
                <a:t>https://www.epa.gov/transportation-air-pollution-and-climate-change/carbon-pollution-transportation</a:t>
              </a:r>
              <a:endParaRPr lang="ko-KR" altLang="en-US" sz="1400" dirty="0">
                <a:solidFill>
                  <a:schemeClr val="tx1">
                    <a:lumMod val="75000"/>
                    <a:lumOff val="25000"/>
                  </a:schemeClr>
                </a:solidFill>
                <a:cs typeface="Arial" pitchFamily="34" charset="0"/>
              </a:endParaRPr>
            </a:p>
          </p:txBody>
        </p:sp>
      </p:grpSp>
      <p:sp>
        <p:nvSpPr>
          <p:cNvPr id="73" name="Rectangle 72">
            <a:extLst>
              <a:ext uri="{FF2B5EF4-FFF2-40B4-BE49-F238E27FC236}">
                <a16:creationId xmlns:a16="http://schemas.microsoft.com/office/drawing/2014/main" id="{BB137019-BD15-4D2D-92B2-290DD5A8F4D8}"/>
              </a:ext>
            </a:extLst>
          </p:cNvPr>
          <p:cNvSpPr/>
          <p:nvPr/>
        </p:nvSpPr>
        <p:spPr>
          <a:xfrm>
            <a:off x="1298198" y="1945959"/>
            <a:ext cx="54000"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74" name="TextBox 73">
            <a:extLst>
              <a:ext uri="{FF2B5EF4-FFF2-40B4-BE49-F238E27FC236}">
                <a16:creationId xmlns:a16="http://schemas.microsoft.com/office/drawing/2014/main" id="{DFE7C841-D37B-4AE6-9592-B4E64F853703}"/>
              </a:ext>
            </a:extLst>
          </p:cNvPr>
          <p:cNvSpPr txBox="1"/>
          <p:nvPr/>
        </p:nvSpPr>
        <p:spPr>
          <a:xfrm>
            <a:off x="765862" y="2958793"/>
            <a:ext cx="432048" cy="830997"/>
          </a:xfrm>
          <a:prstGeom prst="rect">
            <a:avLst/>
          </a:prstGeom>
          <a:noFill/>
        </p:spPr>
        <p:txBody>
          <a:bodyPr wrap="square" lIns="0" tIns="0" rIns="0" bIns="0" rtlCol="0" anchor="ctr">
            <a:spAutoFit/>
          </a:bodyPr>
          <a:lstStyle/>
          <a:p>
            <a:r>
              <a:rPr lang="en-US" altLang="ko-KR" sz="5400" b="1" dirty="0">
                <a:solidFill>
                  <a:schemeClr val="accent4"/>
                </a:solidFill>
                <a:cs typeface="Arial" pitchFamily="34" charset="0"/>
              </a:rPr>
              <a:t>2</a:t>
            </a:r>
            <a:endParaRPr lang="ko-KR" altLang="en-US" sz="5400" b="1" dirty="0">
              <a:solidFill>
                <a:schemeClr val="accent4"/>
              </a:solidFill>
              <a:cs typeface="Arial" pitchFamily="34" charset="0"/>
            </a:endParaRPr>
          </a:p>
        </p:txBody>
      </p:sp>
      <p:grpSp>
        <p:nvGrpSpPr>
          <p:cNvPr id="75" name="Group 74">
            <a:extLst>
              <a:ext uri="{FF2B5EF4-FFF2-40B4-BE49-F238E27FC236}">
                <a16:creationId xmlns:a16="http://schemas.microsoft.com/office/drawing/2014/main" id="{38F561D3-B120-48B2-944F-1387DF500F16}"/>
              </a:ext>
            </a:extLst>
          </p:cNvPr>
          <p:cNvGrpSpPr/>
          <p:nvPr/>
        </p:nvGrpSpPr>
        <p:grpSpPr>
          <a:xfrm>
            <a:off x="1460328" y="3011952"/>
            <a:ext cx="3434878" cy="770847"/>
            <a:chOff x="4355975" y="1315954"/>
            <a:chExt cx="3012728" cy="770847"/>
          </a:xfrm>
        </p:grpSpPr>
        <p:sp>
          <p:nvSpPr>
            <p:cNvPr id="76" name="TextBox 75">
              <a:extLst>
                <a:ext uri="{FF2B5EF4-FFF2-40B4-BE49-F238E27FC236}">
                  <a16:creationId xmlns:a16="http://schemas.microsoft.com/office/drawing/2014/main" id="{FEC3CB39-68C3-4A04-A156-D8DA3CCA34AD}"/>
                </a:ext>
              </a:extLst>
            </p:cNvPr>
            <p:cNvSpPr txBox="1"/>
            <p:nvPr/>
          </p:nvSpPr>
          <p:spPr>
            <a:xfrm>
              <a:off x="4355975" y="1315954"/>
              <a:ext cx="3012726" cy="338554"/>
            </a:xfrm>
            <a:prstGeom prst="rect">
              <a:avLst/>
            </a:prstGeom>
            <a:noFill/>
          </p:spPr>
          <p:txBody>
            <a:bodyPr wrap="square" rtlCol="0" anchor="ctr">
              <a:spAutoFit/>
            </a:bodyPr>
            <a:lstStyle/>
            <a:p>
              <a:r>
                <a:rPr lang="en-US" altLang="ko-KR" sz="1600" b="1" dirty="0">
                  <a:solidFill>
                    <a:schemeClr val="tx1">
                      <a:lumMod val="75000"/>
                      <a:lumOff val="25000"/>
                    </a:schemeClr>
                  </a:solidFill>
                  <a:cs typeface="Arial" pitchFamily="34" charset="0"/>
                </a:rPr>
                <a:t>European Environment Agency</a:t>
              </a:r>
              <a:endParaRPr lang="ko-KR" altLang="en-US" sz="1600" b="1" dirty="0">
                <a:solidFill>
                  <a:schemeClr val="tx1">
                    <a:lumMod val="75000"/>
                    <a:lumOff val="25000"/>
                  </a:schemeClr>
                </a:solidFill>
                <a:cs typeface="Arial" pitchFamily="34" charset="0"/>
              </a:endParaRPr>
            </a:p>
          </p:txBody>
        </p:sp>
        <p:sp>
          <p:nvSpPr>
            <p:cNvPr id="77" name="TextBox 76">
              <a:extLst>
                <a:ext uri="{FF2B5EF4-FFF2-40B4-BE49-F238E27FC236}">
                  <a16:creationId xmlns:a16="http://schemas.microsoft.com/office/drawing/2014/main" id="{3D7E1446-869F-48A2-BD9E-15D4090A5238}"/>
                </a:ext>
              </a:extLst>
            </p:cNvPr>
            <p:cNvSpPr txBox="1"/>
            <p:nvPr/>
          </p:nvSpPr>
          <p:spPr>
            <a:xfrm>
              <a:off x="4355977" y="1563581"/>
              <a:ext cx="3012726" cy="523220"/>
            </a:xfrm>
            <a:prstGeom prst="rect">
              <a:avLst/>
            </a:prstGeom>
            <a:noFill/>
          </p:spPr>
          <p:txBody>
            <a:bodyPr wrap="square" rtlCol="0">
              <a:spAutoFit/>
            </a:bodyPr>
            <a:lstStyle/>
            <a:p>
              <a:r>
                <a:rPr lang="en-US" altLang="ko-KR" sz="1400" dirty="0">
                  <a:solidFill>
                    <a:schemeClr val="tx1">
                      <a:lumMod val="75000"/>
                      <a:lumOff val="25000"/>
                    </a:schemeClr>
                  </a:solidFill>
                  <a:cs typeface="Arial" pitchFamily="34" charset="0"/>
                </a:rPr>
                <a:t>https://www.eea.europa.eu/articles/electric-vehicles-a-smart</a:t>
              </a:r>
              <a:endParaRPr lang="ko-KR" altLang="en-US" sz="1400" dirty="0">
                <a:solidFill>
                  <a:schemeClr val="tx1">
                    <a:lumMod val="75000"/>
                    <a:lumOff val="25000"/>
                  </a:schemeClr>
                </a:solidFill>
                <a:cs typeface="Arial" pitchFamily="34" charset="0"/>
              </a:endParaRPr>
            </a:p>
          </p:txBody>
        </p:sp>
      </p:grpSp>
      <p:sp>
        <p:nvSpPr>
          <p:cNvPr id="78" name="Rectangle 77">
            <a:extLst>
              <a:ext uri="{FF2B5EF4-FFF2-40B4-BE49-F238E27FC236}">
                <a16:creationId xmlns:a16="http://schemas.microsoft.com/office/drawing/2014/main" id="{1E53E6DC-7CEE-4048-8F10-A6EFC7032096}"/>
              </a:ext>
            </a:extLst>
          </p:cNvPr>
          <p:cNvSpPr/>
          <p:nvPr/>
        </p:nvSpPr>
        <p:spPr>
          <a:xfrm>
            <a:off x="1298198" y="3104283"/>
            <a:ext cx="54000"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79" name="TextBox 78">
            <a:extLst>
              <a:ext uri="{FF2B5EF4-FFF2-40B4-BE49-F238E27FC236}">
                <a16:creationId xmlns:a16="http://schemas.microsoft.com/office/drawing/2014/main" id="{4101079C-4BCD-4F52-8E6F-541E516C824D}"/>
              </a:ext>
            </a:extLst>
          </p:cNvPr>
          <p:cNvSpPr txBox="1"/>
          <p:nvPr/>
        </p:nvSpPr>
        <p:spPr>
          <a:xfrm>
            <a:off x="765862" y="4117117"/>
            <a:ext cx="432048" cy="830997"/>
          </a:xfrm>
          <a:prstGeom prst="rect">
            <a:avLst/>
          </a:prstGeom>
          <a:noFill/>
        </p:spPr>
        <p:txBody>
          <a:bodyPr wrap="square" lIns="0" tIns="0" rIns="0" bIns="0" rtlCol="0" anchor="ctr">
            <a:spAutoFit/>
          </a:bodyPr>
          <a:lstStyle/>
          <a:p>
            <a:r>
              <a:rPr lang="en-US" altLang="ko-KR" sz="5400" b="1" dirty="0">
                <a:solidFill>
                  <a:schemeClr val="accent3"/>
                </a:solidFill>
                <a:cs typeface="Arial" pitchFamily="34" charset="0"/>
              </a:rPr>
              <a:t>3</a:t>
            </a:r>
            <a:endParaRPr lang="ko-KR" altLang="en-US" sz="5400" b="1" dirty="0">
              <a:solidFill>
                <a:schemeClr val="accent3"/>
              </a:solidFill>
              <a:cs typeface="Arial" pitchFamily="34" charset="0"/>
            </a:endParaRPr>
          </a:p>
        </p:txBody>
      </p:sp>
      <p:grpSp>
        <p:nvGrpSpPr>
          <p:cNvPr id="80" name="Group 79">
            <a:extLst>
              <a:ext uri="{FF2B5EF4-FFF2-40B4-BE49-F238E27FC236}">
                <a16:creationId xmlns:a16="http://schemas.microsoft.com/office/drawing/2014/main" id="{6EAB1F10-2FB2-4A86-9539-EA1185F4321D}"/>
              </a:ext>
            </a:extLst>
          </p:cNvPr>
          <p:cNvGrpSpPr/>
          <p:nvPr/>
        </p:nvGrpSpPr>
        <p:grpSpPr>
          <a:xfrm>
            <a:off x="1460328" y="4170276"/>
            <a:ext cx="3434878" cy="555404"/>
            <a:chOff x="4355975" y="1315954"/>
            <a:chExt cx="3012728" cy="555404"/>
          </a:xfrm>
        </p:grpSpPr>
        <p:sp>
          <p:nvSpPr>
            <p:cNvPr id="81" name="TextBox 80">
              <a:extLst>
                <a:ext uri="{FF2B5EF4-FFF2-40B4-BE49-F238E27FC236}">
                  <a16:creationId xmlns:a16="http://schemas.microsoft.com/office/drawing/2014/main" id="{9520185F-9735-4F4F-98E0-C52B119054FD}"/>
                </a:ext>
              </a:extLst>
            </p:cNvPr>
            <p:cNvSpPr txBox="1"/>
            <p:nvPr/>
          </p:nvSpPr>
          <p:spPr>
            <a:xfrm>
              <a:off x="4355975" y="1315954"/>
              <a:ext cx="3012726" cy="338554"/>
            </a:xfrm>
            <a:prstGeom prst="rect">
              <a:avLst/>
            </a:prstGeom>
            <a:noFill/>
          </p:spPr>
          <p:txBody>
            <a:bodyPr wrap="square" rtlCol="0" anchor="ctr">
              <a:spAutoFit/>
            </a:bodyPr>
            <a:lstStyle/>
            <a:p>
              <a:r>
                <a:rPr lang="en-GB" altLang="ko-KR" sz="1600" b="1" dirty="0">
                  <a:solidFill>
                    <a:schemeClr val="tx1">
                      <a:lumMod val="75000"/>
                      <a:lumOff val="25000"/>
                    </a:schemeClr>
                  </a:solidFill>
                  <a:cs typeface="Arial" pitchFamily="34" charset="0"/>
                </a:rPr>
                <a:t>Ample website</a:t>
              </a:r>
              <a:endParaRPr lang="ko-KR" altLang="en-US" sz="1600" b="1" dirty="0">
                <a:solidFill>
                  <a:schemeClr val="tx1">
                    <a:lumMod val="75000"/>
                    <a:lumOff val="25000"/>
                  </a:schemeClr>
                </a:solidFill>
                <a:cs typeface="Arial" pitchFamily="34" charset="0"/>
              </a:endParaRPr>
            </a:p>
          </p:txBody>
        </p:sp>
        <p:sp>
          <p:nvSpPr>
            <p:cNvPr id="82" name="TextBox 81">
              <a:extLst>
                <a:ext uri="{FF2B5EF4-FFF2-40B4-BE49-F238E27FC236}">
                  <a16:creationId xmlns:a16="http://schemas.microsoft.com/office/drawing/2014/main" id="{1CB96F63-66A1-4392-B880-EF881E6C5069}"/>
                </a:ext>
              </a:extLst>
            </p:cNvPr>
            <p:cNvSpPr txBox="1"/>
            <p:nvPr/>
          </p:nvSpPr>
          <p:spPr>
            <a:xfrm>
              <a:off x="4355977" y="1563581"/>
              <a:ext cx="3012726" cy="307777"/>
            </a:xfrm>
            <a:prstGeom prst="rect">
              <a:avLst/>
            </a:prstGeom>
            <a:noFill/>
          </p:spPr>
          <p:txBody>
            <a:bodyPr wrap="square" rtlCol="0">
              <a:spAutoFit/>
            </a:bodyPr>
            <a:lstStyle/>
            <a:p>
              <a:r>
                <a:rPr lang="en-US" altLang="ko-KR" sz="1400" dirty="0">
                  <a:solidFill>
                    <a:schemeClr val="tx1">
                      <a:lumMod val="75000"/>
                      <a:lumOff val="25000"/>
                    </a:schemeClr>
                  </a:solidFill>
                  <a:cs typeface="Arial" pitchFamily="34" charset="0"/>
                </a:rPr>
                <a:t>https://ample.com.</a:t>
              </a:r>
              <a:endParaRPr lang="ko-KR" altLang="en-US" sz="1400" dirty="0">
                <a:solidFill>
                  <a:schemeClr val="tx1">
                    <a:lumMod val="75000"/>
                    <a:lumOff val="25000"/>
                  </a:schemeClr>
                </a:solidFill>
                <a:cs typeface="Arial" pitchFamily="34" charset="0"/>
              </a:endParaRPr>
            </a:p>
          </p:txBody>
        </p:sp>
      </p:grpSp>
      <p:sp>
        <p:nvSpPr>
          <p:cNvPr id="83" name="Rectangle 82">
            <a:extLst>
              <a:ext uri="{FF2B5EF4-FFF2-40B4-BE49-F238E27FC236}">
                <a16:creationId xmlns:a16="http://schemas.microsoft.com/office/drawing/2014/main" id="{ADFE58C7-5676-46D4-8FF6-35B5923877C6}"/>
              </a:ext>
            </a:extLst>
          </p:cNvPr>
          <p:cNvSpPr/>
          <p:nvPr/>
        </p:nvSpPr>
        <p:spPr>
          <a:xfrm>
            <a:off x="1298198" y="4262607"/>
            <a:ext cx="54000"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84" name="TextBox 83">
            <a:extLst>
              <a:ext uri="{FF2B5EF4-FFF2-40B4-BE49-F238E27FC236}">
                <a16:creationId xmlns:a16="http://schemas.microsoft.com/office/drawing/2014/main" id="{B36F873D-2F88-486A-BEE4-9ABC5D1BD4DC}"/>
              </a:ext>
            </a:extLst>
          </p:cNvPr>
          <p:cNvSpPr txBox="1"/>
          <p:nvPr/>
        </p:nvSpPr>
        <p:spPr>
          <a:xfrm>
            <a:off x="765862" y="5275439"/>
            <a:ext cx="432048" cy="830997"/>
          </a:xfrm>
          <a:prstGeom prst="rect">
            <a:avLst/>
          </a:prstGeom>
          <a:noFill/>
        </p:spPr>
        <p:txBody>
          <a:bodyPr wrap="square" lIns="0" tIns="0" rIns="0" bIns="0" rtlCol="0" anchor="ctr">
            <a:spAutoFit/>
          </a:bodyPr>
          <a:lstStyle/>
          <a:p>
            <a:r>
              <a:rPr lang="en-US" altLang="ko-KR" sz="5400" b="1" dirty="0">
                <a:solidFill>
                  <a:schemeClr val="accent2"/>
                </a:solidFill>
                <a:cs typeface="Arial" pitchFamily="34" charset="0"/>
              </a:rPr>
              <a:t>4</a:t>
            </a:r>
            <a:endParaRPr lang="ko-KR" altLang="en-US" sz="5400" b="1" dirty="0">
              <a:solidFill>
                <a:schemeClr val="accent2"/>
              </a:solidFill>
              <a:cs typeface="Arial" pitchFamily="34" charset="0"/>
            </a:endParaRPr>
          </a:p>
        </p:txBody>
      </p:sp>
      <p:grpSp>
        <p:nvGrpSpPr>
          <p:cNvPr id="85" name="Group 84">
            <a:extLst>
              <a:ext uri="{FF2B5EF4-FFF2-40B4-BE49-F238E27FC236}">
                <a16:creationId xmlns:a16="http://schemas.microsoft.com/office/drawing/2014/main" id="{095F2169-FB54-4D74-92BF-3DA63C75626E}"/>
              </a:ext>
            </a:extLst>
          </p:cNvPr>
          <p:cNvGrpSpPr/>
          <p:nvPr/>
        </p:nvGrpSpPr>
        <p:grpSpPr>
          <a:xfrm>
            <a:off x="1460328" y="5328598"/>
            <a:ext cx="3434878" cy="770847"/>
            <a:chOff x="4355975" y="1315954"/>
            <a:chExt cx="3012728" cy="770847"/>
          </a:xfrm>
        </p:grpSpPr>
        <p:sp>
          <p:nvSpPr>
            <p:cNvPr id="86" name="TextBox 85">
              <a:extLst>
                <a:ext uri="{FF2B5EF4-FFF2-40B4-BE49-F238E27FC236}">
                  <a16:creationId xmlns:a16="http://schemas.microsoft.com/office/drawing/2014/main" id="{A4E7AED5-3CF4-4130-8C04-B4DD9D391CF5}"/>
                </a:ext>
              </a:extLst>
            </p:cNvPr>
            <p:cNvSpPr txBox="1"/>
            <p:nvPr/>
          </p:nvSpPr>
          <p:spPr>
            <a:xfrm>
              <a:off x="4355975" y="1315954"/>
              <a:ext cx="3012726" cy="338554"/>
            </a:xfrm>
            <a:prstGeom prst="rect">
              <a:avLst/>
            </a:prstGeom>
            <a:noFill/>
          </p:spPr>
          <p:txBody>
            <a:bodyPr wrap="square" rtlCol="0" anchor="ctr">
              <a:spAutoFit/>
            </a:bodyPr>
            <a:lstStyle/>
            <a:p>
              <a:r>
                <a:rPr lang="en-GB" altLang="ko-KR" sz="1600" b="1" dirty="0">
                  <a:solidFill>
                    <a:schemeClr val="tx1">
                      <a:lumMod val="75000"/>
                      <a:lumOff val="25000"/>
                    </a:schemeClr>
                  </a:solidFill>
                  <a:cs typeface="Arial" pitchFamily="34" charset="0"/>
                </a:rPr>
                <a:t>Ample demonstration video</a:t>
              </a:r>
              <a:endParaRPr lang="ko-KR" altLang="en-US" sz="1600" b="1" dirty="0">
                <a:solidFill>
                  <a:schemeClr val="tx1">
                    <a:lumMod val="75000"/>
                    <a:lumOff val="25000"/>
                  </a:schemeClr>
                </a:solidFill>
                <a:cs typeface="Arial" pitchFamily="34" charset="0"/>
              </a:endParaRPr>
            </a:p>
          </p:txBody>
        </p:sp>
        <p:sp>
          <p:nvSpPr>
            <p:cNvPr id="87" name="TextBox 86">
              <a:extLst>
                <a:ext uri="{FF2B5EF4-FFF2-40B4-BE49-F238E27FC236}">
                  <a16:creationId xmlns:a16="http://schemas.microsoft.com/office/drawing/2014/main" id="{C66E3376-E74A-409B-8C21-93CC29572CBF}"/>
                </a:ext>
              </a:extLst>
            </p:cNvPr>
            <p:cNvSpPr txBox="1"/>
            <p:nvPr/>
          </p:nvSpPr>
          <p:spPr>
            <a:xfrm>
              <a:off x="4355977" y="1563581"/>
              <a:ext cx="3012726" cy="523220"/>
            </a:xfrm>
            <a:prstGeom prst="rect">
              <a:avLst/>
            </a:prstGeom>
            <a:noFill/>
          </p:spPr>
          <p:txBody>
            <a:bodyPr wrap="square" rtlCol="0">
              <a:spAutoFit/>
            </a:bodyPr>
            <a:lstStyle/>
            <a:p>
              <a:r>
                <a:rPr lang="en-US" altLang="ko-KR" sz="1400" dirty="0">
                  <a:solidFill>
                    <a:schemeClr val="tx1">
                      <a:lumMod val="75000"/>
                      <a:lumOff val="25000"/>
                    </a:schemeClr>
                  </a:solidFill>
                  <a:cs typeface="Arial" pitchFamily="34" charset="0"/>
                </a:rPr>
                <a:t>https://www.youtube.com/watch?v=5hcCbg1Nf-c</a:t>
              </a:r>
              <a:endParaRPr lang="ko-KR" altLang="en-US" sz="1400" dirty="0">
                <a:solidFill>
                  <a:schemeClr val="tx1">
                    <a:lumMod val="75000"/>
                    <a:lumOff val="25000"/>
                  </a:schemeClr>
                </a:solidFill>
                <a:cs typeface="Arial" pitchFamily="34" charset="0"/>
              </a:endParaRPr>
            </a:p>
          </p:txBody>
        </p:sp>
      </p:grpSp>
      <p:sp>
        <p:nvSpPr>
          <p:cNvPr id="88" name="Rectangle 87">
            <a:extLst>
              <a:ext uri="{FF2B5EF4-FFF2-40B4-BE49-F238E27FC236}">
                <a16:creationId xmlns:a16="http://schemas.microsoft.com/office/drawing/2014/main" id="{C37488C8-627D-4185-9420-5C4542F14D19}"/>
              </a:ext>
            </a:extLst>
          </p:cNvPr>
          <p:cNvSpPr/>
          <p:nvPr/>
        </p:nvSpPr>
        <p:spPr>
          <a:xfrm>
            <a:off x="1298198" y="5420929"/>
            <a:ext cx="54000" cy="54001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Tree>
    <p:custDataLst>
      <p:tags r:id="rId1"/>
    </p:custDataLst>
    <p:extLst>
      <p:ext uri="{BB962C8B-B14F-4D97-AF65-F5344CB8AC3E}">
        <p14:creationId xmlns:p14="http://schemas.microsoft.com/office/powerpoint/2010/main" val="4169082968"/>
      </p:ext>
    </p:extLst>
  </p:cSld>
  <p:clrMapOvr>
    <a:masterClrMapping/>
  </p:clrMapOvr>
  <mc:AlternateContent xmlns:mc="http://schemas.openxmlformats.org/markup-compatibility/2006">
    <mc:Choice xmlns:p14="http://schemas.microsoft.com/office/powerpoint/2010/main" Requires="p14">
      <p:transition spd="slow" p14:dur="2000" advTm="11103"/>
    </mc:Choice>
    <mc:Fallback>
      <p:transition spd="slow" advTm="111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500"/>
                                        <p:tgtEl>
                                          <p:spTgt spid="6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500"/>
                                        <p:tgtEl>
                                          <p:spTgt spid="7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500"/>
                                        <p:tgtEl>
                                          <p:spTgt spid="7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fade">
                                      <p:cBhvr>
                                        <p:cTn id="23" dur="500"/>
                                        <p:tgtEl>
                                          <p:spTgt spid="75"/>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500"/>
                                        <p:tgtEl>
                                          <p:spTgt spid="7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fade">
                                      <p:cBhvr>
                                        <p:cTn id="31" dur="500"/>
                                        <p:tgtEl>
                                          <p:spTgt spid="80"/>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fade">
                                      <p:cBhvr>
                                        <p:cTn id="35" dur="500"/>
                                        <p:tgtEl>
                                          <p:spTgt spid="84"/>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fade">
                                      <p:cBhvr>
                                        <p:cTn id="39"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9" grpId="0"/>
      <p:bldP spid="74" grpId="0"/>
      <p:bldP spid="79" grpId="0"/>
      <p:bldP spid="8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 y="4419124"/>
            <a:ext cx="12191999" cy="1015663"/>
          </a:xfrm>
          <a:prstGeom prst="rect">
            <a:avLst/>
          </a:prstGeom>
          <a:noFill/>
        </p:spPr>
        <p:txBody>
          <a:bodyPr wrap="square" rtlCol="0" anchor="ctr">
            <a:spAutoFit/>
          </a:bodyPr>
          <a:lstStyle/>
          <a:p>
            <a:pPr algn="ctr"/>
            <a:r>
              <a:rPr lang="en-US" altLang="ko-KR" sz="6000" dirty="0">
                <a:cs typeface="Arial" pitchFamily="34" charset="0"/>
              </a:rPr>
              <a:t>THANK YOU</a:t>
            </a:r>
            <a:endParaRPr lang="ko-KR" altLang="en-US" sz="6000" dirty="0">
              <a:cs typeface="Arial" pitchFamily="34" charset="0"/>
            </a:endParaRPr>
          </a:p>
        </p:txBody>
      </p:sp>
      <p:sp>
        <p:nvSpPr>
          <p:cNvPr id="3" name="TextBox 2">
            <a:extLst>
              <a:ext uri="{FF2B5EF4-FFF2-40B4-BE49-F238E27FC236}">
                <a16:creationId xmlns:a16="http://schemas.microsoft.com/office/drawing/2014/main" id="{D53492D0-2770-416E-9BCA-27206AF30207}"/>
              </a:ext>
            </a:extLst>
          </p:cNvPr>
          <p:cNvSpPr txBox="1"/>
          <p:nvPr/>
        </p:nvSpPr>
        <p:spPr>
          <a:xfrm>
            <a:off x="-2" y="5434787"/>
            <a:ext cx="12191999" cy="1200329"/>
          </a:xfrm>
          <a:prstGeom prst="rect">
            <a:avLst/>
          </a:prstGeom>
          <a:noFill/>
        </p:spPr>
        <p:txBody>
          <a:bodyPr wrap="square" rtlCol="0" anchor="ctr">
            <a:spAutoFit/>
          </a:bodyPr>
          <a:lstStyle/>
          <a:p>
            <a:pPr algn="ctr"/>
            <a:r>
              <a:rPr lang="ar-EG" altLang="ko-KR" sz="3600" dirty="0">
                <a:latin typeface="Aharoni" panose="02010803020104030203" pitchFamily="2" charset="-79"/>
                <a:cs typeface="Arial" pitchFamily="34" charset="0"/>
              </a:rPr>
              <a:t>اعداد : عادل محمود شوشه </a:t>
            </a:r>
            <a:endParaRPr lang="en-GB" altLang="ko-KR" sz="3600" dirty="0">
              <a:latin typeface="Aharoni" panose="02010803020104030203" pitchFamily="2" charset="-79"/>
              <a:cs typeface="Aharoni" panose="02010803020104030203" pitchFamily="2" charset="-79"/>
            </a:endParaRPr>
          </a:p>
          <a:p>
            <a:pPr algn="ctr"/>
            <a:r>
              <a:rPr lang="en-GB" altLang="ko-KR" sz="3600" dirty="0">
                <a:latin typeface="Aharoni" panose="02010803020104030203" pitchFamily="2" charset="-79"/>
                <a:cs typeface="Aharoni" panose="02010803020104030203" pitchFamily="2" charset="-79"/>
              </a:rPr>
              <a:t>AIE</a:t>
            </a:r>
            <a:endParaRPr lang="ko-KR" altLang="en-US" sz="36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531281806"/>
      </p:ext>
    </p:extLst>
  </p:cSld>
  <p:clrMapOvr>
    <a:masterClrMapping/>
  </p:clrMapOvr>
  <mc:AlternateContent xmlns:mc="http://schemas.openxmlformats.org/markup-compatibility/2006">
    <mc:Choice xmlns:p14="http://schemas.microsoft.com/office/powerpoint/2010/main" Requires="p14">
      <p:transition spd="slow" p14:dur="2000" advTm="4449"/>
    </mc:Choice>
    <mc:Fallback>
      <p:transition spd="slow" advTm="444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6.3"/>
</p:tagLst>
</file>

<file path=ppt/tags/tag2.xml><?xml version="1.0" encoding="utf-8"?>
<p:tagLst xmlns:a="http://schemas.openxmlformats.org/drawingml/2006/main" xmlns:r="http://schemas.openxmlformats.org/officeDocument/2006/relationships" xmlns:p="http://schemas.openxmlformats.org/presentationml/2006/main">
  <p:tag name="TIMING" val="|0.6|1.9|5.6|5.6|6.4|6.7|2.5|5.7"/>
</p:tagLst>
</file>

<file path=ppt/tags/tag3.xml><?xml version="1.0" encoding="utf-8"?>
<p:tagLst xmlns:a="http://schemas.openxmlformats.org/drawingml/2006/main" xmlns:r="http://schemas.openxmlformats.org/officeDocument/2006/relationships" xmlns:p="http://schemas.openxmlformats.org/presentationml/2006/main">
  <p:tag name="TIMING" val="|1|3.8|2.2"/>
</p:tagLst>
</file>

<file path=ppt/tags/tag4.xml><?xml version="1.0" encoding="utf-8"?>
<p:tagLst xmlns:a="http://schemas.openxmlformats.org/drawingml/2006/main" xmlns:r="http://schemas.openxmlformats.org/officeDocument/2006/relationships" xmlns:p="http://schemas.openxmlformats.org/presentationml/2006/main">
  <p:tag name="TIMING" val="|0.7|1.9|5.2|5.8|1.8"/>
</p:tagLst>
</file>

<file path=ppt/tags/tag5.xml><?xml version="1.0" encoding="utf-8"?>
<p:tagLst xmlns:a="http://schemas.openxmlformats.org/drawingml/2006/main" xmlns:r="http://schemas.openxmlformats.org/officeDocument/2006/relationships" xmlns:p="http://schemas.openxmlformats.org/presentationml/2006/main">
  <p:tag name="TIMING" val="|2.2|6.8|16.3"/>
</p:tagLst>
</file>

<file path=ppt/tags/tag6.xml><?xml version="1.0" encoding="utf-8"?>
<p:tagLst xmlns:a="http://schemas.openxmlformats.org/drawingml/2006/main" xmlns:r="http://schemas.openxmlformats.org/officeDocument/2006/relationships" xmlns:p="http://schemas.openxmlformats.org/presentationml/2006/main">
  <p:tag name="TIMING" val="|2.4"/>
</p:tagLst>
</file>

<file path=ppt/tags/tag7.xml><?xml version="1.0" encoding="utf-8"?>
<p:tagLst xmlns:a="http://schemas.openxmlformats.org/drawingml/2006/main" xmlns:r="http://schemas.openxmlformats.org/officeDocument/2006/relationships" xmlns:p="http://schemas.openxmlformats.org/presentationml/2006/main">
  <p:tag name="TIMING" val="|0.6|1.8"/>
</p:tagLst>
</file>

<file path=ppt/tags/tag8.xml><?xml version="1.0" encoding="utf-8"?>
<p:tagLst xmlns:a="http://schemas.openxmlformats.org/drawingml/2006/main" xmlns:r="http://schemas.openxmlformats.org/officeDocument/2006/relationships" xmlns:p="http://schemas.openxmlformats.org/presentationml/2006/main">
  <p:tag name="TIMING" val="|0.7"/>
</p:tagLst>
</file>

<file path=ppt/tags/tag9.xml><?xml version="1.0" encoding="utf-8"?>
<p:tagLst xmlns:a="http://schemas.openxmlformats.org/drawingml/2006/main" xmlns:r="http://schemas.openxmlformats.org/officeDocument/2006/relationships" xmlns:p="http://schemas.openxmlformats.org/presentationml/2006/main">
  <p:tag name="TIMING" val="|0.5"/>
</p:tagLst>
</file>

<file path=ppt/tags/tag10.xml><?xml version="1.0" encoding="utf-8"?>
<p:tagLst xmlns:a="http://schemas.openxmlformats.org/drawingml/2006/main" xmlns:r="http://schemas.openxmlformats.org/officeDocument/2006/relationships" xmlns:p="http://schemas.openxmlformats.org/presentationml/2006/main">
  <p:tag name="TIMING" val="|0.6"/>
</p:tagLst>
</file>

<file path=ppt/tags/tag11.xml><?xml version="1.0" encoding="utf-8"?>
<p:tagLst xmlns:a="http://schemas.openxmlformats.org/drawingml/2006/main" xmlns:r="http://schemas.openxmlformats.org/officeDocument/2006/relationships" xmlns:p="http://schemas.openxmlformats.org/presentationml/2006/main">
  <p:tag name="TIMING" val="|0.5"/>
</p:tagLst>
</file>

<file path=ppt/tags/tag12.xml><?xml version="1.0" encoding="utf-8"?>
<p:tagLst xmlns:a="http://schemas.openxmlformats.org/drawingml/2006/main" xmlns:r="http://schemas.openxmlformats.org/officeDocument/2006/relationships" xmlns:p="http://schemas.openxmlformats.org/presentationml/2006/main">
  <p:tag name="TIMING" val="|0.7"/>
</p:tagLst>
</file>

<file path=ppt/tags/tag13.xml><?xml version="1.0" encoding="utf-8"?>
<p:tagLst xmlns:a="http://schemas.openxmlformats.org/drawingml/2006/main" xmlns:r="http://schemas.openxmlformats.org/officeDocument/2006/relationships" xmlns:p="http://schemas.openxmlformats.org/presentationml/2006/main">
  <p:tag name="TIMING" val="|0.5"/>
</p:tagLst>
</file>

<file path=ppt/tags/tag14.xml><?xml version="1.0" encoding="utf-8"?>
<p:tagLst xmlns:a="http://schemas.openxmlformats.org/drawingml/2006/main" xmlns:r="http://schemas.openxmlformats.org/officeDocument/2006/relationships" xmlns:p="http://schemas.openxmlformats.org/presentationml/2006/main">
  <p:tag name="TIMING" val="|1.1"/>
</p:tagLst>
</file>

<file path=ppt/theme/theme1.xml><?xml version="1.0" encoding="utf-8"?>
<a:theme xmlns:a="http://schemas.openxmlformats.org/drawingml/2006/main" name="Cover and End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406">
      <a:dk1>
        <a:sysClr val="windowText" lastClr="000000"/>
      </a:dk1>
      <a:lt1>
        <a:sysClr val="window" lastClr="FFFFFF"/>
      </a:lt1>
      <a:dk2>
        <a:srgbClr val="44546A"/>
      </a:dk2>
      <a:lt2>
        <a:srgbClr val="E7E6E6"/>
      </a:lt2>
      <a:accent1>
        <a:srgbClr val="82C650"/>
      </a:accent1>
      <a:accent2>
        <a:srgbClr val="5CBE7A"/>
      </a:accent2>
      <a:accent3>
        <a:srgbClr val="2CB8AE"/>
      </a:accent3>
      <a:accent4>
        <a:srgbClr val="24A8C2"/>
      </a:accent4>
      <a:accent5>
        <a:srgbClr val="249ED2"/>
      </a:accent5>
      <a:accent6>
        <a:srgbClr val="3F3F3F"/>
      </a:accent6>
      <a:hlink>
        <a:srgbClr val="FFFFFF"/>
      </a:hlink>
      <a:folHlink>
        <a:srgbClr val="FFFFF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5473</TotalTime>
  <Words>664</Words>
  <Application>Microsoft Office PowerPoint</Application>
  <PresentationFormat>Widescreen</PresentationFormat>
  <Paragraphs>77</Paragraphs>
  <Slides>15</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15</vt:i4>
      </vt:variant>
    </vt:vector>
  </HeadingPairs>
  <TitlesOfParts>
    <vt:vector size="26" baseType="lpstr">
      <vt:lpstr>Aharoni</vt:lpstr>
      <vt:lpstr>Amasis MT Pro Medium</vt:lpstr>
      <vt:lpstr>Andalus</vt:lpstr>
      <vt:lpstr>Arial</vt:lpstr>
      <vt:lpstr>Calibri</vt:lpstr>
      <vt:lpstr>Merriweather Web</vt:lpstr>
      <vt:lpstr>verdana</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Adel Shousha</cp:lastModifiedBy>
  <cp:revision>141</cp:revision>
  <dcterms:created xsi:type="dcterms:W3CDTF">2020-01-20T05:08:25Z</dcterms:created>
  <dcterms:modified xsi:type="dcterms:W3CDTF">2022-04-26T17:53:54Z</dcterms:modified>
</cp:coreProperties>
</file>