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7" r:id="rId3"/>
    <p:sldId id="268" r:id="rId4"/>
    <p:sldId id="269" r:id="rId5"/>
    <p:sldId id="270" r:id="rId6"/>
    <p:sldId id="271" r:id="rId7"/>
    <p:sldId id="272" r:id="rId8"/>
    <p:sldId id="275" r:id="rId9"/>
  </p:sldIdLst>
  <p:sldSz cx="18288000" cy="10287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Lato Bold" panose="020F0502020204030203" charset="0"/>
      <p:regular r:id="rId18"/>
    </p:embeddedFont>
    <p:embeddedFont>
      <p:font typeface="Poppins ExtraBold" panose="00000900000000000000" pitchFamily="2" charset="0"/>
      <p:regular r:id="rId19"/>
      <p:bold r:id="rId20"/>
    </p:embeddedFont>
    <p:embeddedFont>
      <p:font typeface="Poppins ExtraBold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5" autoAdjust="0"/>
    <p:restoredTop sz="94622" autoAdjust="0"/>
  </p:normalViewPr>
  <p:slideViewPr>
    <p:cSldViewPr>
      <p:cViewPr>
        <p:scale>
          <a:sx n="50" d="100"/>
          <a:sy n="50" d="100"/>
        </p:scale>
        <p:origin x="456" y="-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4/25/2023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2700000">
            <a:off x="12014503" y="1710517"/>
            <a:ext cx="6566081" cy="6566081"/>
            <a:chOff x="0" y="0"/>
            <a:chExt cx="1913890" cy="191389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grpSp>
        <p:nvGrpSpPr>
          <p:cNvPr id="4" name="Group 4"/>
          <p:cNvGrpSpPr/>
          <p:nvPr/>
        </p:nvGrpSpPr>
        <p:grpSpPr>
          <a:xfrm rot="2700000">
            <a:off x="12192804" y="1888817"/>
            <a:ext cx="6209481" cy="6209481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1F2F6"/>
            </a:solidFill>
          </p:spPr>
        </p:sp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10777284">
            <a:off x="7417371" y="-662408"/>
            <a:ext cx="2759804" cy="253039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rcRect b="22965"/>
          <a:stretch>
            <a:fillRect/>
          </a:stretch>
        </p:blipFill>
        <p:spPr>
          <a:xfrm>
            <a:off x="12508862" y="2410072"/>
            <a:ext cx="5577363" cy="4412297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1771151" y="773778"/>
            <a:ext cx="3553589" cy="509843"/>
            <a:chOff x="0" y="0"/>
            <a:chExt cx="4738118" cy="679791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679791" cy="679791"/>
              <a:chOff x="0" y="0"/>
              <a:chExt cx="812800" cy="8128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F2F6"/>
              </a:solidFill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2" name="Group 12"/>
            <p:cNvGrpSpPr/>
            <p:nvPr/>
          </p:nvGrpSpPr>
          <p:grpSpPr>
            <a:xfrm>
              <a:off x="4058327" y="0"/>
              <a:ext cx="679791" cy="679791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F2F6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1012182" y="0"/>
              <a:ext cx="679791" cy="679791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F2F6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2020667" y="0"/>
              <a:ext cx="679791" cy="679791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F2F6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046145" y="0"/>
              <a:ext cx="679791" cy="679791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F1F2F6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24" name="TextBox 24"/>
          <p:cNvSpPr txBox="1"/>
          <p:nvPr/>
        </p:nvSpPr>
        <p:spPr>
          <a:xfrm>
            <a:off x="-2760244" y="6542176"/>
            <a:ext cx="12616379" cy="887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79"/>
              </a:lnSpc>
            </a:pPr>
            <a:r>
              <a:rPr lang="en-US" sz="5199" spc="519">
                <a:solidFill>
                  <a:srgbClr val="F1F2F6"/>
                </a:solidFill>
                <a:latin typeface="Lato"/>
              </a:rPr>
              <a:t>#اعملها_بذكاء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 rot="1806925">
            <a:off x="-2345703" y="6807915"/>
            <a:ext cx="6267124" cy="5152819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1308518" y="1877082"/>
            <a:ext cx="12201046" cy="4568876"/>
            <a:chOff x="0" y="0"/>
            <a:chExt cx="16268061" cy="6091834"/>
          </a:xfrm>
        </p:grpSpPr>
        <p:sp>
          <p:nvSpPr>
            <p:cNvPr id="27" name="TextBox 27"/>
            <p:cNvSpPr txBox="1"/>
            <p:nvPr/>
          </p:nvSpPr>
          <p:spPr>
            <a:xfrm>
              <a:off x="0" y="47625"/>
              <a:ext cx="16268061" cy="21852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1575"/>
                </a:lnSpc>
              </a:pPr>
              <a:r>
                <a:rPr lang="en-US" sz="11024" spc="1102">
                  <a:solidFill>
                    <a:srgbClr val="F1F2F6"/>
                  </a:solidFill>
                  <a:latin typeface="Poppins ExtraBold"/>
                </a:rPr>
                <a:t>WELCOME 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03278" y="2159992"/>
              <a:ext cx="2282853" cy="17774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9444"/>
                </a:lnSpc>
              </a:pPr>
              <a:r>
                <a:rPr lang="en-US" sz="8995" spc="449">
                  <a:solidFill>
                    <a:srgbClr val="F1F2F6"/>
                  </a:solidFill>
                  <a:latin typeface="Poppins ExtraBold"/>
                </a:rPr>
                <a:t>TO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3766579"/>
              <a:ext cx="16268061" cy="23252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287"/>
                </a:lnSpc>
              </a:pPr>
              <a:r>
                <a:rPr lang="en-US" sz="11702" spc="585">
                  <a:solidFill>
                    <a:srgbClr val="0F1E64"/>
                  </a:solidFill>
                  <a:latin typeface="Poppins ExtraBold Bold"/>
                </a:rPr>
                <a:t>OCTWARE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0902" y="2416067"/>
            <a:ext cx="9968424" cy="1259922"/>
            <a:chOff x="0" y="0"/>
            <a:chExt cx="3636508" cy="4596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36508" cy="459623"/>
            </a:xfrm>
            <a:custGeom>
              <a:avLst/>
              <a:gdLst/>
              <a:ahLst/>
              <a:cxnLst/>
              <a:rect l="l" t="t" r="r" b="b"/>
              <a:pathLst>
                <a:path w="3636508" h="459623">
                  <a:moveTo>
                    <a:pt x="0" y="0"/>
                  </a:moveTo>
                  <a:lnTo>
                    <a:pt x="3636508" y="0"/>
                  </a:lnTo>
                  <a:lnTo>
                    <a:pt x="3636508" y="459623"/>
                  </a:lnTo>
                  <a:lnTo>
                    <a:pt x="0" y="459623"/>
                  </a:lnTo>
                  <a:close/>
                </a:path>
              </a:pathLst>
            </a:custGeom>
          </p:spPr>
        </p:sp>
      </p:grpSp>
      <p:grpSp>
        <p:nvGrpSpPr>
          <p:cNvPr id="4" name="Group 4"/>
          <p:cNvGrpSpPr/>
          <p:nvPr/>
        </p:nvGrpSpPr>
        <p:grpSpPr>
          <a:xfrm rot="-2700000">
            <a:off x="-3283041" y="-3283041"/>
            <a:ext cx="6566081" cy="6566081"/>
            <a:chOff x="0" y="0"/>
            <a:chExt cx="1913890" cy="191389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</p:spPr>
        </p:sp>
      </p:grpSp>
      <p:grpSp>
        <p:nvGrpSpPr>
          <p:cNvPr id="6" name="Group 6"/>
          <p:cNvGrpSpPr/>
          <p:nvPr/>
        </p:nvGrpSpPr>
        <p:grpSpPr>
          <a:xfrm rot="2700000">
            <a:off x="-2926440" y="-2926440"/>
            <a:ext cx="5852880" cy="5852880"/>
            <a:chOff x="0" y="0"/>
            <a:chExt cx="1913890" cy="19138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1F2F6"/>
            </a:solidFill>
          </p:spPr>
        </p:sp>
      </p:grpSp>
      <p:grpSp>
        <p:nvGrpSpPr>
          <p:cNvPr id="8" name="Group 8"/>
          <p:cNvGrpSpPr/>
          <p:nvPr/>
        </p:nvGrpSpPr>
        <p:grpSpPr>
          <a:xfrm rot="-2700000">
            <a:off x="-3283041" y="7003959"/>
            <a:ext cx="6566081" cy="6566081"/>
            <a:chOff x="0" y="0"/>
            <a:chExt cx="1913890" cy="19138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</p:spPr>
        </p:sp>
      </p:grpSp>
      <p:grpSp>
        <p:nvGrpSpPr>
          <p:cNvPr id="10" name="Group 10"/>
          <p:cNvGrpSpPr/>
          <p:nvPr/>
        </p:nvGrpSpPr>
        <p:grpSpPr>
          <a:xfrm rot="2700000">
            <a:off x="-2926440" y="7360560"/>
            <a:ext cx="5852880" cy="5852880"/>
            <a:chOff x="0" y="0"/>
            <a:chExt cx="1913890" cy="191389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1F2F6"/>
            </a:solidFill>
          </p:spPr>
        </p:sp>
      </p:grpSp>
      <p:grpSp>
        <p:nvGrpSpPr>
          <p:cNvPr id="12" name="Group 12"/>
          <p:cNvGrpSpPr/>
          <p:nvPr/>
        </p:nvGrpSpPr>
        <p:grpSpPr>
          <a:xfrm rot="-2700000">
            <a:off x="-3283041" y="8117325"/>
            <a:ext cx="6566081" cy="6566081"/>
            <a:chOff x="0" y="0"/>
            <a:chExt cx="1913890" cy="19138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1913890" y="0"/>
                  </a:lnTo>
                  <a:lnTo>
                    <a:pt x="1913890" y="1913890"/>
                  </a:lnTo>
                  <a:lnTo>
                    <a:pt x="0" y="1913890"/>
                  </a:lnTo>
                  <a:close/>
                </a:path>
              </a:pathLst>
            </a:custGeom>
          </p:spPr>
        </p:sp>
      </p:grpSp>
      <p:grpSp>
        <p:nvGrpSpPr>
          <p:cNvPr id="14" name="Group 14"/>
          <p:cNvGrpSpPr/>
          <p:nvPr/>
        </p:nvGrpSpPr>
        <p:grpSpPr>
          <a:xfrm rot="2700000">
            <a:off x="-2926440" y="8473925"/>
            <a:ext cx="5852880" cy="5852880"/>
            <a:chOff x="0" y="0"/>
            <a:chExt cx="1913890" cy="191389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1F2F6"/>
            </a:solidFill>
          </p:spPr>
        </p:sp>
      </p:grpSp>
      <p:grpSp>
        <p:nvGrpSpPr>
          <p:cNvPr id="16" name="Group 16"/>
          <p:cNvGrpSpPr/>
          <p:nvPr/>
        </p:nvGrpSpPr>
        <p:grpSpPr>
          <a:xfrm>
            <a:off x="10129326" y="0"/>
            <a:ext cx="8158674" cy="10287000"/>
            <a:chOff x="0" y="0"/>
            <a:chExt cx="2976306" cy="37527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976306" cy="3752726"/>
            </a:xfrm>
            <a:custGeom>
              <a:avLst/>
              <a:gdLst/>
              <a:ahLst/>
              <a:cxnLst/>
              <a:rect l="l" t="t" r="r" b="b"/>
              <a:pathLst>
                <a:path w="2976306" h="3752726">
                  <a:moveTo>
                    <a:pt x="0" y="0"/>
                  </a:moveTo>
                  <a:lnTo>
                    <a:pt x="2976306" y="0"/>
                  </a:lnTo>
                  <a:lnTo>
                    <a:pt x="2976306" y="3752726"/>
                  </a:lnTo>
                  <a:lnTo>
                    <a:pt x="0" y="3752726"/>
                  </a:lnTo>
                  <a:close/>
                </a:path>
              </a:pathLst>
            </a:custGeom>
          </p:spPr>
        </p:sp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0754233" y="1166342"/>
            <a:ext cx="6908860" cy="7718097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895350" y="3940493"/>
            <a:ext cx="9233976" cy="2207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95"/>
              </a:lnSpc>
            </a:pPr>
            <a:r>
              <a:rPr lang="en-US" sz="7900" spc="395">
                <a:solidFill>
                  <a:srgbClr val="2FB3A5"/>
                </a:solidFill>
                <a:latin typeface="Poppins ExtraBold"/>
              </a:rPr>
              <a:t>BUSINESS INTELLIGENCE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28126" y="6300789"/>
            <a:ext cx="9233976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spc="350">
                <a:solidFill>
                  <a:srgbClr val="0F1E64"/>
                </a:solidFill>
                <a:latin typeface="Lato Bold"/>
              </a:rPr>
              <a:t>TECHNICAL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79113" y="2567871"/>
            <a:ext cx="10666450" cy="984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5"/>
              </a:lnSpc>
            </a:pPr>
            <a:r>
              <a:rPr lang="en-US" sz="6700" spc="335">
                <a:solidFill>
                  <a:srgbClr val="F1F2F6"/>
                </a:solidFill>
                <a:latin typeface="Poppins ExtraBold"/>
              </a:rPr>
              <a:t>COMMITEE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18" y="8653654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grpSp>
        <p:nvGrpSpPr>
          <p:cNvPr id="6" name="Group 6"/>
          <p:cNvGrpSpPr/>
          <p:nvPr/>
        </p:nvGrpSpPr>
        <p:grpSpPr>
          <a:xfrm rot="-10800000">
            <a:off x="16652036" y="-147445"/>
            <a:ext cx="1635964" cy="1633346"/>
            <a:chOff x="0" y="0"/>
            <a:chExt cx="6350000" cy="6339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6835576" y="8652345"/>
            <a:ext cx="1635964" cy="163334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36113" y="3260295"/>
            <a:ext cx="5998005" cy="5998005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052362" y="1047750"/>
            <a:ext cx="8183276" cy="169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0F1E64"/>
                </a:solidFill>
                <a:latin typeface="Poppins ExtraBold"/>
              </a:rPr>
              <a:t>BUSINESS INTELLIGENCE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18" y="8653654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454219" y="4293900"/>
            <a:ext cx="7946150" cy="2452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4724" lvl="1" indent="-507362">
              <a:lnSpc>
                <a:spcPts val="6579"/>
              </a:lnSpc>
              <a:buFont typeface="Arial"/>
              <a:buChar char="•"/>
            </a:pPr>
            <a:r>
              <a:rPr lang="en-US" sz="4699" spc="469">
                <a:solidFill>
                  <a:srgbClr val="46C4BD"/>
                </a:solidFill>
                <a:latin typeface="Lato Bold"/>
              </a:rPr>
              <a:t>COLLECT </a:t>
            </a:r>
          </a:p>
          <a:p>
            <a:pPr marL="1014724" lvl="1" indent="-507362">
              <a:lnSpc>
                <a:spcPts val="6579"/>
              </a:lnSpc>
              <a:buFont typeface="Arial"/>
              <a:buChar char="•"/>
            </a:pPr>
            <a:r>
              <a:rPr lang="en-US" sz="4699" spc="469">
                <a:solidFill>
                  <a:srgbClr val="46C4BD"/>
                </a:solidFill>
                <a:latin typeface="Lato Bold"/>
              </a:rPr>
              <a:t>ANALYSE</a:t>
            </a:r>
          </a:p>
          <a:p>
            <a:pPr marL="1014724" lvl="1" indent="-507362">
              <a:lnSpc>
                <a:spcPts val="6579"/>
              </a:lnSpc>
              <a:buFont typeface="Arial"/>
              <a:buChar char="•"/>
            </a:pPr>
            <a:r>
              <a:rPr lang="en-US" sz="4699" spc="469">
                <a:solidFill>
                  <a:srgbClr val="46C4BD"/>
                </a:solidFill>
                <a:latin typeface="Lato Bold"/>
              </a:rPr>
              <a:t>VISUALIZE</a:t>
            </a:r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16652036" y="-147445"/>
            <a:ext cx="1635964" cy="1633346"/>
            <a:chOff x="0" y="0"/>
            <a:chExt cx="6350000" cy="633984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grpSp>
        <p:nvGrpSpPr>
          <p:cNvPr id="9" name="Group 9"/>
          <p:cNvGrpSpPr/>
          <p:nvPr/>
        </p:nvGrpSpPr>
        <p:grpSpPr>
          <a:xfrm rot="-5400000">
            <a:off x="16835576" y="8652345"/>
            <a:ext cx="1635964" cy="1633346"/>
            <a:chOff x="0" y="0"/>
            <a:chExt cx="6350000" cy="633984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9527158" y="1028700"/>
            <a:ext cx="7055238" cy="8144574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326130" y="1190625"/>
            <a:ext cx="8183276" cy="169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0F1E64"/>
                </a:solidFill>
                <a:latin typeface="Poppins ExtraBold"/>
              </a:rPr>
              <a:t>BUSINESS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18" y="8653654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grpSp>
        <p:nvGrpSpPr>
          <p:cNvPr id="6" name="Group 6"/>
          <p:cNvGrpSpPr/>
          <p:nvPr/>
        </p:nvGrpSpPr>
        <p:grpSpPr>
          <a:xfrm rot="-10800000">
            <a:off x="16652036" y="-147445"/>
            <a:ext cx="1635964" cy="1633346"/>
            <a:chOff x="0" y="0"/>
            <a:chExt cx="6350000" cy="6339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6835576" y="8652345"/>
            <a:ext cx="1635964" cy="163334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l="13140" r="13140"/>
          <a:stretch>
            <a:fillRect/>
          </a:stretch>
        </p:blipFill>
        <p:spPr>
          <a:xfrm>
            <a:off x="5423049" y="2782295"/>
            <a:ext cx="7441902" cy="7201816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5143477" y="837032"/>
            <a:ext cx="8183276" cy="169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0F1E64"/>
                </a:solidFill>
                <a:latin typeface="Poppins ExtraBold"/>
              </a:rPr>
              <a:t>BI</a:t>
            </a:r>
          </a:p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0F1E64"/>
                </a:solidFill>
                <a:latin typeface="Poppins ExtraBold"/>
              </a:rPr>
              <a:t> ANALYST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18" y="8653654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grpSp>
        <p:nvGrpSpPr>
          <p:cNvPr id="6" name="Group 6"/>
          <p:cNvGrpSpPr/>
          <p:nvPr/>
        </p:nvGrpSpPr>
        <p:grpSpPr>
          <a:xfrm rot="-10800000">
            <a:off x="16652036" y="-147445"/>
            <a:ext cx="1635964" cy="1633346"/>
            <a:chOff x="0" y="0"/>
            <a:chExt cx="6350000" cy="6339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6835576" y="8652345"/>
            <a:ext cx="1635964" cy="163334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 t="1613" b="1613"/>
          <a:stretch>
            <a:fillRect/>
          </a:stretch>
        </p:blipFill>
        <p:spPr>
          <a:xfrm>
            <a:off x="2298720" y="3261386"/>
            <a:ext cx="6123451" cy="59259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116816" y="3261386"/>
            <a:ext cx="6419876" cy="6419876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143477" y="1047750"/>
            <a:ext cx="8183276" cy="169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0F1E64"/>
                </a:solidFill>
                <a:latin typeface="Poppins ExtraBold"/>
              </a:rPr>
              <a:t>DATA </a:t>
            </a:r>
          </a:p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0F1E64"/>
                </a:solidFill>
                <a:latin typeface="Poppins ExtraBold"/>
              </a:rPr>
              <a:t>WAREHOUSE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2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618" y="8653654"/>
            <a:ext cx="1635964" cy="1633346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-1309" y="1309"/>
            <a:ext cx="1635964" cy="1633346"/>
            <a:chOff x="0" y="0"/>
            <a:chExt cx="6350000" cy="63398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grpSp>
        <p:nvGrpSpPr>
          <p:cNvPr id="6" name="Group 6"/>
          <p:cNvGrpSpPr/>
          <p:nvPr/>
        </p:nvGrpSpPr>
        <p:grpSpPr>
          <a:xfrm rot="-10800000">
            <a:off x="16652036" y="-147445"/>
            <a:ext cx="1635964" cy="1633346"/>
            <a:chOff x="0" y="0"/>
            <a:chExt cx="6350000" cy="63398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grpSp>
        <p:nvGrpSpPr>
          <p:cNvPr id="8" name="Group 8"/>
          <p:cNvGrpSpPr/>
          <p:nvPr/>
        </p:nvGrpSpPr>
        <p:grpSpPr>
          <a:xfrm rot="-5400000">
            <a:off x="16835576" y="8652345"/>
            <a:ext cx="1635964" cy="1633346"/>
            <a:chOff x="0" y="0"/>
            <a:chExt cx="6350000" cy="63398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lnTo>
                    <a:pt x="6350000" y="6339840"/>
                  </a:lnTo>
                  <a:close/>
                </a:path>
              </a:pathLst>
            </a:custGeom>
            <a:solidFill>
              <a:srgbClr val="0F1E64"/>
            </a:solidFill>
          </p:spPr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302114" y="3231403"/>
            <a:ext cx="9683773" cy="2554206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43564" y="6273808"/>
            <a:ext cx="9983102" cy="2065469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5143477" y="1047750"/>
            <a:ext cx="8183276" cy="1695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0F1E64"/>
                </a:solidFill>
                <a:latin typeface="Poppins ExtraBold"/>
              </a:rPr>
              <a:t>REPORTING </a:t>
            </a:r>
          </a:p>
          <a:p>
            <a:pPr algn="ctr">
              <a:lnSpc>
                <a:spcPts val="6300"/>
              </a:lnSpc>
            </a:pPr>
            <a:r>
              <a:rPr lang="en-US" sz="6000" spc="300">
                <a:solidFill>
                  <a:srgbClr val="0F1E64"/>
                </a:solidFill>
                <a:latin typeface="Poppins ExtraBold"/>
              </a:rPr>
              <a:t>TOOLS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 rot="-10777284">
            <a:off x="7052775" y="-641368"/>
            <a:ext cx="3591010" cy="3292513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2125036" y="1412074"/>
            <a:ext cx="509843" cy="50984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1F2F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168781" y="1412074"/>
            <a:ext cx="509843" cy="509843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1F2F6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884173" y="1412074"/>
            <a:ext cx="509843" cy="509843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1F2F6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640536" y="1412074"/>
            <a:ext cx="509843" cy="50984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1F2F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409645" y="1412074"/>
            <a:ext cx="509843" cy="509843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1813" y="0"/>
              <a:ext cx="809173" cy="812800"/>
            </a:xfrm>
            <a:custGeom>
              <a:avLst/>
              <a:gdLst/>
              <a:ahLst/>
              <a:cxnLst/>
              <a:rect l="l" t="t" r="r" b="b"/>
              <a:pathLst>
                <a:path w="809173" h="812800">
                  <a:moveTo>
                    <a:pt x="404587" y="0"/>
                  </a:moveTo>
                  <a:cubicBezTo>
                    <a:pt x="628326" y="1001"/>
                    <a:pt x="809174" y="182659"/>
                    <a:pt x="809174" y="406400"/>
                  </a:cubicBezTo>
                  <a:cubicBezTo>
                    <a:pt x="809174" y="630141"/>
                    <a:pt x="628326" y="811799"/>
                    <a:pt x="404587" y="812800"/>
                  </a:cubicBezTo>
                  <a:cubicBezTo>
                    <a:pt x="180848" y="811799"/>
                    <a:pt x="0" y="630141"/>
                    <a:pt x="0" y="406400"/>
                  </a:cubicBezTo>
                  <a:cubicBezTo>
                    <a:pt x="0" y="182659"/>
                    <a:pt x="180848" y="1001"/>
                    <a:pt x="404587" y="0"/>
                  </a:cubicBezTo>
                  <a:close/>
                </a:path>
              </a:pathLst>
            </a:custGeom>
            <a:solidFill>
              <a:srgbClr val="F1F2F6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 rot="5400000">
            <a:off x="-4728265" y="4797010"/>
            <a:ext cx="10218255" cy="761724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p:blipFill>
        <p:spPr>
          <a:xfrm>
            <a:off x="2634879" y="3689999"/>
            <a:ext cx="6031832" cy="41148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0211269" y="1146558"/>
            <a:ext cx="7569887" cy="79938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</Words>
  <Application>Microsoft Office PowerPoint</Application>
  <PresentationFormat>Custom</PresentationFormat>
  <Paragraphs>18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Lato</vt:lpstr>
      <vt:lpstr>Arial</vt:lpstr>
      <vt:lpstr>Poppins ExtraBold</vt:lpstr>
      <vt:lpstr>Poppins ExtraBold Bold</vt:lpstr>
      <vt:lpstr>Calibri</vt:lpstr>
      <vt:lpstr>Lato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</dc:title>
  <dc:creator>Adel Shousha</dc:creator>
  <cp:lastModifiedBy>Adel Shousha</cp:lastModifiedBy>
  <cp:revision>2</cp:revision>
  <dcterms:created xsi:type="dcterms:W3CDTF">2006-08-16T00:00:00Z</dcterms:created>
  <dcterms:modified xsi:type="dcterms:W3CDTF">2023-04-25T11:44:16Z</dcterms:modified>
  <dc:identifier>DAFhDSg3ufY</dc:identifier>
</cp:coreProperties>
</file>