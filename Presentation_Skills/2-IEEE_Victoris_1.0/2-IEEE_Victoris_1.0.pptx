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2" r:id="rId5"/>
    <p:sldId id="258" r:id="rId6"/>
    <p:sldId id="261" r:id="rId7"/>
    <p:sldId id="263" r:id="rId8"/>
    <p:sldId id="272" r:id="rId9"/>
    <p:sldId id="264" r:id="rId10"/>
    <p:sldId id="266" r:id="rId11"/>
    <p:sldId id="268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1A77"/>
    <a:srgbClr val="97FBC5"/>
    <a:srgbClr val="FE330A"/>
    <a:srgbClr val="BF2101"/>
    <a:srgbClr val="FF4001"/>
    <a:srgbClr val="66AD85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CD286-760D-5C61-7A07-47DB6E5DA5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E7A8C-6043-8253-05C1-D029C02A5E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3B216-792C-2EDE-F34D-107C15482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407F1-6CF6-AF8D-825F-4A7FBF0E2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77090-4798-F78C-DCDC-A1FAF5BF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7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8F29-EE94-DE81-786C-00EBEA20A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0364C-AE08-645E-D888-D6C71162A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AA866-7ADF-ECC4-26F3-74D5955C6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74C7B-B973-8D94-BB9F-349C777F8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8F83A-F21F-4DB0-038C-AE875C529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000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8FDE8-7F93-32AB-C588-D73C06BA1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A2BEE-46C3-7A30-3DAD-5DCBCEDFF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CED39-5C18-F0A0-3654-BBBC39AC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3E351-98B7-E91D-DB59-387B0917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B8E78-FD2A-3322-AEAF-7327EDEE2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395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B0032-3B90-B35A-3DB2-90C6887C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2F16FF-36BD-D814-FB81-FD612542F1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128A5-CF7D-08C1-7AD2-6DF320DCC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C0505-A435-9207-AA02-C597555AF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6EBBD-7C4F-096B-F591-50446FC9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3AE5B-495D-AD86-2820-E564C1489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729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9ECE3-F33C-E0AF-C5FF-B2299A6AD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E82A9C-D888-1200-9ADF-5318FEA0C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E6EE6-6C53-4F9A-9D63-219878680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6DB9CD-9EC8-61C2-7CBE-9E5DC1A70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AD3597-A337-3501-18B3-06E594810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A1A690-FEAA-8D30-4FCB-DD8B13DC3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8EF91E-3AE5-15FD-D746-11F9BDF06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E94BC8-9F4F-E09A-FE43-D623E485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987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CDDF0-B140-2768-A9C1-4598E2B1F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C2F488-8052-A2BF-190D-1B2C10092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6F1C11-022E-2F7E-3DB9-9C14BF57E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C292F-1248-A849-2E69-16D75F7E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89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F872E0-CFF1-94C6-152C-9C9F34E23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B45FB9-4E3D-2603-5F28-41C88CD2E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3ED24-358E-1B91-D11F-948A33A5C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53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78374-6ECD-C458-6EC2-43AE9999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6EDE6-55BC-A806-BE1B-007819461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F5A44-9316-32E6-E81A-2F874753F4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598CD1-6117-9420-6329-8CFBCA41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E9B52C-B452-E55A-778D-8D4B8A8D8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B77C41-3487-6260-65F6-4E6C6D7A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884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D1A-0B9D-1689-83F6-402F911D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7DACE3-FEC0-72E1-1217-16A186339A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E719C-1792-D573-24FC-6E19B4C01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3D8EB-C368-52F8-D3F4-8EDDEB9AF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9133B-F4AB-AC70-1E51-7D901538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EFCFCF-933E-21D0-664F-EC2319F19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818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E249-60D8-9463-4986-22F7CB9F3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DAE912-D6E8-FC1F-655D-669277FD9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7E77F-231E-9C2F-CE1C-2D82BE457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6373E-9F8C-FE26-26FD-F9E7DA925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DC30B-3989-20E9-D081-527C9EDB4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8561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83663-1FB1-7509-4C88-7E868877F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590F4-31AF-BB5C-62AA-8F3FB99D6C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EC921-E21D-6718-5F02-1592ABE63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4893C-E746-2EA8-D74B-DC32372C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8E435-345D-17E4-FFE0-9D95F0EA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375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5B78FB-4D16-89C7-D5B6-8A7D56A4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7D60B6-424B-46FE-2213-13C226661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1CF53-8849-139A-E02F-F20CC5431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82F98-589A-4355-8CC8-30CCEF8B53C7}" type="datetimeFigureOut">
              <a:rPr lang="en-US" smtClean="0"/>
              <a:t>9/18/2022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E31D4-A1D2-7BEF-2658-8E0E55CE68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8B232-A16B-B476-15C1-C18E56051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A4C01-2445-496F-A006-A88FE30A6E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76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62D7407-EBC4-0F52-DE96-AB5979FEC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83969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34B55F-B635-3419-CDE3-B89C415310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0811" y="2011844"/>
            <a:ext cx="5748226" cy="19623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4C07282-2B1F-86A8-A097-74F23B1B9E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8637" y="4198486"/>
            <a:ext cx="3812573" cy="31964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24D33CC-E4B0-7E62-3CCF-3A38B673EE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640" y="1014343"/>
            <a:ext cx="4622208" cy="4829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3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25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rrow: Bent 43">
            <a:extLst>
              <a:ext uri="{FF2B5EF4-FFF2-40B4-BE49-F238E27FC236}">
                <a16:creationId xmlns:a16="http://schemas.microsoft.com/office/drawing/2014/main" id="{728D86A2-CF4E-583C-BD82-F3FF94E113EF}"/>
              </a:ext>
            </a:extLst>
          </p:cNvPr>
          <p:cNvSpPr/>
          <p:nvPr/>
        </p:nvSpPr>
        <p:spPr>
          <a:xfrm rot="10800000" flipH="1">
            <a:off x="201663" y="2971317"/>
            <a:ext cx="277308" cy="1150739"/>
          </a:xfrm>
          <a:prstGeom prst="bentArrow">
            <a:avLst/>
          </a:prstGeom>
          <a:solidFill>
            <a:srgbClr val="FF40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74C4DE-592D-E68C-5BBB-A9098D237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8526"/>
            <a:ext cx="5011346" cy="4480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85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51A76A-05A8-89C1-E00C-32C41194A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6622" y="-145143"/>
            <a:ext cx="74052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498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F8D271-2309-5FDE-6F69-4164496D50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2934" y="4692048"/>
            <a:ext cx="954009" cy="954009"/>
          </a:xfrm>
          <a:prstGeom prst="rect">
            <a:avLst/>
          </a:prstGeom>
        </p:spPr>
      </p:pic>
      <p:pic>
        <p:nvPicPr>
          <p:cNvPr id="4" name="mobile app">
            <a:hlinkClick r:id="" action="ppaction://media"/>
            <a:extLst>
              <a:ext uri="{FF2B5EF4-FFF2-40B4-BE49-F238E27FC236}">
                <a16:creationId xmlns:a16="http://schemas.microsoft.com/office/drawing/2014/main" id="{85AD8170-6AD2-1729-A804-E60DC3D6422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l="3452" r="3713"/>
          <a:stretch/>
        </p:blipFill>
        <p:spPr>
          <a:xfrm>
            <a:off x="339271" y="112055"/>
            <a:ext cx="11513458" cy="6633889"/>
          </a:xfrm>
          <a:prstGeom prst="rect">
            <a:avLst/>
          </a:prstGeom>
          <a:ln w="76200">
            <a:solidFill>
              <a:srgbClr val="411A77"/>
            </a:solidFill>
          </a:ln>
        </p:spPr>
      </p:pic>
    </p:spTree>
    <p:extLst>
      <p:ext uri="{BB962C8B-B14F-4D97-AF65-F5344CB8AC3E}">
        <p14:creationId xmlns:p14="http://schemas.microsoft.com/office/powerpoint/2010/main" val="29135484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265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150"/>
                            </p:stCondLst>
                            <p:childTnLst>
                              <p:par>
                                <p:cTn id="17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2" dur="1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showWhenStopped="0">
                <p:cTn id="23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C9CF01-6EF7-4E4A-7FA8-534719B37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0468" y="643624"/>
            <a:ext cx="4512443" cy="6382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96A2B2-7F63-526E-EEF7-1F3615FCC4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8633" y="817772"/>
            <a:ext cx="4389329" cy="62087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E6A238A-857C-CB9A-A03A-16D8F87305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962" y="-131388"/>
            <a:ext cx="12192000" cy="4537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839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EAD61-C301-6F56-715A-5A263DEADA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51342" y="1007572"/>
            <a:ext cx="4408941" cy="62365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7CBA58-5866-FA91-DF0E-99258B9875A0}"/>
              </a:ext>
            </a:extLst>
          </p:cNvPr>
          <p:cNvSpPr txBox="1"/>
          <p:nvPr/>
        </p:nvSpPr>
        <p:spPr>
          <a:xfrm>
            <a:off x="7315201" y="622852"/>
            <a:ext cx="34336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97FBC5"/>
                </a:solidFill>
                <a:latin typeface="Soda Land" pitchFamily="2" charset="0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73FDDF-E36A-A7F2-7327-D390B5A5D6FA}"/>
              </a:ext>
            </a:extLst>
          </p:cNvPr>
          <p:cNvSpPr txBox="1"/>
          <p:nvPr/>
        </p:nvSpPr>
        <p:spPr>
          <a:xfrm>
            <a:off x="7548015" y="2228806"/>
            <a:ext cx="4122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Soda Land" pitchFamily="2" charset="0"/>
              </a:rPr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E3B10D-9977-D492-56DF-3D678A05D5A1}"/>
              </a:ext>
            </a:extLst>
          </p:cNvPr>
          <p:cNvSpPr txBox="1"/>
          <p:nvPr/>
        </p:nvSpPr>
        <p:spPr>
          <a:xfrm>
            <a:off x="7105417" y="3854066"/>
            <a:ext cx="41549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BF2101"/>
                </a:solidFill>
                <a:latin typeface="Soda Land" pitchFamily="2" charset="0"/>
              </a:rPr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FA839-0884-029F-8F93-FB17A9202035}"/>
              </a:ext>
            </a:extLst>
          </p:cNvPr>
          <p:cNvSpPr txBox="1"/>
          <p:nvPr/>
        </p:nvSpPr>
        <p:spPr>
          <a:xfrm>
            <a:off x="5886648" y="5340625"/>
            <a:ext cx="4187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Soda Land" pitchFamily="2" charset="0"/>
              </a:rPr>
              <a:t>4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8315BA7-CEE3-2119-D4FA-70D68BBB7B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543"/>
            <a:ext cx="12192000" cy="635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867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F7085CE-0C95-5A86-71D5-677F195BA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77" y="0"/>
            <a:ext cx="8900931" cy="438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5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25EDB0-E31F-53D8-6A50-48CB178C50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6425" y="600164"/>
            <a:ext cx="4848301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87DDB9-464D-F6C4-FBE2-493E81F9DF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17" y="600164"/>
            <a:ext cx="4848301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0CF224-23DB-7EA0-3660-7CDC84509D2F}"/>
              </a:ext>
            </a:extLst>
          </p:cNvPr>
          <p:cNvSpPr txBox="1"/>
          <p:nvPr/>
        </p:nvSpPr>
        <p:spPr>
          <a:xfrm>
            <a:off x="1625600" y="0"/>
            <a:ext cx="65229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Bahnschrift SemiBold SemiConden" panose="020B0502040204020203" pitchFamily="34" charset="0"/>
              </a:rPr>
              <a:t>Personal</a:t>
            </a:r>
            <a:r>
              <a:rPr lang="en-US" sz="7200" dirty="0">
                <a:solidFill>
                  <a:srgbClr val="FF4001"/>
                </a:solidFill>
                <a:latin typeface="Bahnschrift SemiBold SemiConden" panose="020B0502040204020203" pitchFamily="34" charset="0"/>
              </a:rPr>
              <a:t> Account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CDE65-9F7E-02F2-2E3A-E1C81D802BC5}"/>
              </a:ext>
            </a:extLst>
          </p:cNvPr>
          <p:cNvSpPr txBox="1"/>
          <p:nvPr/>
        </p:nvSpPr>
        <p:spPr>
          <a:xfrm>
            <a:off x="1005290" y="2264228"/>
            <a:ext cx="471795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97FBC5"/>
                </a:solidFill>
                <a:latin typeface="Bahnschrift SemiBold SemiConden" panose="020B0502040204020203" pitchFamily="34" charset="0"/>
                <a:cs typeface="Arial" panose="020B0604020202020204" pitchFamily="34" charset="0"/>
              </a:rPr>
              <a:t>Create your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97FBC5"/>
                </a:solidFill>
                <a:latin typeface="Bahnschrift SemiBold SemiConden" panose="020B0502040204020203" pitchFamily="34" charset="0"/>
                <a:cs typeface="Arial" panose="020B0604020202020204" pitchFamily="34" charset="0"/>
              </a:rPr>
              <a:t>Make your own Recipes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97FBC5"/>
                </a:solidFill>
                <a:latin typeface="Bahnschrift SemiBold SemiConden" panose="020B0502040204020203" pitchFamily="34" charset="0"/>
                <a:cs typeface="Arial" panose="020B0604020202020204" pitchFamily="34" charset="0"/>
              </a:rPr>
              <a:t>Save recipes</a:t>
            </a:r>
          </a:p>
        </p:txBody>
      </p:sp>
    </p:spTree>
    <p:extLst>
      <p:ext uri="{BB962C8B-B14F-4D97-AF65-F5344CB8AC3E}">
        <p14:creationId xmlns:p14="http://schemas.microsoft.com/office/powerpoint/2010/main" val="849510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46097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36A3EA-EC35-360E-41D9-94155EB22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79" y="-427684"/>
            <a:ext cx="8157155" cy="21398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7576CF-948A-74A8-A460-946CD5CEC8B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36" t="-3082" r="27737" b="3082"/>
          <a:stretch/>
        </p:blipFill>
        <p:spPr>
          <a:xfrm>
            <a:off x="381000" y="1226549"/>
            <a:ext cx="6781800" cy="589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072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CEF4B1-BB0B-6822-AD8B-F46657CE76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63"/>
          <a:stretch/>
        </p:blipFill>
        <p:spPr>
          <a:xfrm>
            <a:off x="0" y="-110836"/>
            <a:ext cx="12227480" cy="69647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6D77C9-6967-E546-39A2-B8B962E6F5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33" r="27023"/>
          <a:stretch/>
        </p:blipFill>
        <p:spPr>
          <a:xfrm>
            <a:off x="-348342" y="1666100"/>
            <a:ext cx="6008914" cy="51878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474AA1-BC4D-483C-8AD9-DA2012A73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38998"/>
            <a:ext cx="10461643" cy="2139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37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452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</TotalTime>
  <Words>15</Words>
  <Application>Microsoft Office PowerPoint</Application>
  <PresentationFormat>Widescreen</PresentationFormat>
  <Paragraphs>8</Paragraphs>
  <Slides>12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Bahnschrift SemiBold SemiConden</vt:lpstr>
      <vt:lpstr>Calibri</vt:lpstr>
      <vt:lpstr>Calibri Light</vt:lpstr>
      <vt:lpstr>Soda Land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Mazen Ayman</dc:creator>
  <cp:lastModifiedBy>Mazen Ayman</cp:lastModifiedBy>
  <cp:revision>10</cp:revision>
  <dcterms:created xsi:type="dcterms:W3CDTF">2022-09-15T14:41:06Z</dcterms:created>
  <dcterms:modified xsi:type="dcterms:W3CDTF">2022-09-18T21:04:33Z</dcterms:modified>
  <cp:contentStatus>Final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MarkAsFinal">
    <vt:bool>true</vt:bool>
  </property>
</Properties>
</file>